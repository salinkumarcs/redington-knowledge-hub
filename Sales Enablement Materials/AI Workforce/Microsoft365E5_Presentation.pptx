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media/image6.jpg" ContentType="image/jpg"/>
  <Override PartName="/ppt/media/image19.jpg" ContentType="image/jpg"/>
  <Override PartName="/ppt/media/image21.jpg" ContentType="image/jpg"/>
  <Override PartName="/ppt/media/image22.jpg" ContentType="image/jpg"/>
  <Override PartName="/ppt/media/image24.jpg" ContentType="image/jpg"/>
  <Override PartName="/ppt/media/image25.jpg" ContentType="image/jpg"/>
  <Override PartName="/ppt/media/image26.jpg" ContentType="image/jpg"/>
  <Override PartName="/ppt/media/image32.jpg" ContentType="image/jpg"/>
  <Override PartName="/ppt/media/image34.jpg" ContentType="image/jpg"/>
  <Override PartName="/ppt/media/image35.jpg" ContentType="image/jpg"/>
  <Override PartName="/ppt/media/image37.jpg" ContentType="image/jpg"/>
  <Override PartName="/ppt/media/image40.jpg" ContentType="image/jpg"/>
  <Override PartName="/ppt/media/image41.jpg" ContentType="image/jpg"/>
  <Override PartName="/ppt/media/image43.jpg" ContentType="image/jpg"/>
  <Override PartName="/ppt/media/image45.jpg" ContentType="image/jpg"/>
  <Override PartName="/ppt/media/image46.jpg" ContentType="image/jpg"/>
  <Override PartName="/ppt/media/image47.jpg" ContentType="image/jpg"/>
  <Override PartName="/ppt/media/image48.jpg" ContentType="image/jpg"/>
  <Override PartName="/ppt/media/image49.jpg" ContentType="image/jpg"/>
  <Override PartName="/ppt/media/image73.jpg" ContentType="image/jpg"/>
  <Override PartName="/ppt/media/image75.jpg" ContentType="image/jpg"/>
  <Override PartName="/ppt/media/image88.jpg" ContentType="image/jpg"/>
  <Override PartName="/ppt/media/image89.jpg" ContentType="image/jpg"/>
  <Override PartName="/ppt/media/image95.jpg" ContentType="image/jpg"/>
  <Override PartName="/ppt/media/image96.jpg" ContentType="image/jpg"/>
  <Override PartName="/ppt/media/image124.jpg" ContentType="image/jpg"/>
  <Override PartName="/ppt/media/image182.jpg" ContentType="image/jpg"/>
  <Override PartName="/ppt/media/image189.jpg" ContentType="image/jpg"/>
  <Override PartName="/ppt/media/image190.jpg" ContentType="image/jpg"/>
  <Override PartName="/ppt/media/image220.jpg" ContentType="image/jpg"/>
  <Override PartName="/ppt/media/image221.jpg" ContentType="image/jpg"/>
  <Override PartName="/ppt/media/image222.jpg" ContentType="image/jpg"/>
  <Override PartName="/ppt/media/image223.jpg" ContentType="image/jpg"/>
  <Override PartName="/ppt/media/image225.jpg" ContentType="image/jpg"/>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media/image231.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78" r:id="rId3"/>
  </p:sldMasterIdLst>
  <p:notesMasterIdLst>
    <p:notesMasterId r:id="rId5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446" r:id="rId42"/>
    <p:sldId id="294" r:id="rId43"/>
    <p:sldId id="295" r:id="rId44"/>
    <p:sldId id="356" r:id="rId45"/>
    <p:sldId id="444" r:id="rId46"/>
    <p:sldId id="445" r:id="rId47"/>
    <p:sldId id="552" r:id="rId48"/>
    <p:sldId id="3769" r:id="rId49"/>
    <p:sldId id="3770" r:id="rId50"/>
    <p:sldId id="1565" r:id="rId51"/>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804" y="26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microsoft.com/office/2016/11/relationships/changesInfo" Target="changesInfos/changesInfo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in Kumar" userId="285015fa-8ca7-4b4f-93a6-38ccd96422c0" providerId="ADAL" clId="{09ED95B7-C1B1-4F8A-95F1-A4D0A6D70D52}"/>
    <pc:docChg chg="undo custSel modSld">
      <pc:chgData name="Salin Kumar" userId="285015fa-8ca7-4b4f-93a6-38ccd96422c0" providerId="ADAL" clId="{09ED95B7-C1B1-4F8A-95F1-A4D0A6D70D52}" dt="2022-03-28T09:51:09.021" v="163" actId="14100"/>
      <pc:docMkLst>
        <pc:docMk/>
      </pc:docMkLst>
      <pc:sldChg chg="modSp mod">
        <pc:chgData name="Salin Kumar" userId="285015fa-8ca7-4b4f-93a6-38ccd96422c0" providerId="ADAL" clId="{09ED95B7-C1B1-4F8A-95F1-A4D0A6D70D52}" dt="2022-03-28T09:49:31.216" v="158" actId="20577"/>
        <pc:sldMkLst>
          <pc:docMk/>
          <pc:sldMk cId="0" sldId="256"/>
        </pc:sldMkLst>
      </pc:sldChg>
      <pc:sldChg chg="addSp delSp modSp mod">
        <pc:chgData name="Salin Kumar" userId="285015fa-8ca7-4b4f-93a6-38ccd96422c0" providerId="ADAL" clId="{09ED95B7-C1B1-4F8A-95F1-A4D0A6D70D52}" dt="2022-03-28T09:51:09.021" v="163" actId="14100"/>
        <pc:sldMkLst>
          <pc:docMk/>
          <pc:sldMk cId="3069462489" sldId="1565"/>
        </pc:sldMkLst>
      </pc:sldChg>
    </pc:docChg>
  </pc:docChgLst>
  <pc:docChgLst>
    <pc:chgData name="Salin Kumar.C.S" userId="9ea55fcd-e04b-4ee3-9a41-b760379a9fa2" providerId="ADAL" clId="{86598877-74BB-4BAB-B435-2EA3347533B4}"/>
    <pc:docChg chg="undo custSel modSld">
      <pc:chgData name="Salin Kumar.C.S" userId="9ea55fcd-e04b-4ee3-9a41-b760379a9fa2" providerId="ADAL" clId="{86598877-74BB-4BAB-B435-2EA3347533B4}" dt="2022-01-24T12:52:31.660" v="99" actId="1036"/>
      <pc:docMkLst>
        <pc:docMk/>
      </pc:docMkLst>
      <pc:sldChg chg="modSp mod">
        <pc:chgData name="Salin Kumar.C.S" userId="9ea55fcd-e04b-4ee3-9a41-b760379a9fa2" providerId="ADAL" clId="{86598877-74BB-4BAB-B435-2EA3347533B4}" dt="2022-01-24T12:44:42.099" v="52" actId="20577"/>
        <pc:sldMkLst>
          <pc:docMk/>
          <pc:sldMk cId="0" sldId="256"/>
        </pc:sldMkLst>
      </pc:sldChg>
      <pc:sldChg chg="modSp mod">
        <pc:chgData name="Salin Kumar.C.S" userId="9ea55fcd-e04b-4ee3-9a41-b760379a9fa2" providerId="ADAL" clId="{86598877-74BB-4BAB-B435-2EA3347533B4}" dt="2022-01-24T12:50:05.698" v="86" actId="20577"/>
        <pc:sldMkLst>
          <pc:docMk/>
          <pc:sldMk cId="0" sldId="257"/>
        </pc:sldMkLst>
      </pc:sldChg>
      <pc:sldChg chg="modSp mod">
        <pc:chgData name="Salin Kumar.C.S" userId="9ea55fcd-e04b-4ee3-9a41-b760379a9fa2" providerId="ADAL" clId="{86598877-74BB-4BAB-B435-2EA3347533B4}" dt="2022-01-24T12:52:31.660" v="99" actId="1036"/>
        <pc:sldMkLst>
          <pc:docMk/>
          <pc:sldMk cId="0" sldId="272"/>
        </pc:sldMkLst>
      </pc:sldChg>
    </pc:docChg>
  </pc:docChgLst>
  <pc:docChgLst>
    <pc:chgData name="Salin Kumar" userId="285015fa-8ca7-4b4f-93a6-38ccd96422c0" providerId="ADAL" clId="{BDFE99F9-288A-45F2-AFF8-D72203A277DA}"/>
    <pc:docChg chg="custSel modSld">
      <pc:chgData name="Salin Kumar" userId="285015fa-8ca7-4b4f-93a6-38ccd96422c0" providerId="ADAL" clId="{BDFE99F9-288A-45F2-AFF8-D72203A277DA}" dt="2023-06-20T11:13:42.540" v="11" actId="478"/>
      <pc:docMkLst>
        <pc:docMk/>
      </pc:docMkLst>
      <pc:sldChg chg="delSp mod delAnim modAnim">
        <pc:chgData name="Salin Kumar" userId="285015fa-8ca7-4b4f-93a6-38ccd96422c0" providerId="ADAL" clId="{BDFE99F9-288A-45F2-AFF8-D72203A277DA}" dt="2023-06-20T11:13:42.540" v="11" actId="478"/>
        <pc:sldMkLst>
          <pc:docMk/>
          <pc:sldMk cId="2745983150" sldId="445"/>
        </pc:sldMkLst>
      </pc:sldChg>
    </pc:docChg>
  </pc:docChgLst>
  <pc:docChgLst>
    <pc:chgData name="Salin Kumar.C.S" userId="9ea55fcd-e04b-4ee3-9a41-b760379a9fa2" providerId="ADAL" clId="{108D1048-9A69-4624-BDC4-6102DFBB02F1}"/>
    <pc:docChg chg="custSel addSld delSld modSld">
      <pc:chgData name="Salin Kumar.C.S" userId="9ea55fcd-e04b-4ee3-9a41-b760379a9fa2" providerId="ADAL" clId="{108D1048-9A69-4624-BDC4-6102DFBB02F1}" dt="2022-02-19T20:39:40.937" v="63" actId="14100"/>
      <pc:docMkLst>
        <pc:docMk/>
      </pc:docMkLst>
      <pc:sldChg chg="addSp modSp mod">
        <pc:chgData name="Salin Kumar.C.S" userId="9ea55fcd-e04b-4ee3-9a41-b760379a9fa2" providerId="ADAL" clId="{108D1048-9A69-4624-BDC4-6102DFBB02F1}" dt="2022-02-19T20:17:59.049" v="18" actId="20577"/>
        <pc:sldMkLst>
          <pc:docMk/>
          <pc:sldMk cId="0" sldId="256"/>
        </pc:sldMkLst>
      </pc:sldChg>
      <pc:sldChg chg="del">
        <pc:chgData name="Salin Kumar.C.S" userId="9ea55fcd-e04b-4ee3-9a41-b760379a9fa2" providerId="ADAL" clId="{108D1048-9A69-4624-BDC4-6102DFBB02F1}" dt="2022-02-19T20:28:56.390" v="26" actId="47"/>
        <pc:sldMkLst>
          <pc:docMk/>
          <pc:sldMk cId="0" sldId="296"/>
        </pc:sldMkLst>
      </pc:sldChg>
      <pc:sldChg chg="del">
        <pc:chgData name="Salin Kumar.C.S" userId="9ea55fcd-e04b-4ee3-9a41-b760379a9fa2" providerId="ADAL" clId="{108D1048-9A69-4624-BDC4-6102DFBB02F1}" dt="2022-02-19T20:28:51.767" v="25" actId="47"/>
        <pc:sldMkLst>
          <pc:docMk/>
          <pc:sldMk cId="0" sldId="297"/>
        </pc:sldMkLst>
      </pc:sldChg>
      <pc:sldChg chg="del">
        <pc:chgData name="Salin Kumar.C.S" userId="9ea55fcd-e04b-4ee3-9a41-b760379a9fa2" providerId="ADAL" clId="{108D1048-9A69-4624-BDC4-6102DFBB02F1}" dt="2022-02-19T20:28:43.750" v="24" actId="47"/>
        <pc:sldMkLst>
          <pc:docMk/>
          <pc:sldMk cId="0" sldId="298"/>
        </pc:sldMkLst>
      </pc:sldChg>
      <pc:sldChg chg="del">
        <pc:chgData name="Salin Kumar.C.S" userId="9ea55fcd-e04b-4ee3-9a41-b760379a9fa2" providerId="ADAL" clId="{108D1048-9A69-4624-BDC4-6102DFBB02F1}" dt="2022-02-19T20:28:43.515" v="23" actId="47"/>
        <pc:sldMkLst>
          <pc:docMk/>
          <pc:sldMk cId="0" sldId="299"/>
        </pc:sldMkLst>
      </pc:sldChg>
      <pc:sldChg chg="del">
        <pc:chgData name="Salin Kumar.C.S" userId="9ea55fcd-e04b-4ee3-9a41-b760379a9fa2" providerId="ADAL" clId="{108D1048-9A69-4624-BDC4-6102DFBB02F1}" dt="2022-02-19T20:28:42.190" v="22" actId="47"/>
        <pc:sldMkLst>
          <pc:docMk/>
          <pc:sldMk cId="0" sldId="300"/>
        </pc:sldMkLst>
      </pc:sldChg>
      <pc:sldChg chg="del">
        <pc:chgData name="Salin Kumar.C.S" userId="9ea55fcd-e04b-4ee3-9a41-b760379a9fa2" providerId="ADAL" clId="{108D1048-9A69-4624-BDC4-6102DFBB02F1}" dt="2022-02-19T20:28:41.276" v="21" actId="47"/>
        <pc:sldMkLst>
          <pc:docMk/>
          <pc:sldMk cId="0" sldId="301"/>
        </pc:sldMkLst>
      </pc:sldChg>
      <pc:sldChg chg="del">
        <pc:chgData name="Salin Kumar.C.S" userId="9ea55fcd-e04b-4ee3-9a41-b760379a9fa2" providerId="ADAL" clId="{108D1048-9A69-4624-BDC4-6102DFBB02F1}" dt="2022-02-19T20:28:40.740" v="20" actId="47"/>
        <pc:sldMkLst>
          <pc:docMk/>
          <pc:sldMk cId="0" sldId="302"/>
        </pc:sldMkLst>
      </pc:sldChg>
      <pc:sldChg chg="del">
        <pc:chgData name="Salin Kumar.C.S" userId="9ea55fcd-e04b-4ee3-9a41-b760379a9fa2" providerId="ADAL" clId="{108D1048-9A69-4624-BDC4-6102DFBB02F1}" dt="2022-02-19T20:28:40.118" v="19" actId="47"/>
        <pc:sldMkLst>
          <pc:docMk/>
          <pc:sldMk cId="0" sldId="303"/>
        </pc:sldMkLst>
      </pc:sldChg>
      <pc:sldChg chg="addSp del delDesignElem">
        <pc:chgData name="Salin Kumar.C.S" userId="9ea55fcd-e04b-4ee3-9a41-b760379a9fa2" providerId="ADAL" clId="{108D1048-9A69-4624-BDC4-6102DFBB02F1}" dt="2022-02-19T20:32:43.366" v="28"/>
        <pc:sldMkLst>
          <pc:docMk/>
          <pc:sldMk cId="4132585582" sldId="356"/>
        </pc:sldMkLst>
      </pc:sldChg>
      <pc:sldChg chg="add del">
        <pc:chgData name="Salin Kumar.C.S" userId="9ea55fcd-e04b-4ee3-9a41-b760379a9fa2" providerId="ADAL" clId="{108D1048-9A69-4624-BDC4-6102DFBB02F1}" dt="2022-02-19T20:34:41.886" v="30" actId="2696"/>
        <pc:sldMkLst>
          <pc:docMk/>
          <pc:sldMk cId="262413617" sldId="552"/>
        </pc:sldMkLst>
      </pc:sldChg>
      <pc:sldChg chg="add">
        <pc:chgData name="Salin Kumar.C.S" userId="9ea55fcd-e04b-4ee3-9a41-b760379a9fa2" providerId="ADAL" clId="{108D1048-9A69-4624-BDC4-6102DFBB02F1}" dt="2022-02-19T20:34:47.349" v="31"/>
        <pc:sldMkLst>
          <pc:docMk/>
          <pc:sldMk cId="1269636182" sldId="552"/>
        </pc:sldMkLst>
      </pc:sldChg>
      <pc:sldChg chg="addSp delSp modSp mod">
        <pc:chgData name="Salin Kumar.C.S" userId="9ea55fcd-e04b-4ee3-9a41-b760379a9fa2" providerId="ADAL" clId="{108D1048-9A69-4624-BDC4-6102DFBB02F1}" dt="2022-02-19T20:39:40.937" v="63" actId="14100"/>
        <pc:sldMkLst>
          <pc:docMk/>
          <pc:sldMk cId="3069462489" sldId="1565"/>
        </pc:sldMkLst>
      </pc:sldChg>
      <pc:sldChg chg="add modTransition">
        <pc:chgData name="Salin Kumar.C.S" userId="9ea55fcd-e04b-4ee3-9a41-b760379a9fa2" providerId="ADAL" clId="{108D1048-9A69-4624-BDC4-6102DFBB02F1}" dt="2022-02-19T20:34:57.653" v="32"/>
        <pc:sldMkLst>
          <pc:docMk/>
          <pc:sldMk cId="1233422838" sldId="3769"/>
        </pc:sldMkLst>
      </pc:sldChg>
      <pc:sldChg chg="addSp delSp modSp mod setBg setClrOvrMap delDesignElem chgLayout">
        <pc:chgData name="Salin Kumar.C.S" userId="9ea55fcd-e04b-4ee3-9a41-b760379a9fa2" providerId="ADAL" clId="{108D1048-9A69-4624-BDC4-6102DFBB02F1}" dt="2022-02-19T20:36:22.771" v="48" actId="26606"/>
        <pc:sldMkLst>
          <pc:docMk/>
          <pc:sldMk cId="2905005926" sldId="3770"/>
        </pc:sldMkLst>
      </pc:sldChg>
      <pc:sldChg chg="delSp modSp add del mod setBg delDesignElem">
        <pc:chgData name="Salin Kumar.C.S" userId="9ea55fcd-e04b-4ee3-9a41-b760379a9fa2" providerId="ADAL" clId="{108D1048-9A69-4624-BDC4-6102DFBB02F1}" dt="2022-02-19T20:35:48.908" v="36" actId="2696"/>
        <pc:sldMkLst>
          <pc:docMk/>
          <pc:sldMk cId="3683165367" sldId="3770"/>
        </pc:sldMkLst>
      </pc:sldChg>
    </pc:docChg>
  </pc:docChgLst>
  <pc:docChgLst>
    <pc:chgData name="Salin Kumar" userId="285015fa-8ca7-4b4f-93a6-38ccd96422c0" providerId="ADAL" clId="{68223DAF-6358-4FEB-8684-C8A617B25568}"/>
    <pc:docChg chg="modSld">
      <pc:chgData name="Salin Kumar" userId="285015fa-8ca7-4b4f-93a6-38ccd96422c0" providerId="ADAL" clId="{68223DAF-6358-4FEB-8684-C8A617B25568}" dt="2022-03-28T09:46:38.237" v="7" actId="1037"/>
      <pc:docMkLst>
        <pc:docMk/>
      </pc:docMkLst>
      <pc:sldChg chg="addSp delSp modSp mod">
        <pc:chgData name="Salin Kumar" userId="285015fa-8ca7-4b4f-93a6-38ccd96422c0" providerId="ADAL" clId="{68223DAF-6358-4FEB-8684-C8A617B25568}" dt="2022-03-28T09:46:38.237" v="7" actId="1037"/>
        <pc:sldMkLst>
          <pc:docMk/>
          <pc:sldMk cId="0" sldId="25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CDF6DB-A38D-4CEE-B748-30E6903483FE}" type="doc">
      <dgm:prSet loTypeId="urn:microsoft.com/office/officeart/2005/8/layout/vList2" loCatId="list" qsTypeId="urn:microsoft.com/office/officeart/2005/8/quickstyle/simple4" qsCatId="simple" csTypeId="urn:microsoft.com/office/officeart/2005/8/colors/accent1_2" csCatId="accent1" phldr="1"/>
      <dgm:spPr/>
    </dgm:pt>
    <dgm:pt modelId="{8FB3B7A5-2C1D-4C5C-B086-F6FEC5F76204}">
      <dgm:prSet phldrT="[Text]"/>
      <dgm:spPr/>
      <dgm:t>
        <a:bodyPr/>
        <a:lstStyle/>
        <a:p>
          <a:r>
            <a:rPr lang="en-US" dirty="0"/>
            <a:t>ATP Office365 $1.8</a:t>
          </a:r>
        </a:p>
      </dgm:t>
    </dgm:pt>
    <dgm:pt modelId="{2E95EFED-FDDB-4675-A05C-D8B8042B154B}" type="parTrans" cxnId="{2C55E89B-8447-4C6D-811B-5A807FA8D1C4}">
      <dgm:prSet/>
      <dgm:spPr/>
      <dgm:t>
        <a:bodyPr/>
        <a:lstStyle/>
        <a:p>
          <a:endParaRPr lang="en-US"/>
        </a:p>
      </dgm:t>
    </dgm:pt>
    <dgm:pt modelId="{14AFAF09-70DB-4AC7-8666-4EC39AF4A1F5}" type="sibTrans" cxnId="{2C55E89B-8447-4C6D-811B-5A807FA8D1C4}">
      <dgm:prSet/>
      <dgm:spPr/>
      <dgm:t>
        <a:bodyPr/>
        <a:lstStyle/>
        <a:p>
          <a:endParaRPr lang="en-US"/>
        </a:p>
      </dgm:t>
    </dgm:pt>
    <dgm:pt modelId="{C8B1148D-8709-499E-9E41-7B07CA31A130}">
      <dgm:prSet phldrT="[Text]"/>
      <dgm:spPr/>
      <dgm:t>
        <a:bodyPr/>
        <a:lstStyle/>
        <a:p>
          <a:r>
            <a:rPr lang="en-US" dirty="0"/>
            <a:t>Threat Intelligence $7.1</a:t>
          </a:r>
        </a:p>
      </dgm:t>
    </dgm:pt>
    <dgm:pt modelId="{568695E1-7A80-490C-BB73-D9A9D195D910}" type="parTrans" cxnId="{1AE0FE8F-9A07-4362-AB21-7004C0241E8E}">
      <dgm:prSet/>
      <dgm:spPr/>
      <dgm:t>
        <a:bodyPr/>
        <a:lstStyle/>
        <a:p>
          <a:endParaRPr lang="en-US"/>
        </a:p>
      </dgm:t>
    </dgm:pt>
    <dgm:pt modelId="{843B3FCC-1D07-4FE9-9DA8-6DFAC2FB05BB}" type="sibTrans" cxnId="{1AE0FE8F-9A07-4362-AB21-7004C0241E8E}">
      <dgm:prSet/>
      <dgm:spPr/>
      <dgm:t>
        <a:bodyPr/>
        <a:lstStyle/>
        <a:p>
          <a:endParaRPr lang="en-US"/>
        </a:p>
      </dgm:t>
    </dgm:pt>
    <dgm:pt modelId="{37269D46-F1B1-46CA-8DEA-AB05B664D1F5}">
      <dgm:prSet phldrT="[Text]"/>
      <dgm:spPr/>
      <dgm:t>
        <a:bodyPr/>
        <a:lstStyle/>
        <a:p>
          <a:r>
            <a:rPr lang="en-US" dirty="0"/>
            <a:t>Cloud App Security $2.7</a:t>
          </a:r>
        </a:p>
      </dgm:t>
    </dgm:pt>
    <dgm:pt modelId="{19C21D80-11F1-45C5-9F2F-B08497335D0B}" type="parTrans" cxnId="{40F2ECE9-CC02-459E-B9F6-5038EC2D1D8E}">
      <dgm:prSet/>
      <dgm:spPr/>
      <dgm:t>
        <a:bodyPr/>
        <a:lstStyle/>
        <a:p>
          <a:endParaRPr lang="en-US"/>
        </a:p>
      </dgm:t>
    </dgm:pt>
    <dgm:pt modelId="{DDBB2C3D-64F3-49A3-93C2-D052E08E36E6}" type="sibTrans" cxnId="{40F2ECE9-CC02-459E-B9F6-5038EC2D1D8E}">
      <dgm:prSet/>
      <dgm:spPr/>
      <dgm:t>
        <a:bodyPr/>
        <a:lstStyle/>
        <a:p>
          <a:endParaRPr lang="en-US"/>
        </a:p>
      </dgm:t>
    </dgm:pt>
    <dgm:pt modelId="{4969B159-E506-4C06-B81A-CF8513925B8B}">
      <dgm:prSet phldrT="[Text]"/>
      <dgm:spPr/>
      <dgm:t>
        <a:bodyPr/>
        <a:lstStyle/>
        <a:p>
          <a:r>
            <a:rPr lang="en-US" dirty="0"/>
            <a:t>ATP Windows $4.6</a:t>
          </a:r>
        </a:p>
      </dgm:t>
    </dgm:pt>
    <dgm:pt modelId="{AFE16428-B204-421D-9D3E-5358C61D0545}" type="parTrans" cxnId="{9ED81B47-88D3-487F-8DC9-6559746A4ABC}">
      <dgm:prSet/>
      <dgm:spPr/>
      <dgm:t>
        <a:bodyPr/>
        <a:lstStyle/>
        <a:p>
          <a:endParaRPr lang="en-US"/>
        </a:p>
      </dgm:t>
    </dgm:pt>
    <dgm:pt modelId="{76B7F1D9-6489-467F-A2CE-6F2CF856E2AB}" type="sibTrans" cxnId="{9ED81B47-88D3-487F-8DC9-6559746A4ABC}">
      <dgm:prSet/>
      <dgm:spPr/>
      <dgm:t>
        <a:bodyPr/>
        <a:lstStyle/>
        <a:p>
          <a:endParaRPr lang="en-US"/>
        </a:p>
      </dgm:t>
    </dgm:pt>
    <dgm:pt modelId="{EF5DDFFB-F365-4CEF-998D-CA3D4EA46557}" type="pres">
      <dgm:prSet presAssocID="{76CDF6DB-A38D-4CEE-B748-30E6903483FE}" presName="linear" presStyleCnt="0">
        <dgm:presLayoutVars>
          <dgm:animLvl val="lvl"/>
          <dgm:resizeHandles val="exact"/>
        </dgm:presLayoutVars>
      </dgm:prSet>
      <dgm:spPr/>
    </dgm:pt>
    <dgm:pt modelId="{7C245BBE-E4B9-4D87-835A-66AE8FB20496}" type="pres">
      <dgm:prSet presAssocID="{8FB3B7A5-2C1D-4C5C-B086-F6FEC5F76204}" presName="parentText" presStyleLbl="node1" presStyleIdx="0" presStyleCnt="4">
        <dgm:presLayoutVars>
          <dgm:chMax val="0"/>
          <dgm:bulletEnabled val="1"/>
        </dgm:presLayoutVars>
      </dgm:prSet>
      <dgm:spPr/>
    </dgm:pt>
    <dgm:pt modelId="{0C86D695-E8EF-43A4-9CDE-9C5E91D5D90E}" type="pres">
      <dgm:prSet presAssocID="{14AFAF09-70DB-4AC7-8666-4EC39AF4A1F5}" presName="spacer" presStyleCnt="0"/>
      <dgm:spPr/>
    </dgm:pt>
    <dgm:pt modelId="{CD7E7925-B2AA-43D2-8D38-9FCAFD25948C}" type="pres">
      <dgm:prSet presAssocID="{4969B159-E506-4C06-B81A-CF8513925B8B}" presName="parentText" presStyleLbl="node1" presStyleIdx="1" presStyleCnt="4">
        <dgm:presLayoutVars>
          <dgm:chMax val="0"/>
          <dgm:bulletEnabled val="1"/>
        </dgm:presLayoutVars>
      </dgm:prSet>
      <dgm:spPr/>
    </dgm:pt>
    <dgm:pt modelId="{34DF855C-07EF-486A-A4FE-5A543D3434F9}" type="pres">
      <dgm:prSet presAssocID="{76B7F1D9-6489-467F-A2CE-6F2CF856E2AB}" presName="spacer" presStyleCnt="0"/>
      <dgm:spPr/>
    </dgm:pt>
    <dgm:pt modelId="{7137E402-C2A8-4F62-8E7C-BAE40451310B}" type="pres">
      <dgm:prSet presAssocID="{C8B1148D-8709-499E-9E41-7B07CA31A130}" presName="parentText" presStyleLbl="node1" presStyleIdx="2" presStyleCnt="4">
        <dgm:presLayoutVars>
          <dgm:chMax val="0"/>
          <dgm:bulletEnabled val="1"/>
        </dgm:presLayoutVars>
      </dgm:prSet>
      <dgm:spPr/>
    </dgm:pt>
    <dgm:pt modelId="{953A0A3A-EE05-4672-B4DD-6B844DD22A0C}" type="pres">
      <dgm:prSet presAssocID="{843B3FCC-1D07-4FE9-9DA8-6DFAC2FB05BB}" presName="spacer" presStyleCnt="0"/>
      <dgm:spPr/>
    </dgm:pt>
    <dgm:pt modelId="{CB24D577-AFB8-4C51-ADED-C14A38A63FA0}" type="pres">
      <dgm:prSet presAssocID="{37269D46-F1B1-46CA-8DEA-AB05B664D1F5}" presName="parentText" presStyleLbl="node1" presStyleIdx="3" presStyleCnt="4">
        <dgm:presLayoutVars>
          <dgm:chMax val="0"/>
          <dgm:bulletEnabled val="1"/>
        </dgm:presLayoutVars>
      </dgm:prSet>
      <dgm:spPr/>
    </dgm:pt>
  </dgm:ptLst>
  <dgm:cxnLst>
    <dgm:cxn modelId="{BD378336-8819-480A-A12C-D1B83B3E327A}" type="presOf" srcId="{8FB3B7A5-2C1D-4C5C-B086-F6FEC5F76204}" destId="{7C245BBE-E4B9-4D87-835A-66AE8FB20496}" srcOrd="0" destOrd="0" presId="urn:microsoft.com/office/officeart/2005/8/layout/vList2"/>
    <dgm:cxn modelId="{9ED81B47-88D3-487F-8DC9-6559746A4ABC}" srcId="{76CDF6DB-A38D-4CEE-B748-30E6903483FE}" destId="{4969B159-E506-4C06-B81A-CF8513925B8B}" srcOrd="1" destOrd="0" parTransId="{AFE16428-B204-421D-9D3E-5358C61D0545}" sibTransId="{76B7F1D9-6489-467F-A2CE-6F2CF856E2AB}"/>
    <dgm:cxn modelId="{859E9254-3E2C-49F1-9501-2E5C2D9BA693}" type="presOf" srcId="{37269D46-F1B1-46CA-8DEA-AB05B664D1F5}" destId="{CB24D577-AFB8-4C51-ADED-C14A38A63FA0}" srcOrd="0" destOrd="0" presId="urn:microsoft.com/office/officeart/2005/8/layout/vList2"/>
    <dgm:cxn modelId="{C0050559-93BD-4F36-B256-10D799E81110}" type="presOf" srcId="{76CDF6DB-A38D-4CEE-B748-30E6903483FE}" destId="{EF5DDFFB-F365-4CEF-998D-CA3D4EA46557}" srcOrd="0" destOrd="0" presId="urn:microsoft.com/office/officeart/2005/8/layout/vList2"/>
    <dgm:cxn modelId="{F7E6578C-4BFC-4084-9573-89BCF5DD8C67}" type="presOf" srcId="{C8B1148D-8709-499E-9E41-7B07CA31A130}" destId="{7137E402-C2A8-4F62-8E7C-BAE40451310B}" srcOrd="0" destOrd="0" presId="urn:microsoft.com/office/officeart/2005/8/layout/vList2"/>
    <dgm:cxn modelId="{1AE0FE8F-9A07-4362-AB21-7004C0241E8E}" srcId="{76CDF6DB-A38D-4CEE-B748-30E6903483FE}" destId="{C8B1148D-8709-499E-9E41-7B07CA31A130}" srcOrd="2" destOrd="0" parTransId="{568695E1-7A80-490C-BB73-D9A9D195D910}" sibTransId="{843B3FCC-1D07-4FE9-9DA8-6DFAC2FB05BB}"/>
    <dgm:cxn modelId="{2C55E89B-8447-4C6D-811B-5A807FA8D1C4}" srcId="{76CDF6DB-A38D-4CEE-B748-30E6903483FE}" destId="{8FB3B7A5-2C1D-4C5C-B086-F6FEC5F76204}" srcOrd="0" destOrd="0" parTransId="{2E95EFED-FDDB-4675-A05C-D8B8042B154B}" sibTransId="{14AFAF09-70DB-4AC7-8666-4EC39AF4A1F5}"/>
    <dgm:cxn modelId="{82BAC0CC-5FA5-4C84-BE1D-5AEE9C3479EE}" type="presOf" srcId="{4969B159-E506-4C06-B81A-CF8513925B8B}" destId="{CD7E7925-B2AA-43D2-8D38-9FCAFD25948C}" srcOrd="0" destOrd="0" presId="urn:microsoft.com/office/officeart/2005/8/layout/vList2"/>
    <dgm:cxn modelId="{40F2ECE9-CC02-459E-B9F6-5038EC2D1D8E}" srcId="{76CDF6DB-A38D-4CEE-B748-30E6903483FE}" destId="{37269D46-F1B1-46CA-8DEA-AB05B664D1F5}" srcOrd="3" destOrd="0" parTransId="{19C21D80-11F1-45C5-9F2F-B08497335D0B}" sibTransId="{DDBB2C3D-64F3-49A3-93C2-D052E08E36E6}"/>
    <dgm:cxn modelId="{DAC1AA0A-9F05-4E98-B9D7-19AA738766C1}" type="presParOf" srcId="{EF5DDFFB-F365-4CEF-998D-CA3D4EA46557}" destId="{7C245BBE-E4B9-4D87-835A-66AE8FB20496}" srcOrd="0" destOrd="0" presId="urn:microsoft.com/office/officeart/2005/8/layout/vList2"/>
    <dgm:cxn modelId="{F1D639FF-FD2B-4DD9-A4CF-8CBBA4B625AD}" type="presParOf" srcId="{EF5DDFFB-F365-4CEF-998D-CA3D4EA46557}" destId="{0C86D695-E8EF-43A4-9CDE-9C5E91D5D90E}" srcOrd="1" destOrd="0" presId="urn:microsoft.com/office/officeart/2005/8/layout/vList2"/>
    <dgm:cxn modelId="{C9E6FC41-90B2-41FB-BE84-8BDFFDB8DB4C}" type="presParOf" srcId="{EF5DDFFB-F365-4CEF-998D-CA3D4EA46557}" destId="{CD7E7925-B2AA-43D2-8D38-9FCAFD25948C}" srcOrd="2" destOrd="0" presId="urn:microsoft.com/office/officeart/2005/8/layout/vList2"/>
    <dgm:cxn modelId="{89BD8B87-B027-4CFA-9A25-A4312A42C744}" type="presParOf" srcId="{EF5DDFFB-F365-4CEF-998D-CA3D4EA46557}" destId="{34DF855C-07EF-486A-A4FE-5A543D3434F9}" srcOrd="3" destOrd="0" presId="urn:microsoft.com/office/officeart/2005/8/layout/vList2"/>
    <dgm:cxn modelId="{AF0AF0DA-A0E6-4F20-B3F5-FDA03E567BB9}" type="presParOf" srcId="{EF5DDFFB-F365-4CEF-998D-CA3D4EA46557}" destId="{7137E402-C2A8-4F62-8E7C-BAE40451310B}" srcOrd="4" destOrd="0" presId="urn:microsoft.com/office/officeart/2005/8/layout/vList2"/>
    <dgm:cxn modelId="{7D358805-6582-4F36-903E-9A79F36753B5}" type="presParOf" srcId="{EF5DDFFB-F365-4CEF-998D-CA3D4EA46557}" destId="{953A0A3A-EE05-4672-B4DD-6B844DD22A0C}" srcOrd="5" destOrd="0" presId="urn:microsoft.com/office/officeart/2005/8/layout/vList2"/>
    <dgm:cxn modelId="{F92D6E2C-BC3E-4598-A3D2-0A4BF18AF77D}" type="presParOf" srcId="{EF5DDFFB-F365-4CEF-998D-CA3D4EA46557}" destId="{CB24D577-AFB8-4C51-ADED-C14A38A63FA0}"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CDF6DB-A38D-4CEE-B748-30E6903483FE}" type="doc">
      <dgm:prSet loTypeId="urn:microsoft.com/office/officeart/2005/8/layout/vList2" loCatId="list" qsTypeId="urn:microsoft.com/office/officeart/2005/8/quickstyle/simple5" qsCatId="simple" csTypeId="urn:microsoft.com/office/officeart/2005/8/colors/accent2_2" csCatId="accent2" phldr="1"/>
      <dgm:spPr/>
    </dgm:pt>
    <dgm:pt modelId="{8FB3B7A5-2C1D-4C5C-B086-F6FEC5F76204}">
      <dgm:prSet phldrT="[Text]"/>
      <dgm:spPr/>
      <dgm:t>
        <a:bodyPr/>
        <a:lstStyle/>
        <a:p>
          <a:r>
            <a:rPr lang="en-US" dirty="0"/>
            <a:t>Power BI $8.8</a:t>
          </a:r>
        </a:p>
      </dgm:t>
    </dgm:pt>
    <dgm:pt modelId="{2E95EFED-FDDB-4675-A05C-D8B8042B154B}" type="parTrans" cxnId="{2C55E89B-8447-4C6D-811B-5A807FA8D1C4}">
      <dgm:prSet/>
      <dgm:spPr/>
      <dgm:t>
        <a:bodyPr/>
        <a:lstStyle/>
        <a:p>
          <a:endParaRPr lang="en-US"/>
        </a:p>
      </dgm:t>
    </dgm:pt>
    <dgm:pt modelId="{14AFAF09-70DB-4AC7-8666-4EC39AF4A1F5}" type="sibTrans" cxnId="{2C55E89B-8447-4C6D-811B-5A807FA8D1C4}">
      <dgm:prSet/>
      <dgm:spPr/>
      <dgm:t>
        <a:bodyPr/>
        <a:lstStyle/>
        <a:p>
          <a:endParaRPr lang="en-US"/>
        </a:p>
      </dgm:t>
    </dgm:pt>
    <dgm:pt modelId="{C8B1148D-8709-499E-9E41-7B07CA31A130}">
      <dgm:prSet phldrT="[Text]"/>
      <dgm:spPr/>
      <dgm:t>
        <a:bodyPr/>
        <a:lstStyle/>
        <a:p>
          <a:r>
            <a:rPr lang="en-US" dirty="0"/>
            <a:t>Azure ATP  $2.0</a:t>
          </a:r>
        </a:p>
      </dgm:t>
    </dgm:pt>
    <dgm:pt modelId="{568695E1-7A80-490C-BB73-D9A9D195D910}" type="parTrans" cxnId="{1AE0FE8F-9A07-4362-AB21-7004C0241E8E}">
      <dgm:prSet/>
      <dgm:spPr/>
      <dgm:t>
        <a:bodyPr/>
        <a:lstStyle/>
        <a:p>
          <a:endParaRPr lang="en-US"/>
        </a:p>
      </dgm:t>
    </dgm:pt>
    <dgm:pt modelId="{843B3FCC-1D07-4FE9-9DA8-6DFAC2FB05BB}" type="sibTrans" cxnId="{1AE0FE8F-9A07-4362-AB21-7004C0241E8E}">
      <dgm:prSet/>
      <dgm:spPr/>
      <dgm:t>
        <a:bodyPr/>
        <a:lstStyle/>
        <a:p>
          <a:endParaRPr lang="en-US"/>
        </a:p>
      </dgm:t>
    </dgm:pt>
    <dgm:pt modelId="{37269D46-F1B1-46CA-8DEA-AB05B664D1F5}">
      <dgm:prSet phldrT="[Text]"/>
      <dgm:spPr/>
      <dgm:t>
        <a:bodyPr/>
        <a:lstStyle/>
        <a:p>
          <a:r>
            <a:rPr lang="en-US" dirty="0"/>
            <a:t>Office365 Cloud App Security $2.7</a:t>
          </a:r>
        </a:p>
      </dgm:t>
    </dgm:pt>
    <dgm:pt modelId="{19C21D80-11F1-45C5-9F2F-B08497335D0B}" type="parTrans" cxnId="{40F2ECE9-CC02-459E-B9F6-5038EC2D1D8E}">
      <dgm:prSet/>
      <dgm:spPr/>
      <dgm:t>
        <a:bodyPr/>
        <a:lstStyle/>
        <a:p>
          <a:endParaRPr lang="en-US"/>
        </a:p>
      </dgm:t>
    </dgm:pt>
    <dgm:pt modelId="{DDBB2C3D-64F3-49A3-93C2-D052E08E36E6}" type="sibTrans" cxnId="{40F2ECE9-CC02-459E-B9F6-5038EC2D1D8E}">
      <dgm:prSet/>
      <dgm:spPr/>
      <dgm:t>
        <a:bodyPr/>
        <a:lstStyle/>
        <a:p>
          <a:endParaRPr lang="en-US"/>
        </a:p>
      </dgm:t>
    </dgm:pt>
    <dgm:pt modelId="{333CD86A-91A8-4AAC-83E8-A0542846BCBF}">
      <dgm:prSet phldrT="[Text]"/>
      <dgm:spPr/>
      <dgm:t>
        <a:bodyPr/>
        <a:lstStyle/>
        <a:p>
          <a:r>
            <a:rPr lang="en-US" dirty="0"/>
            <a:t>Microsoft Phone System $7.04</a:t>
          </a:r>
        </a:p>
      </dgm:t>
    </dgm:pt>
    <dgm:pt modelId="{38A7A58E-CFA2-4F73-8405-A52914E10AEF}" type="parTrans" cxnId="{64A64A8E-0CFD-4713-9E22-17B3870B0EC8}">
      <dgm:prSet/>
      <dgm:spPr/>
      <dgm:t>
        <a:bodyPr/>
        <a:lstStyle/>
        <a:p>
          <a:endParaRPr lang="en-US"/>
        </a:p>
      </dgm:t>
    </dgm:pt>
    <dgm:pt modelId="{BA94CBAB-41AB-467B-886D-ACCA2C1DB0B4}" type="sibTrans" cxnId="{64A64A8E-0CFD-4713-9E22-17B3870B0EC8}">
      <dgm:prSet/>
      <dgm:spPr/>
      <dgm:t>
        <a:bodyPr/>
        <a:lstStyle/>
        <a:p>
          <a:endParaRPr lang="en-US"/>
        </a:p>
      </dgm:t>
    </dgm:pt>
    <dgm:pt modelId="{3DBDE3E4-B376-4345-8826-BAB230C3156F}">
      <dgm:prSet phldrT="[Text]"/>
      <dgm:spPr/>
      <dgm:t>
        <a:bodyPr/>
        <a:lstStyle/>
        <a:p>
          <a:r>
            <a:rPr lang="en-US" dirty="0"/>
            <a:t>Information Protection P2 $2.7</a:t>
          </a:r>
        </a:p>
      </dgm:t>
    </dgm:pt>
    <dgm:pt modelId="{EB6BDAD8-A34F-4CE1-BDD7-F654834A9A0D}" type="parTrans" cxnId="{2A487D3C-CBA7-47AE-9E08-0293E2F97B2B}">
      <dgm:prSet/>
      <dgm:spPr/>
      <dgm:t>
        <a:bodyPr/>
        <a:lstStyle/>
        <a:p>
          <a:endParaRPr lang="en-US"/>
        </a:p>
      </dgm:t>
    </dgm:pt>
    <dgm:pt modelId="{D98A8B0B-9A93-4AE8-AE1B-66408D682650}" type="sibTrans" cxnId="{2A487D3C-CBA7-47AE-9E08-0293E2F97B2B}">
      <dgm:prSet/>
      <dgm:spPr/>
      <dgm:t>
        <a:bodyPr/>
        <a:lstStyle/>
        <a:p>
          <a:endParaRPr lang="en-US"/>
        </a:p>
      </dgm:t>
    </dgm:pt>
    <dgm:pt modelId="{3F4DE5D1-FCF7-418E-9F18-1CCE79870E97}">
      <dgm:prSet phldrT="[Text]"/>
      <dgm:spPr/>
      <dgm:t>
        <a:bodyPr/>
        <a:lstStyle/>
        <a:p>
          <a:r>
            <a:rPr lang="en-US" dirty="0"/>
            <a:t>Active Directory Premium P2 $2.7</a:t>
          </a:r>
        </a:p>
      </dgm:t>
    </dgm:pt>
    <dgm:pt modelId="{0C3A38CB-6DA4-49CB-A7FF-2F9BC8CFAAED}" type="parTrans" cxnId="{8B5121B6-516E-44D1-B86D-E64EC92E9C09}">
      <dgm:prSet/>
      <dgm:spPr/>
      <dgm:t>
        <a:bodyPr/>
        <a:lstStyle/>
        <a:p>
          <a:endParaRPr lang="en-US"/>
        </a:p>
      </dgm:t>
    </dgm:pt>
    <dgm:pt modelId="{04819DCE-FAA6-44F8-985B-ABABFADFAEC5}" type="sibTrans" cxnId="{8B5121B6-516E-44D1-B86D-E64EC92E9C09}">
      <dgm:prSet/>
      <dgm:spPr/>
      <dgm:t>
        <a:bodyPr/>
        <a:lstStyle/>
        <a:p>
          <a:endParaRPr lang="en-US"/>
        </a:p>
      </dgm:t>
    </dgm:pt>
    <dgm:pt modelId="{343CA93A-DD59-4F6B-BAFB-B31BB60AD323}" type="pres">
      <dgm:prSet presAssocID="{76CDF6DB-A38D-4CEE-B748-30E6903483FE}" presName="linear" presStyleCnt="0">
        <dgm:presLayoutVars>
          <dgm:animLvl val="lvl"/>
          <dgm:resizeHandles val="exact"/>
        </dgm:presLayoutVars>
      </dgm:prSet>
      <dgm:spPr/>
    </dgm:pt>
    <dgm:pt modelId="{FB69831C-B576-4EB9-A1D4-8FF02B547283}" type="pres">
      <dgm:prSet presAssocID="{8FB3B7A5-2C1D-4C5C-B086-F6FEC5F76204}" presName="parentText" presStyleLbl="node1" presStyleIdx="0" presStyleCnt="6">
        <dgm:presLayoutVars>
          <dgm:chMax val="0"/>
          <dgm:bulletEnabled val="1"/>
        </dgm:presLayoutVars>
      </dgm:prSet>
      <dgm:spPr/>
    </dgm:pt>
    <dgm:pt modelId="{46F60563-A5CD-41C3-BA88-F815EEE34834}" type="pres">
      <dgm:prSet presAssocID="{14AFAF09-70DB-4AC7-8666-4EC39AF4A1F5}" presName="spacer" presStyleCnt="0"/>
      <dgm:spPr/>
    </dgm:pt>
    <dgm:pt modelId="{96AE0D8C-92C2-46D8-9761-6AF45B15D247}" type="pres">
      <dgm:prSet presAssocID="{C8B1148D-8709-499E-9E41-7B07CA31A130}" presName="parentText" presStyleLbl="node1" presStyleIdx="1" presStyleCnt="6">
        <dgm:presLayoutVars>
          <dgm:chMax val="0"/>
          <dgm:bulletEnabled val="1"/>
        </dgm:presLayoutVars>
      </dgm:prSet>
      <dgm:spPr/>
    </dgm:pt>
    <dgm:pt modelId="{88987E4D-CE92-4947-9A84-DF98518E2D5E}" type="pres">
      <dgm:prSet presAssocID="{843B3FCC-1D07-4FE9-9DA8-6DFAC2FB05BB}" presName="spacer" presStyleCnt="0"/>
      <dgm:spPr/>
    </dgm:pt>
    <dgm:pt modelId="{6B7E30BE-FCBA-4405-A75D-E1042F9D6B39}" type="pres">
      <dgm:prSet presAssocID="{37269D46-F1B1-46CA-8DEA-AB05B664D1F5}" presName="parentText" presStyleLbl="node1" presStyleIdx="2" presStyleCnt="6">
        <dgm:presLayoutVars>
          <dgm:chMax val="0"/>
          <dgm:bulletEnabled val="1"/>
        </dgm:presLayoutVars>
      </dgm:prSet>
      <dgm:spPr/>
    </dgm:pt>
    <dgm:pt modelId="{FF9BCF96-139C-479B-8F0B-E6C1BF491F32}" type="pres">
      <dgm:prSet presAssocID="{DDBB2C3D-64F3-49A3-93C2-D052E08E36E6}" presName="spacer" presStyleCnt="0"/>
      <dgm:spPr/>
    </dgm:pt>
    <dgm:pt modelId="{37D6BE29-E973-4E80-BAB3-AAD49F0238E3}" type="pres">
      <dgm:prSet presAssocID="{333CD86A-91A8-4AAC-83E8-A0542846BCBF}" presName="parentText" presStyleLbl="node1" presStyleIdx="3" presStyleCnt="6">
        <dgm:presLayoutVars>
          <dgm:chMax val="0"/>
          <dgm:bulletEnabled val="1"/>
        </dgm:presLayoutVars>
      </dgm:prSet>
      <dgm:spPr/>
    </dgm:pt>
    <dgm:pt modelId="{71D14DED-3255-4EEB-B209-DE07EE57C623}" type="pres">
      <dgm:prSet presAssocID="{BA94CBAB-41AB-467B-886D-ACCA2C1DB0B4}" presName="spacer" presStyleCnt="0"/>
      <dgm:spPr/>
    </dgm:pt>
    <dgm:pt modelId="{B19CB8D6-9E18-40BB-893D-97BC5D0841E6}" type="pres">
      <dgm:prSet presAssocID="{3DBDE3E4-B376-4345-8826-BAB230C3156F}" presName="parentText" presStyleLbl="node1" presStyleIdx="4" presStyleCnt="6">
        <dgm:presLayoutVars>
          <dgm:chMax val="0"/>
          <dgm:bulletEnabled val="1"/>
        </dgm:presLayoutVars>
      </dgm:prSet>
      <dgm:spPr/>
    </dgm:pt>
    <dgm:pt modelId="{AC067C62-A00B-4114-A168-CF88AB30B78D}" type="pres">
      <dgm:prSet presAssocID="{D98A8B0B-9A93-4AE8-AE1B-66408D682650}" presName="spacer" presStyleCnt="0"/>
      <dgm:spPr/>
    </dgm:pt>
    <dgm:pt modelId="{497329A5-C9F8-4817-AF41-0569018E57F5}" type="pres">
      <dgm:prSet presAssocID="{3F4DE5D1-FCF7-418E-9F18-1CCE79870E97}" presName="parentText" presStyleLbl="node1" presStyleIdx="5" presStyleCnt="6">
        <dgm:presLayoutVars>
          <dgm:chMax val="0"/>
          <dgm:bulletEnabled val="1"/>
        </dgm:presLayoutVars>
      </dgm:prSet>
      <dgm:spPr/>
    </dgm:pt>
  </dgm:ptLst>
  <dgm:cxnLst>
    <dgm:cxn modelId="{2A487D3C-CBA7-47AE-9E08-0293E2F97B2B}" srcId="{76CDF6DB-A38D-4CEE-B748-30E6903483FE}" destId="{3DBDE3E4-B376-4345-8826-BAB230C3156F}" srcOrd="4" destOrd="0" parTransId="{EB6BDAD8-A34F-4CE1-BDD7-F654834A9A0D}" sibTransId="{D98A8B0B-9A93-4AE8-AE1B-66408D682650}"/>
    <dgm:cxn modelId="{EC214B3D-3E27-4FA3-B61E-61EA32732D78}" type="presOf" srcId="{37269D46-F1B1-46CA-8DEA-AB05B664D1F5}" destId="{6B7E30BE-FCBA-4405-A75D-E1042F9D6B39}" srcOrd="0" destOrd="0" presId="urn:microsoft.com/office/officeart/2005/8/layout/vList2"/>
    <dgm:cxn modelId="{E7D66065-05A9-43C6-ACDC-304C230B7B89}" type="presOf" srcId="{76CDF6DB-A38D-4CEE-B748-30E6903483FE}" destId="{343CA93A-DD59-4F6B-BAFB-B31BB60AD323}" srcOrd="0" destOrd="0" presId="urn:microsoft.com/office/officeart/2005/8/layout/vList2"/>
    <dgm:cxn modelId="{4F31C66C-4F50-4915-8AA3-DC2F38812592}" type="presOf" srcId="{8FB3B7A5-2C1D-4C5C-B086-F6FEC5F76204}" destId="{FB69831C-B576-4EB9-A1D4-8FF02B547283}" srcOrd="0" destOrd="0" presId="urn:microsoft.com/office/officeart/2005/8/layout/vList2"/>
    <dgm:cxn modelId="{64A64A8E-0CFD-4713-9E22-17B3870B0EC8}" srcId="{76CDF6DB-A38D-4CEE-B748-30E6903483FE}" destId="{333CD86A-91A8-4AAC-83E8-A0542846BCBF}" srcOrd="3" destOrd="0" parTransId="{38A7A58E-CFA2-4F73-8405-A52914E10AEF}" sibTransId="{BA94CBAB-41AB-467B-886D-ACCA2C1DB0B4}"/>
    <dgm:cxn modelId="{1AE0FE8F-9A07-4362-AB21-7004C0241E8E}" srcId="{76CDF6DB-A38D-4CEE-B748-30E6903483FE}" destId="{C8B1148D-8709-499E-9E41-7B07CA31A130}" srcOrd="1" destOrd="0" parTransId="{568695E1-7A80-490C-BB73-D9A9D195D910}" sibTransId="{843B3FCC-1D07-4FE9-9DA8-6DFAC2FB05BB}"/>
    <dgm:cxn modelId="{87EE7D98-0540-439E-A93E-80BE4ED6C23D}" type="presOf" srcId="{C8B1148D-8709-499E-9E41-7B07CA31A130}" destId="{96AE0D8C-92C2-46D8-9761-6AF45B15D247}" srcOrd="0" destOrd="0" presId="urn:microsoft.com/office/officeart/2005/8/layout/vList2"/>
    <dgm:cxn modelId="{2C55E89B-8447-4C6D-811B-5A807FA8D1C4}" srcId="{76CDF6DB-A38D-4CEE-B748-30E6903483FE}" destId="{8FB3B7A5-2C1D-4C5C-B086-F6FEC5F76204}" srcOrd="0" destOrd="0" parTransId="{2E95EFED-FDDB-4675-A05C-D8B8042B154B}" sibTransId="{14AFAF09-70DB-4AC7-8666-4EC39AF4A1F5}"/>
    <dgm:cxn modelId="{D83287AA-AFB1-48C5-AB81-7E5EF716FB32}" type="presOf" srcId="{3F4DE5D1-FCF7-418E-9F18-1CCE79870E97}" destId="{497329A5-C9F8-4817-AF41-0569018E57F5}" srcOrd="0" destOrd="0" presId="urn:microsoft.com/office/officeart/2005/8/layout/vList2"/>
    <dgm:cxn modelId="{141B86B2-F896-4607-A683-422FC9AF33E1}" type="presOf" srcId="{3DBDE3E4-B376-4345-8826-BAB230C3156F}" destId="{B19CB8D6-9E18-40BB-893D-97BC5D0841E6}" srcOrd="0" destOrd="0" presId="urn:microsoft.com/office/officeart/2005/8/layout/vList2"/>
    <dgm:cxn modelId="{8B5121B6-516E-44D1-B86D-E64EC92E9C09}" srcId="{76CDF6DB-A38D-4CEE-B748-30E6903483FE}" destId="{3F4DE5D1-FCF7-418E-9F18-1CCE79870E97}" srcOrd="5" destOrd="0" parTransId="{0C3A38CB-6DA4-49CB-A7FF-2F9BC8CFAAED}" sibTransId="{04819DCE-FAA6-44F8-985B-ABABFADFAEC5}"/>
    <dgm:cxn modelId="{E1663BB6-B0A0-4B55-930F-A86BF38353DA}" type="presOf" srcId="{333CD86A-91A8-4AAC-83E8-A0542846BCBF}" destId="{37D6BE29-E973-4E80-BAB3-AAD49F0238E3}" srcOrd="0" destOrd="0" presId="urn:microsoft.com/office/officeart/2005/8/layout/vList2"/>
    <dgm:cxn modelId="{40F2ECE9-CC02-459E-B9F6-5038EC2D1D8E}" srcId="{76CDF6DB-A38D-4CEE-B748-30E6903483FE}" destId="{37269D46-F1B1-46CA-8DEA-AB05B664D1F5}" srcOrd="2" destOrd="0" parTransId="{19C21D80-11F1-45C5-9F2F-B08497335D0B}" sibTransId="{DDBB2C3D-64F3-49A3-93C2-D052E08E36E6}"/>
    <dgm:cxn modelId="{28EA6A1B-AC79-4545-8622-7884A35E677D}" type="presParOf" srcId="{343CA93A-DD59-4F6B-BAFB-B31BB60AD323}" destId="{FB69831C-B576-4EB9-A1D4-8FF02B547283}" srcOrd="0" destOrd="0" presId="urn:microsoft.com/office/officeart/2005/8/layout/vList2"/>
    <dgm:cxn modelId="{9FE10956-D290-495C-A2D9-36D615ED72B3}" type="presParOf" srcId="{343CA93A-DD59-4F6B-BAFB-B31BB60AD323}" destId="{46F60563-A5CD-41C3-BA88-F815EEE34834}" srcOrd="1" destOrd="0" presId="urn:microsoft.com/office/officeart/2005/8/layout/vList2"/>
    <dgm:cxn modelId="{DFFACAB6-DEE2-4D5F-B194-71A27CF8821A}" type="presParOf" srcId="{343CA93A-DD59-4F6B-BAFB-B31BB60AD323}" destId="{96AE0D8C-92C2-46D8-9761-6AF45B15D247}" srcOrd="2" destOrd="0" presId="urn:microsoft.com/office/officeart/2005/8/layout/vList2"/>
    <dgm:cxn modelId="{CFA1708B-E0F4-4A25-B6A0-EAFB33A83D11}" type="presParOf" srcId="{343CA93A-DD59-4F6B-BAFB-B31BB60AD323}" destId="{88987E4D-CE92-4947-9A84-DF98518E2D5E}" srcOrd="3" destOrd="0" presId="urn:microsoft.com/office/officeart/2005/8/layout/vList2"/>
    <dgm:cxn modelId="{222A89E6-7CAD-42C8-8F53-2B824185EADF}" type="presParOf" srcId="{343CA93A-DD59-4F6B-BAFB-B31BB60AD323}" destId="{6B7E30BE-FCBA-4405-A75D-E1042F9D6B39}" srcOrd="4" destOrd="0" presId="urn:microsoft.com/office/officeart/2005/8/layout/vList2"/>
    <dgm:cxn modelId="{BCAF1DCB-2E8D-47EF-8F56-9B797CF731DB}" type="presParOf" srcId="{343CA93A-DD59-4F6B-BAFB-B31BB60AD323}" destId="{FF9BCF96-139C-479B-8F0B-E6C1BF491F32}" srcOrd="5" destOrd="0" presId="urn:microsoft.com/office/officeart/2005/8/layout/vList2"/>
    <dgm:cxn modelId="{EC10C4E4-77DF-45EE-B144-3DA75426F574}" type="presParOf" srcId="{343CA93A-DD59-4F6B-BAFB-B31BB60AD323}" destId="{37D6BE29-E973-4E80-BAB3-AAD49F0238E3}" srcOrd="6" destOrd="0" presId="urn:microsoft.com/office/officeart/2005/8/layout/vList2"/>
    <dgm:cxn modelId="{06D8E0D3-9D3C-45F6-BFD3-B45FBCF984EA}" type="presParOf" srcId="{343CA93A-DD59-4F6B-BAFB-B31BB60AD323}" destId="{71D14DED-3255-4EEB-B209-DE07EE57C623}" srcOrd="7" destOrd="0" presId="urn:microsoft.com/office/officeart/2005/8/layout/vList2"/>
    <dgm:cxn modelId="{AE3D5F1A-5FC8-4EEC-9AFE-A68A22B2FBCB}" type="presParOf" srcId="{343CA93A-DD59-4F6B-BAFB-B31BB60AD323}" destId="{B19CB8D6-9E18-40BB-893D-97BC5D0841E6}" srcOrd="8" destOrd="0" presId="urn:microsoft.com/office/officeart/2005/8/layout/vList2"/>
    <dgm:cxn modelId="{9EDFCEB6-E1CE-4289-90A3-77496F3478BF}" type="presParOf" srcId="{343CA93A-DD59-4F6B-BAFB-B31BB60AD323}" destId="{AC067C62-A00B-4114-A168-CF88AB30B78D}" srcOrd="9" destOrd="0" presId="urn:microsoft.com/office/officeart/2005/8/layout/vList2"/>
    <dgm:cxn modelId="{FF7D2145-D7E6-4D62-B365-4B43D8B77299}" type="presParOf" srcId="{343CA93A-DD59-4F6B-BAFB-B31BB60AD323}" destId="{497329A5-C9F8-4817-AF41-0569018E57F5}" srcOrd="1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245BBE-E4B9-4D87-835A-66AE8FB20496}">
      <dsp:nvSpPr>
        <dsp:cNvPr id="0" name=""/>
        <dsp:cNvSpPr/>
      </dsp:nvSpPr>
      <dsp:spPr>
        <a:xfrm>
          <a:off x="0" y="13997"/>
          <a:ext cx="4710545" cy="69556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ATP Office365 $1.8</a:t>
          </a:r>
        </a:p>
      </dsp:txBody>
      <dsp:txXfrm>
        <a:off x="33955" y="47952"/>
        <a:ext cx="4642635" cy="627655"/>
      </dsp:txXfrm>
    </dsp:sp>
    <dsp:sp modelId="{CD7E7925-B2AA-43D2-8D38-9FCAFD25948C}">
      <dsp:nvSpPr>
        <dsp:cNvPr id="0" name=""/>
        <dsp:cNvSpPr/>
      </dsp:nvSpPr>
      <dsp:spPr>
        <a:xfrm>
          <a:off x="0" y="793082"/>
          <a:ext cx="4710545" cy="69556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ATP Windows $4.6</a:t>
          </a:r>
        </a:p>
      </dsp:txBody>
      <dsp:txXfrm>
        <a:off x="33955" y="827037"/>
        <a:ext cx="4642635" cy="627655"/>
      </dsp:txXfrm>
    </dsp:sp>
    <dsp:sp modelId="{7137E402-C2A8-4F62-8E7C-BAE40451310B}">
      <dsp:nvSpPr>
        <dsp:cNvPr id="0" name=""/>
        <dsp:cNvSpPr/>
      </dsp:nvSpPr>
      <dsp:spPr>
        <a:xfrm>
          <a:off x="0" y="1572167"/>
          <a:ext cx="4710545" cy="69556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Threat Intelligence $7.1</a:t>
          </a:r>
        </a:p>
      </dsp:txBody>
      <dsp:txXfrm>
        <a:off x="33955" y="1606122"/>
        <a:ext cx="4642635" cy="627655"/>
      </dsp:txXfrm>
    </dsp:sp>
    <dsp:sp modelId="{CB24D577-AFB8-4C51-ADED-C14A38A63FA0}">
      <dsp:nvSpPr>
        <dsp:cNvPr id="0" name=""/>
        <dsp:cNvSpPr/>
      </dsp:nvSpPr>
      <dsp:spPr>
        <a:xfrm>
          <a:off x="0" y="2351252"/>
          <a:ext cx="4710545" cy="69556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Cloud App Security $2.7</a:t>
          </a:r>
        </a:p>
      </dsp:txBody>
      <dsp:txXfrm>
        <a:off x="33955" y="2385207"/>
        <a:ext cx="4642635" cy="6276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69831C-B576-4EB9-A1D4-8FF02B547283}">
      <dsp:nvSpPr>
        <dsp:cNvPr id="0" name=""/>
        <dsp:cNvSpPr/>
      </dsp:nvSpPr>
      <dsp:spPr>
        <a:xfrm>
          <a:off x="0" y="3533"/>
          <a:ext cx="4710545" cy="4797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Power BI $8.8</a:t>
          </a:r>
        </a:p>
      </dsp:txBody>
      <dsp:txXfrm>
        <a:off x="23417" y="26950"/>
        <a:ext cx="4663711" cy="432866"/>
      </dsp:txXfrm>
    </dsp:sp>
    <dsp:sp modelId="{96AE0D8C-92C2-46D8-9761-6AF45B15D247}">
      <dsp:nvSpPr>
        <dsp:cNvPr id="0" name=""/>
        <dsp:cNvSpPr/>
      </dsp:nvSpPr>
      <dsp:spPr>
        <a:xfrm>
          <a:off x="0" y="540833"/>
          <a:ext cx="4710545" cy="4797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Azure ATP  $2.0</a:t>
          </a:r>
        </a:p>
      </dsp:txBody>
      <dsp:txXfrm>
        <a:off x="23417" y="564250"/>
        <a:ext cx="4663711" cy="432866"/>
      </dsp:txXfrm>
    </dsp:sp>
    <dsp:sp modelId="{6B7E30BE-FCBA-4405-A75D-E1042F9D6B39}">
      <dsp:nvSpPr>
        <dsp:cNvPr id="0" name=""/>
        <dsp:cNvSpPr/>
      </dsp:nvSpPr>
      <dsp:spPr>
        <a:xfrm>
          <a:off x="0" y="1078133"/>
          <a:ext cx="4710545" cy="4797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Office365 Cloud App Security $2.7</a:t>
          </a:r>
        </a:p>
      </dsp:txBody>
      <dsp:txXfrm>
        <a:off x="23417" y="1101550"/>
        <a:ext cx="4663711" cy="432866"/>
      </dsp:txXfrm>
    </dsp:sp>
    <dsp:sp modelId="{37D6BE29-E973-4E80-BAB3-AAD49F0238E3}">
      <dsp:nvSpPr>
        <dsp:cNvPr id="0" name=""/>
        <dsp:cNvSpPr/>
      </dsp:nvSpPr>
      <dsp:spPr>
        <a:xfrm>
          <a:off x="0" y="1615433"/>
          <a:ext cx="4710545" cy="4797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Microsoft Phone System $7.04</a:t>
          </a:r>
        </a:p>
      </dsp:txBody>
      <dsp:txXfrm>
        <a:off x="23417" y="1638850"/>
        <a:ext cx="4663711" cy="432866"/>
      </dsp:txXfrm>
    </dsp:sp>
    <dsp:sp modelId="{B19CB8D6-9E18-40BB-893D-97BC5D0841E6}">
      <dsp:nvSpPr>
        <dsp:cNvPr id="0" name=""/>
        <dsp:cNvSpPr/>
      </dsp:nvSpPr>
      <dsp:spPr>
        <a:xfrm>
          <a:off x="0" y="2152733"/>
          <a:ext cx="4710545" cy="4797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Information Protection P2 $2.7</a:t>
          </a:r>
        </a:p>
      </dsp:txBody>
      <dsp:txXfrm>
        <a:off x="23417" y="2176150"/>
        <a:ext cx="4663711" cy="432866"/>
      </dsp:txXfrm>
    </dsp:sp>
    <dsp:sp modelId="{497329A5-C9F8-4817-AF41-0569018E57F5}">
      <dsp:nvSpPr>
        <dsp:cNvPr id="0" name=""/>
        <dsp:cNvSpPr/>
      </dsp:nvSpPr>
      <dsp:spPr>
        <a:xfrm>
          <a:off x="0" y="2690033"/>
          <a:ext cx="4710545" cy="4797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Active Directory Premium P2 $2.7</a:t>
          </a:r>
        </a:p>
      </dsp:txBody>
      <dsp:txXfrm>
        <a:off x="23417" y="2713450"/>
        <a:ext cx="4663711" cy="43286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4F73158-3123-4F80-A512-D67BE4183FD1}" type="datetimeFigureOut">
              <a:rPr lang="en-US" smtClean="0"/>
              <a:t>1/20/2025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5B6BC29-7EAE-4415-AFA4-D68B6C779B61}" type="slidenum">
              <a:rPr lang="en-US" smtClean="0"/>
              <a:t>‹#›</a:t>
            </a:fld>
            <a:endParaRPr lang="en-US"/>
          </a:p>
        </p:txBody>
      </p:sp>
    </p:spTree>
    <p:extLst>
      <p:ext uri="{BB962C8B-B14F-4D97-AF65-F5344CB8AC3E}">
        <p14:creationId xmlns:p14="http://schemas.microsoft.com/office/powerpoint/2010/main" val="2198600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1/20/2025 12:17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905750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32742" rtl="0" eaLnBrk="1" fontAlgn="auto" latinLnBrk="0" hangingPunct="1">
              <a:lnSpc>
                <a:spcPct val="90000"/>
              </a:lnSpc>
              <a:spcBef>
                <a:spcPts val="0"/>
              </a:spcBef>
              <a:spcAft>
                <a:spcPts val="340"/>
              </a:spcAft>
              <a:buClrTx/>
              <a:buSzTx/>
              <a:buFontTx/>
              <a:buNone/>
              <a:tabLst/>
              <a:defRPr/>
            </a:pPr>
            <a:r>
              <a:rPr lang="en-US"/>
              <a:t>Be clear about how to position and pitch Intelligent Security Graph</a:t>
            </a:r>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1/20/2025 12:17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5847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leveraging the Microsoft Intelligent Security Graph, Microsoft’s threat protection services provide intelligence and integration across your organization’s entire threat protection stack to help address your biggest security concerns:</a:t>
            </a:r>
          </a:p>
          <a:p>
            <a:endParaRPr lang="en-US" dirty="0"/>
          </a:p>
          <a:p>
            <a:pPr marL="171450" indent="-171450">
              <a:buFont typeface="Arial" panose="020B0604020202020204" pitchFamily="34" charset="0"/>
              <a:buChar char="•"/>
            </a:pPr>
            <a:r>
              <a:rPr lang="en-US" dirty="0"/>
              <a:t>Gaining the ability to protect your business from advanced cyber attacks.</a:t>
            </a:r>
          </a:p>
          <a:p>
            <a:pPr marL="171450" indent="-171450">
              <a:buFont typeface="Arial" panose="020B0604020202020204" pitchFamily="34" charset="0"/>
              <a:buChar char="•"/>
            </a:pPr>
            <a:r>
              <a:rPr lang="en-US" dirty="0"/>
              <a:t>Having the capability to help detect suspicious behavior within the organization.</a:t>
            </a:r>
          </a:p>
          <a:p>
            <a:pPr marL="171450" indent="-171450">
              <a:buFont typeface="Arial" panose="020B0604020202020204" pitchFamily="34" charset="0"/>
              <a:buChar char="•"/>
            </a:pPr>
            <a:r>
              <a:rPr lang="en-US" dirty="0"/>
              <a:t>Developing processes and having the tools to quickly respond to threats which enable damage control and limit the effects from an attack.</a:t>
            </a:r>
          </a:p>
          <a:p>
            <a:endParaRPr lang="en-US" dirty="0"/>
          </a:p>
          <a:p>
            <a:r>
              <a:rPr lang="en-US" dirty="0"/>
              <a:t>With the ability to protect, detect, and respond, to the growing and evolving cyber threat landscape, your organization can immediately enjoy greater security and focus on tasks which are fundamental to your business rather than worry about being impacted by a cyber attack. </a:t>
            </a:r>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t>EMS Overview</a:t>
            </a: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2014 Microsoft Corporation. All rights reserved. Microsoft, Windows, Surface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09881F0D-E00C-468A-A908-E7F980115128}"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1/20/2025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77041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baseline="0" dirty="0"/>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MOTC - Confidential</a:t>
            </a:r>
          </a:p>
        </p:txBody>
      </p:sp>
      <p:sp>
        <p:nvSpPr>
          <p:cNvPr id="4" name="Slide Number Placeholder 3">
            <a:extLst>
              <a:ext uri="{FF2B5EF4-FFF2-40B4-BE49-F238E27FC236}">
                <a16:creationId xmlns:a16="http://schemas.microsoft.com/office/drawing/2014/main" id="{74B8D355-A3ED-4DF0-8C3F-E9A37412C7C1}"/>
              </a:ext>
            </a:extLst>
          </p:cNvPr>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6" name="Date Placeholder 5">
            <a:extLst>
              <a:ext uri="{FF2B5EF4-FFF2-40B4-BE49-F238E27FC236}">
                <a16:creationId xmlns:a16="http://schemas.microsoft.com/office/drawing/2014/main" id="{DE298974-844A-4560-983F-A29593D583A6}"/>
              </a:ext>
            </a:extLst>
          </p:cNvPr>
          <p:cNvSpPr>
            <a:spLocks noGrp="1"/>
          </p:cNvSpPr>
          <p:nvPr>
            <p:ph type="dt" idx="1"/>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7E2D35B9-DE27-4C58-A8E4-B46BEFDDCD84}"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1/20/2025 12:17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835798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0" i="0">
                <a:solidFill>
                  <a:srgbClr val="505050"/>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1600" b="0" i="0">
                <a:solidFill>
                  <a:srgbClr val="505050"/>
                </a:solidFill>
                <a:latin typeface="Arial Black"/>
                <a:cs typeface="Arial Blac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6E6E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950" b="0" i="0">
                <a:solidFill>
                  <a:srgbClr val="505050"/>
                </a:solidFill>
                <a:latin typeface="Arial Black"/>
                <a:cs typeface="Arial Black"/>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0" i="0">
                <a:solidFill>
                  <a:srgbClr val="505050"/>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EDF6D-ECB2-470B-AD88-E3CF62EC69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830ADC-600D-4514-BBDA-0591D5ACB3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4493B3-8D50-44C3-9A00-C8B90E8D93FD}"/>
              </a:ext>
            </a:extLst>
          </p:cNvPr>
          <p:cNvSpPr>
            <a:spLocks noGrp="1"/>
          </p:cNvSpPr>
          <p:nvPr>
            <p:ph type="dt" sz="half" idx="10"/>
          </p:nvPr>
        </p:nvSpPr>
        <p:spPr/>
        <p:txBody>
          <a:bodyPr/>
          <a:lstStyle/>
          <a:p>
            <a:fld id="{C65BD2AE-7E22-4BCC-9896-16802FE818C9}" type="datetimeFigureOut">
              <a:rPr lang="en-US" smtClean="0"/>
              <a:t>1/20/2025</a:t>
            </a:fld>
            <a:endParaRPr lang="en-US"/>
          </a:p>
        </p:txBody>
      </p:sp>
      <p:sp>
        <p:nvSpPr>
          <p:cNvPr id="5" name="Footer Placeholder 4">
            <a:extLst>
              <a:ext uri="{FF2B5EF4-FFF2-40B4-BE49-F238E27FC236}">
                <a16:creationId xmlns:a16="http://schemas.microsoft.com/office/drawing/2014/main" id="{72CB0553-2F59-47A9-8CDE-E25D3B07FD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02BD50-CD22-4B6F-B3D5-B61FB104157E}"/>
              </a:ext>
            </a:extLst>
          </p:cNvPr>
          <p:cNvSpPr>
            <a:spLocks noGrp="1"/>
          </p:cNvSpPr>
          <p:nvPr>
            <p:ph type="sldNum" sz="quarter" idx="12"/>
          </p:nvPr>
        </p:nvSpPr>
        <p:spPr/>
        <p:txBody>
          <a:bodyPr/>
          <a:lstStyle/>
          <a:p>
            <a:fld id="{270EE1D4-7434-48E9-8BEF-AF38E260A8DA}" type="slidenum">
              <a:rPr lang="en-US" smtClean="0"/>
              <a:t>‹#›</a:t>
            </a:fld>
            <a:endParaRPr lang="en-US"/>
          </a:p>
        </p:txBody>
      </p:sp>
    </p:spTree>
    <p:extLst>
      <p:ext uri="{BB962C8B-B14F-4D97-AF65-F5344CB8AC3E}">
        <p14:creationId xmlns:p14="http://schemas.microsoft.com/office/powerpoint/2010/main" val="2562240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EEB4B-ECA5-4A32-9218-E3B2326887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FD98EC-9C3C-4D9D-A89A-444204D96C3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081A91-E0CE-4590-B9AB-B826AE8EAC58}"/>
              </a:ext>
            </a:extLst>
          </p:cNvPr>
          <p:cNvSpPr>
            <a:spLocks noGrp="1"/>
          </p:cNvSpPr>
          <p:nvPr>
            <p:ph type="dt" sz="half" idx="10"/>
          </p:nvPr>
        </p:nvSpPr>
        <p:spPr/>
        <p:txBody>
          <a:bodyPr/>
          <a:lstStyle/>
          <a:p>
            <a:fld id="{C65BD2AE-7E22-4BCC-9896-16802FE818C9}" type="datetimeFigureOut">
              <a:rPr lang="en-US" smtClean="0"/>
              <a:t>1/20/2025</a:t>
            </a:fld>
            <a:endParaRPr lang="en-US"/>
          </a:p>
        </p:txBody>
      </p:sp>
      <p:sp>
        <p:nvSpPr>
          <p:cNvPr id="5" name="Footer Placeholder 4">
            <a:extLst>
              <a:ext uri="{FF2B5EF4-FFF2-40B4-BE49-F238E27FC236}">
                <a16:creationId xmlns:a16="http://schemas.microsoft.com/office/drawing/2014/main" id="{C64BAE63-DDC7-4B66-9004-63739394CF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BFD4B-3539-402A-AC82-76000803578E}"/>
              </a:ext>
            </a:extLst>
          </p:cNvPr>
          <p:cNvSpPr>
            <a:spLocks noGrp="1"/>
          </p:cNvSpPr>
          <p:nvPr>
            <p:ph type="sldNum" sz="quarter" idx="12"/>
          </p:nvPr>
        </p:nvSpPr>
        <p:spPr/>
        <p:txBody>
          <a:bodyPr/>
          <a:lstStyle/>
          <a:p>
            <a:fld id="{270EE1D4-7434-48E9-8BEF-AF38E260A8DA}" type="slidenum">
              <a:rPr lang="en-US" smtClean="0"/>
              <a:t>‹#›</a:t>
            </a:fld>
            <a:endParaRPr lang="en-US"/>
          </a:p>
        </p:txBody>
      </p:sp>
    </p:spTree>
    <p:extLst>
      <p:ext uri="{BB962C8B-B14F-4D97-AF65-F5344CB8AC3E}">
        <p14:creationId xmlns:p14="http://schemas.microsoft.com/office/powerpoint/2010/main" val="3005684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DC657-991E-4A82-9A17-C5F9B54607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F0233A-6CE4-4CF9-BBA4-7EBC5D5BBA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2291C1-CD8B-41EE-A140-E2C074F7D10D}"/>
              </a:ext>
            </a:extLst>
          </p:cNvPr>
          <p:cNvSpPr>
            <a:spLocks noGrp="1"/>
          </p:cNvSpPr>
          <p:nvPr>
            <p:ph type="dt" sz="half" idx="10"/>
          </p:nvPr>
        </p:nvSpPr>
        <p:spPr/>
        <p:txBody>
          <a:bodyPr/>
          <a:lstStyle/>
          <a:p>
            <a:fld id="{C65BD2AE-7E22-4BCC-9896-16802FE818C9}" type="datetimeFigureOut">
              <a:rPr lang="en-US" smtClean="0"/>
              <a:t>1/20/2025</a:t>
            </a:fld>
            <a:endParaRPr lang="en-US"/>
          </a:p>
        </p:txBody>
      </p:sp>
      <p:sp>
        <p:nvSpPr>
          <p:cNvPr id="5" name="Footer Placeholder 4">
            <a:extLst>
              <a:ext uri="{FF2B5EF4-FFF2-40B4-BE49-F238E27FC236}">
                <a16:creationId xmlns:a16="http://schemas.microsoft.com/office/drawing/2014/main" id="{36BECB6C-0A50-4720-9B7C-4DD422E0BE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300D0D-C2CC-4FFF-9ACC-F43256EB3F4D}"/>
              </a:ext>
            </a:extLst>
          </p:cNvPr>
          <p:cNvSpPr>
            <a:spLocks noGrp="1"/>
          </p:cNvSpPr>
          <p:nvPr>
            <p:ph type="sldNum" sz="quarter" idx="12"/>
          </p:nvPr>
        </p:nvSpPr>
        <p:spPr/>
        <p:txBody>
          <a:bodyPr/>
          <a:lstStyle/>
          <a:p>
            <a:fld id="{270EE1D4-7434-48E9-8BEF-AF38E260A8DA}" type="slidenum">
              <a:rPr lang="en-US" smtClean="0"/>
              <a:t>‹#›</a:t>
            </a:fld>
            <a:endParaRPr lang="en-US"/>
          </a:p>
        </p:txBody>
      </p:sp>
    </p:spTree>
    <p:extLst>
      <p:ext uri="{BB962C8B-B14F-4D97-AF65-F5344CB8AC3E}">
        <p14:creationId xmlns:p14="http://schemas.microsoft.com/office/powerpoint/2010/main" val="169514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DE69C-FFDC-46B3-8D21-CA935F5B74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1F58B-FB8D-4045-A749-8AE4A2AFD8F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30BA93-61E6-4EF5-8E45-44F6FBA7DD5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254D0E-C156-4F16-BC2F-E10AA5A9112D}"/>
              </a:ext>
            </a:extLst>
          </p:cNvPr>
          <p:cNvSpPr>
            <a:spLocks noGrp="1"/>
          </p:cNvSpPr>
          <p:nvPr>
            <p:ph type="dt" sz="half" idx="10"/>
          </p:nvPr>
        </p:nvSpPr>
        <p:spPr/>
        <p:txBody>
          <a:bodyPr/>
          <a:lstStyle/>
          <a:p>
            <a:fld id="{C65BD2AE-7E22-4BCC-9896-16802FE818C9}" type="datetimeFigureOut">
              <a:rPr lang="en-US" smtClean="0"/>
              <a:t>1/20/2025</a:t>
            </a:fld>
            <a:endParaRPr lang="en-US"/>
          </a:p>
        </p:txBody>
      </p:sp>
      <p:sp>
        <p:nvSpPr>
          <p:cNvPr id="6" name="Footer Placeholder 5">
            <a:extLst>
              <a:ext uri="{FF2B5EF4-FFF2-40B4-BE49-F238E27FC236}">
                <a16:creationId xmlns:a16="http://schemas.microsoft.com/office/drawing/2014/main" id="{55EEFA6A-A871-4332-AAF9-DE749CBEF2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537FBB-9CE4-43B9-9459-73E59E5FE16F}"/>
              </a:ext>
            </a:extLst>
          </p:cNvPr>
          <p:cNvSpPr>
            <a:spLocks noGrp="1"/>
          </p:cNvSpPr>
          <p:nvPr>
            <p:ph type="sldNum" sz="quarter" idx="12"/>
          </p:nvPr>
        </p:nvSpPr>
        <p:spPr/>
        <p:txBody>
          <a:bodyPr/>
          <a:lstStyle/>
          <a:p>
            <a:fld id="{270EE1D4-7434-48E9-8BEF-AF38E260A8DA}" type="slidenum">
              <a:rPr lang="en-US" smtClean="0"/>
              <a:t>‹#›</a:t>
            </a:fld>
            <a:endParaRPr lang="en-US"/>
          </a:p>
        </p:txBody>
      </p:sp>
    </p:spTree>
    <p:extLst>
      <p:ext uri="{BB962C8B-B14F-4D97-AF65-F5344CB8AC3E}">
        <p14:creationId xmlns:p14="http://schemas.microsoft.com/office/powerpoint/2010/main" val="103121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FF8F5-D67C-453D-8C2F-08B63D5A94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90F3AB-2AAC-4DC6-8759-F7B0709031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59D893C-DE7D-484F-9D32-D98CD06036F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EE536B7-68FF-4B52-99F8-C3C2CE42D1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7B3577-C6EA-430F-9F33-ED72BE00DC8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2A879A-F9C6-4415-8E70-6877DB18508A}"/>
              </a:ext>
            </a:extLst>
          </p:cNvPr>
          <p:cNvSpPr>
            <a:spLocks noGrp="1"/>
          </p:cNvSpPr>
          <p:nvPr>
            <p:ph type="dt" sz="half" idx="10"/>
          </p:nvPr>
        </p:nvSpPr>
        <p:spPr/>
        <p:txBody>
          <a:bodyPr/>
          <a:lstStyle/>
          <a:p>
            <a:fld id="{C65BD2AE-7E22-4BCC-9896-16802FE818C9}" type="datetimeFigureOut">
              <a:rPr lang="en-US" smtClean="0"/>
              <a:t>1/20/2025</a:t>
            </a:fld>
            <a:endParaRPr lang="en-US"/>
          </a:p>
        </p:txBody>
      </p:sp>
      <p:sp>
        <p:nvSpPr>
          <p:cNvPr id="8" name="Footer Placeholder 7">
            <a:extLst>
              <a:ext uri="{FF2B5EF4-FFF2-40B4-BE49-F238E27FC236}">
                <a16:creationId xmlns:a16="http://schemas.microsoft.com/office/drawing/2014/main" id="{0D1E49CB-492B-4DA6-A81A-2F7F629240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5E3722-6CF1-4094-A26E-C62C82ADB8B6}"/>
              </a:ext>
            </a:extLst>
          </p:cNvPr>
          <p:cNvSpPr>
            <a:spLocks noGrp="1"/>
          </p:cNvSpPr>
          <p:nvPr>
            <p:ph type="sldNum" sz="quarter" idx="12"/>
          </p:nvPr>
        </p:nvSpPr>
        <p:spPr/>
        <p:txBody>
          <a:bodyPr/>
          <a:lstStyle/>
          <a:p>
            <a:fld id="{270EE1D4-7434-48E9-8BEF-AF38E260A8DA}" type="slidenum">
              <a:rPr lang="en-US" smtClean="0"/>
              <a:t>‹#›</a:t>
            </a:fld>
            <a:endParaRPr lang="en-US"/>
          </a:p>
        </p:txBody>
      </p:sp>
    </p:spTree>
    <p:extLst>
      <p:ext uri="{BB962C8B-B14F-4D97-AF65-F5344CB8AC3E}">
        <p14:creationId xmlns:p14="http://schemas.microsoft.com/office/powerpoint/2010/main" val="625611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11754-6FEC-4214-87CB-2193081639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8124B6-223C-4A6B-992D-1B406904FBCE}"/>
              </a:ext>
            </a:extLst>
          </p:cNvPr>
          <p:cNvSpPr>
            <a:spLocks noGrp="1"/>
          </p:cNvSpPr>
          <p:nvPr>
            <p:ph type="dt" sz="half" idx="10"/>
          </p:nvPr>
        </p:nvSpPr>
        <p:spPr/>
        <p:txBody>
          <a:bodyPr/>
          <a:lstStyle/>
          <a:p>
            <a:fld id="{C65BD2AE-7E22-4BCC-9896-16802FE818C9}" type="datetimeFigureOut">
              <a:rPr lang="en-US" smtClean="0"/>
              <a:t>1/20/2025</a:t>
            </a:fld>
            <a:endParaRPr lang="en-US"/>
          </a:p>
        </p:txBody>
      </p:sp>
      <p:sp>
        <p:nvSpPr>
          <p:cNvPr id="4" name="Footer Placeholder 3">
            <a:extLst>
              <a:ext uri="{FF2B5EF4-FFF2-40B4-BE49-F238E27FC236}">
                <a16:creationId xmlns:a16="http://schemas.microsoft.com/office/drawing/2014/main" id="{CA039952-068B-4479-9588-D180106F61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07C183-0BFD-40DA-9998-F73DEE8AE33B}"/>
              </a:ext>
            </a:extLst>
          </p:cNvPr>
          <p:cNvSpPr>
            <a:spLocks noGrp="1"/>
          </p:cNvSpPr>
          <p:nvPr>
            <p:ph type="sldNum" sz="quarter" idx="12"/>
          </p:nvPr>
        </p:nvSpPr>
        <p:spPr/>
        <p:txBody>
          <a:bodyPr/>
          <a:lstStyle/>
          <a:p>
            <a:fld id="{270EE1D4-7434-48E9-8BEF-AF38E260A8DA}" type="slidenum">
              <a:rPr lang="en-US" smtClean="0"/>
              <a:t>‹#›</a:t>
            </a:fld>
            <a:endParaRPr lang="en-US"/>
          </a:p>
        </p:txBody>
      </p:sp>
    </p:spTree>
    <p:extLst>
      <p:ext uri="{BB962C8B-B14F-4D97-AF65-F5344CB8AC3E}">
        <p14:creationId xmlns:p14="http://schemas.microsoft.com/office/powerpoint/2010/main" val="4065987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3E32E8-961B-44E5-9F28-03D0F241A152}"/>
              </a:ext>
            </a:extLst>
          </p:cNvPr>
          <p:cNvSpPr>
            <a:spLocks noGrp="1"/>
          </p:cNvSpPr>
          <p:nvPr>
            <p:ph type="dt" sz="half" idx="10"/>
          </p:nvPr>
        </p:nvSpPr>
        <p:spPr/>
        <p:txBody>
          <a:bodyPr/>
          <a:lstStyle/>
          <a:p>
            <a:fld id="{C65BD2AE-7E22-4BCC-9896-16802FE818C9}" type="datetimeFigureOut">
              <a:rPr lang="en-US" smtClean="0"/>
              <a:t>1/20/2025</a:t>
            </a:fld>
            <a:endParaRPr lang="en-US"/>
          </a:p>
        </p:txBody>
      </p:sp>
      <p:sp>
        <p:nvSpPr>
          <p:cNvPr id="3" name="Footer Placeholder 2">
            <a:extLst>
              <a:ext uri="{FF2B5EF4-FFF2-40B4-BE49-F238E27FC236}">
                <a16:creationId xmlns:a16="http://schemas.microsoft.com/office/drawing/2014/main" id="{F06BB802-9EC5-4D53-B230-4CE7B777A2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F148E9-D0DA-483B-AD22-BC4C5F7FA784}"/>
              </a:ext>
            </a:extLst>
          </p:cNvPr>
          <p:cNvSpPr>
            <a:spLocks noGrp="1"/>
          </p:cNvSpPr>
          <p:nvPr>
            <p:ph type="sldNum" sz="quarter" idx="12"/>
          </p:nvPr>
        </p:nvSpPr>
        <p:spPr/>
        <p:txBody>
          <a:bodyPr/>
          <a:lstStyle/>
          <a:p>
            <a:fld id="{270EE1D4-7434-48E9-8BEF-AF38E260A8DA}" type="slidenum">
              <a:rPr lang="en-US" smtClean="0"/>
              <a:t>‹#›</a:t>
            </a:fld>
            <a:endParaRPr lang="en-US"/>
          </a:p>
        </p:txBody>
      </p:sp>
    </p:spTree>
    <p:extLst>
      <p:ext uri="{BB962C8B-B14F-4D97-AF65-F5344CB8AC3E}">
        <p14:creationId xmlns:p14="http://schemas.microsoft.com/office/powerpoint/2010/main" val="22740404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737E5-4336-404A-8DD3-A83172292C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49BD64-DF04-40A5-9A6F-2513A2F0D9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75AE7F-D243-4C9B-B1E4-2CE26EABE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68345B8-E625-4C0F-81F5-F05E4F97D90D}"/>
              </a:ext>
            </a:extLst>
          </p:cNvPr>
          <p:cNvSpPr>
            <a:spLocks noGrp="1"/>
          </p:cNvSpPr>
          <p:nvPr>
            <p:ph type="dt" sz="half" idx="10"/>
          </p:nvPr>
        </p:nvSpPr>
        <p:spPr/>
        <p:txBody>
          <a:bodyPr/>
          <a:lstStyle/>
          <a:p>
            <a:fld id="{C65BD2AE-7E22-4BCC-9896-16802FE818C9}" type="datetimeFigureOut">
              <a:rPr lang="en-US" smtClean="0"/>
              <a:t>1/20/2025</a:t>
            </a:fld>
            <a:endParaRPr lang="en-US"/>
          </a:p>
        </p:txBody>
      </p:sp>
      <p:sp>
        <p:nvSpPr>
          <p:cNvPr id="6" name="Footer Placeholder 5">
            <a:extLst>
              <a:ext uri="{FF2B5EF4-FFF2-40B4-BE49-F238E27FC236}">
                <a16:creationId xmlns:a16="http://schemas.microsoft.com/office/drawing/2014/main" id="{6EC35A07-1A9E-498E-8136-B0DE46B380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98866A-6A36-4B81-8576-16BF3F62897A}"/>
              </a:ext>
            </a:extLst>
          </p:cNvPr>
          <p:cNvSpPr>
            <a:spLocks noGrp="1"/>
          </p:cNvSpPr>
          <p:nvPr>
            <p:ph type="sldNum" sz="quarter" idx="12"/>
          </p:nvPr>
        </p:nvSpPr>
        <p:spPr/>
        <p:txBody>
          <a:bodyPr/>
          <a:lstStyle/>
          <a:p>
            <a:fld id="{270EE1D4-7434-48E9-8BEF-AF38E260A8DA}" type="slidenum">
              <a:rPr lang="en-US" smtClean="0"/>
              <a:t>‹#›</a:t>
            </a:fld>
            <a:endParaRPr lang="en-US"/>
          </a:p>
        </p:txBody>
      </p:sp>
    </p:spTree>
    <p:extLst>
      <p:ext uri="{BB962C8B-B14F-4D97-AF65-F5344CB8AC3E}">
        <p14:creationId xmlns:p14="http://schemas.microsoft.com/office/powerpoint/2010/main" val="32526920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2C0B1-9D58-493C-B57C-B3A3FFEA9B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5D313B-9B3B-4445-9285-5F55D51BED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FA0AEC-2C92-4122-A6D7-75ADC0D0C8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FA26DA5-12F3-4C88-9FB6-1F85E0BA2486}"/>
              </a:ext>
            </a:extLst>
          </p:cNvPr>
          <p:cNvSpPr>
            <a:spLocks noGrp="1"/>
          </p:cNvSpPr>
          <p:nvPr>
            <p:ph type="dt" sz="half" idx="10"/>
          </p:nvPr>
        </p:nvSpPr>
        <p:spPr/>
        <p:txBody>
          <a:bodyPr/>
          <a:lstStyle/>
          <a:p>
            <a:fld id="{C65BD2AE-7E22-4BCC-9896-16802FE818C9}" type="datetimeFigureOut">
              <a:rPr lang="en-US" smtClean="0"/>
              <a:t>1/20/2025</a:t>
            </a:fld>
            <a:endParaRPr lang="en-US"/>
          </a:p>
        </p:txBody>
      </p:sp>
      <p:sp>
        <p:nvSpPr>
          <p:cNvPr id="6" name="Footer Placeholder 5">
            <a:extLst>
              <a:ext uri="{FF2B5EF4-FFF2-40B4-BE49-F238E27FC236}">
                <a16:creationId xmlns:a16="http://schemas.microsoft.com/office/drawing/2014/main" id="{0043281D-4205-430A-AEA9-C2DD680125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5B1F11-D19B-491A-80FE-6ADEAAC03D37}"/>
              </a:ext>
            </a:extLst>
          </p:cNvPr>
          <p:cNvSpPr>
            <a:spLocks noGrp="1"/>
          </p:cNvSpPr>
          <p:nvPr>
            <p:ph type="sldNum" sz="quarter" idx="12"/>
          </p:nvPr>
        </p:nvSpPr>
        <p:spPr/>
        <p:txBody>
          <a:bodyPr/>
          <a:lstStyle/>
          <a:p>
            <a:fld id="{270EE1D4-7434-48E9-8BEF-AF38E260A8DA}" type="slidenum">
              <a:rPr lang="en-US" smtClean="0"/>
              <a:t>‹#›</a:t>
            </a:fld>
            <a:endParaRPr lang="en-US"/>
          </a:p>
        </p:txBody>
      </p:sp>
    </p:spTree>
    <p:extLst>
      <p:ext uri="{BB962C8B-B14F-4D97-AF65-F5344CB8AC3E}">
        <p14:creationId xmlns:p14="http://schemas.microsoft.com/office/powerpoint/2010/main" val="2691421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211B4-2A79-4610-8DBA-B2A1FE78F7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869C43-E5C9-417E-987C-B44DF507227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F61FDA-74E4-4C61-A4C6-9A72EF65FC35}"/>
              </a:ext>
            </a:extLst>
          </p:cNvPr>
          <p:cNvSpPr>
            <a:spLocks noGrp="1"/>
          </p:cNvSpPr>
          <p:nvPr>
            <p:ph type="dt" sz="half" idx="10"/>
          </p:nvPr>
        </p:nvSpPr>
        <p:spPr/>
        <p:txBody>
          <a:bodyPr/>
          <a:lstStyle/>
          <a:p>
            <a:fld id="{C65BD2AE-7E22-4BCC-9896-16802FE818C9}" type="datetimeFigureOut">
              <a:rPr lang="en-US" smtClean="0"/>
              <a:t>1/20/2025</a:t>
            </a:fld>
            <a:endParaRPr lang="en-US"/>
          </a:p>
        </p:txBody>
      </p:sp>
      <p:sp>
        <p:nvSpPr>
          <p:cNvPr id="5" name="Footer Placeholder 4">
            <a:extLst>
              <a:ext uri="{FF2B5EF4-FFF2-40B4-BE49-F238E27FC236}">
                <a16:creationId xmlns:a16="http://schemas.microsoft.com/office/drawing/2014/main" id="{12628C3F-5068-4107-90A2-37BE3E2A8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2B5C23-733D-44FB-8418-B157A23468BB}"/>
              </a:ext>
            </a:extLst>
          </p:cNvPr>
          <p:cNvSpPr>
            <a:spLocks noGrp="1"/>
          </p:cNvSpPr>
          <p:nvPr>
            <p:ph type="sldNum" sz="quarter" idx="12"/>
          </p:nvPr>
        </p:nvSpPr>
        <p:spPr/>
        <p:txBody>
          <a:bodyPr/>
          <a:lstStyle/>
          <a:p>
            <a:fld id="{270EE1D4-7434-48E9-8BEF-AF38E260A8DA}" type="slidenum">
              <a:rPr lang="en-US" smtClean="0"/>
              <a:t>‹#›</a:t>
            </a:fld>
            <a:endParaRPr lang="en-US"/>
          </a:p>
        </p:txBody>
      </p:sp>
    </p:spTree>
    <p:extLst>
      <p:ext uri="{BB962C8B-B14F-4D97-AF65-F5344CB8AC3E}">
        <p14:creationId xmlns:p14="http://schemas.microsoft.com/office/powerpoint/2010/main" val="5212905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CE6C4C-A22A-4DCF-B1A0-872880490B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43C7C8-B11C-4727-B7D0-59416F64630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D9C5A4-ECAE-45E7-A4D6-A8441290A719}"/>
              </a:ext>
            </a:extLst>
          </p:cNvPr>
          <p:cNvSpPr>
            <a:spLocks noGrp="1"/>
          </p:cNvSpPr>
          <p:nvPr>
            <p:ph type="dt" sz="half" idx="10"/>
          </p:nvPr>
        </p:nvSpPr>
        <p:spPr/>
        <p:txBody>
          <a:bodyPr/>
          <a:lstStyle/>
          <a:p>
            <a:fld id="{C65BD2AE-7E22-4BCC-9896-16802FE818C9}" type="datetimeFigureOut">
              <a:rPr lang="en-US" smtClean="0"/>
              <a:t>1/20/2025</a:t>
            </a:fld>
            <a:endParaRPr lang="en-US"/>
          </a:p>
        </p:txBody>
      </p:sp>
      <p:sp>
        <p:nvSpPr>
          <p:cNvPr id="5" name="Footer Placeholder 4">
            <a:extLst>
              <a:ext uri="{FF2B5EF4-FFF2-40B4-BE49-F238E27FC236}">
                <a16:creationId xmlns:a16="http://schemas.microsoft.com/office/drawing/2014/main" id="{D06C4ED5-F1CC-4BB5-A974-9E0CED02FA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C806C2-5BE4-4023-9AA5-A53FD59836F0}"/>
              </a:ext>
            </a:extLst>
          </p:cNvPr>
          <p:cNvSpPr>
            <a:spLocks noGrp="1"/>
          </p:cNvSpPr>
          <p:nvPr>
            <p:ph type="sldNum" sz="quarter" idx="12"/>
          </p:nvPr>
        </p:nvSpPr>
        <p:spPr/>
        <p:txBody>
          <a:bodyPr/>
          <a:lstStyle/>
          <a:p>
            <a:fld id="{270EE1D4-7434-48E9-8BEF-AF38E260A8DA}" type="slidenum">
              <a:rPr lang="en-US" smtClean="0"/>
              <a:t>‹#›</a:t>
            </a:fld>
            <a:endParaRPr lang="en-US"/>
          </a:p>
        </p:txBody>
      </p:sp>
    </p:spTree>
    <p:extLst>
      <p:ext uri="{BB962C8B-B14F-4D97-AF65-F5344CB8AC3E}">
        <p14:creationId xmlns:p14="http://schemas.microsoft.com/office/powerpoint/2010/main" val="11109250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Walkin">
    <p:bg>
      <p:bgRef idx="1001">
        <a:schemeClr val="bg2"/>
      </p:bgRef>
    </p:bg>
    <p:spTree>
      <p:nvGrpSpPr>
        <p:cNvPr id="1" name=""/>
        <p:cNvGrpSpPr/>
        <p:nvPr/>
      </p:nvGrpSpPr>
      <p:grpSpPr>
        <a:xfrm>
          <a:off x="0" y="0"/>
          <a:ext cx="0" cy="0"/>
          <a:chOff x="0" y="0"/>
          <a:chExt cx="0" cy="0"/>
        </a:xfrm>
      </p:grpSpPr>
      <p:sp>
        <p:nvSpPr>
          <p:cNvPr id="87" name="Freeform 16"/>
          <p:cNvSpPr>
            <a:spLocks/>
          </p:cNvSpPr>
          <p:nvPr userDrawn="1"/>
        </p:nvSpPr>
        <p:spPr bwMode="auto">
          <a:xfrm>
            <a:off x="0" y="3953547"/>
            <a:ext cx="5548185" cy="2904455"/>
          </a:xfrm>
          <a:custGeom>
            <a:avLst/>
            <a:gdLst>
              <a:gd name="T0" fmla="*/ 128 w 3565"/>
              <a:gd name="T1" fmla="*/ 957 h 1866"/>
              <a:gd name="T2" fmla="*/ 187 w 3565"/>
              <a:gd name="T3" fmla="*/ 982 h 1866"/>
              <a:gd name="T4" fmla="*/ 246 w 3565"/>
              <a:gd name="T5" fmla="*/ 909 h 1866"/>
              <a:gd name="T6" fmla="*/ 463 w 3565"/>
              <a:gd name="T7" fmla="*/ 816 h 1866"/>
              <a:gd name="T8" fmla="*/ 501 w 3565"/>
              <a:gd name="T9" fmla="*/ 874 h 1866"/>
              <a:gd name="T10" fmla="*/ 543 w 3565"/>
              <a:gd name="T11" fmla="*/ 926 h 1866"/>
              <a:gd name="T12" fmla="*/ 632 w 3565"/>
              <a:gd name="T13" fmla="*/ 677 h 1866"/>
              <a:gd name="T14" fmla="*/ 774 w 3565"/>
              <a:gd name="T15" fmla="*/ 719 h 1866"/>
              <a:gd name="T16" fmla="*/ 822 w 3565"/>
              <a:gd name="T17" fmla="*/ 771 h 1866"/>
              <a:gd name="T18" fmla="*/ 1040 w 3565"/>
              <a:gd name="T19" fmla="*/ 691 h 1866"/>
              <a:gd name="T20" fmla="*/ 1151 w 3565"/>
              <a:gd name="T21" fmla="*/ 823 h 1866"/>
              <a:gd name="T22" fmla="*/ 1209 w 3565"/>
              <a:gd name="T23" fmla="*/ 608 h 1866"/>
              <a:gd name="T24" fmla="*/ 1251 w 3565"/>
              <a:gd name="T25" fmla="*/ 543 h 1866"/>
              <a:gd name="T26" fmla="*/ 1372 w 3565"/>
              <a:gd name="T27" fmla="*/ 608 h 1866"/>
              <a:gd name="T28" fmla="*/ 1413 w 3565"/>
              <a:gd name="T29" fmla="*/ 567 h 1866"/>
              <a:gd name="T30" fmla="*/ 1458 w 3565"/>
              <a:gd name="T31" fmla="*/ 629 h 1866"/>
              <a:gd name="T32" fmla="*/ 1510 w 3565"/>
              <a:gd name="T33" fmla="*/ 871 h 1866"/>
              <a:gd name="T34" fmla="*/ 1548 w 3565"/>
              <a:gd name="T35" fmla="*/ 608 h 1866"/>
              <a:gd name="T36" fmla="*/ 1600 w 3565"/>
              <a:gd name="T37" fmla="*/ 563 h 1866"/>
              <a:gd name="T38" fmla="*/ 1627 w 3565"/>
              <a:gd name="T39" fmla="*/ 619 h 1866"/>
              <a:gd name="T40" fmla="*/ 1648 w 3565"/>
              <a:gd name="T41" fmla="*/ 764 h 1866"/>
              <a:gd name="T42" fmla="*/ 1683 w 3565"/>
              <a:gd name="T43" fmla="*/ 950 h 1866"/>
              <a:gd name="T44" fmla="*/ 1721 w 3565"/>
              <a:gd name="T45" fmla="*/ 847 h 1866"/>
              <a:gd name="T46" fmla="*/ 1752 w 3565"/>
              <a:gd name="T47" fmla="*/ 536 h 1866"/>
              <a:gd name="T48" fmla="*/ 2038 w 3565"/>
              <a:gd name="T49" fmla="*/ 456 h 1866"/>
              <a:gd name="T50" fmla="*/ 2059 w 3565"/>
              <a:gd name="T51" fmla="*/ 539 h 1866"/>
              <a:gd name="T52" fmla="*/ 2173 w 3565"/>
              <a:gd name="T53" fmla="*/ 246 h 1866"/>
              <a:gd name="T54" fmla="*/ 2252 w 3565"/>
              <a:gd name="T55" fmla="*/ 201 h 1866"/>
              <a:gd name="T56" fmla="*/ 2287 w 3565"/>
              <a:gd name="T57" fmla="*/ 259 h 1866"/>
              <a:gd name="T58" fmla="*/ 2356 w 3565"/>
              <a:gd name="T59" fmla="*/ 843 h 1866"/>
              <a:gd name="T60" fmla="*/ 2384 w 3565"/>
              <a:gd name="T61" fmla="*/ 612 h 1866"/>
              <a:gd name="T62" fmla="*/ 2398 w 3565"/>
              <a:gd name="T63" fmla="*/ 432 h 1866"/>
              <a:gd name="T64" fmla="*/ 2436 w 3565"/>
              <a:gd name="T65" fmla="*/ 139 h 1866"/>
              <a:gd name="T66" fmla="*/ 2567 w 3565"/>
              <a:gd name="T67" fmla="*/ 0 h 1866"/>
              <a:gd name="T68" fmla="*/ 2598 w 3565"/>
              <a:gd name="T69" fmla="*/ 121 h 1866"/>
              <a:gd name="T70" fmla="*/ 2629 w 3565"/>
              <a:gd name="T71" fmla="*/ 173 h 1866"/>
              <a:gd name="T72" fmla="*/ 2670 w 3565"/>
              <a:gd name="T73" fmla="*/ 491 h 1866"/>
              <a:gd name="T74" fmla="*/ 2988 w 3565"/>
              <a:gd name="T75" fmla="*/ 346 h 1866"/>
              <a:gd name="T76" fmla="*/ 3071 w 3565"/>
              <a:gd name="T77" fmla="*/ 532 h 1866"/>
              <a:gd name="T78" fmla="*/ 3126 w 3565"/>
              <a:gd name="T79" fmla="*/ 498 h 1866"/>
              <a:gd name="T80" fmla="*/ 3233 w 3565"/>
              <a:gd name="T81" fmla="*/ 550 h 1866"/>
              <a:gd name="T82" fmla="*/ 3320 w 3565"/>
              <a:gd name="T83" fmla="*/ 463 h 1866"/>
              <a:gd name="T84" fmla="*/ 3382 w 3565"/>
              <a:gd name="T85" fmla="*/ 398 h 1866"/>
              <a:gd name="T86" fmla="*/ 3565 w 3565"/>
              <a:gd name="T87" fmla="*/ 446 h 1866"/>
              <a:gd name="T88" fmla="*/ 3565 w 3565"/>
              <a:gd name="T89" fmla="*/ 1866 h 1866"/>
              <a:gd name="T90" fmla="*/ 0 w 3565"/>
              <a:gd name="T91" fmla="*/ 957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65" h="1866">
                <a:moveTo>
                  <a:pt x="0" y="957"/>
                </a:moveTo>
                <a:lnTo>
                  <a:pt x="128" y="957"/>
                </a:lnTo>
                <a:lnTo>
                  <a:pt x="128" y="982"/>
                </a:lnTo>
                <a:lnTo>
                  <a:pt x="187" y="982"/>
                </a:lnTo>
                <a:lnTo>
                  <a:pt x="187" y="909"/>
                </a:lnTo>
                <a:lnTo>
                  <a:pt x="246" y="909"/>
                </a:lnTo>
                <a:lnTo>
                  <a:pt x="246" y="816"/>
                </a:lnTo>
                <a:lnTo>
                  <a:pt x="463" y="816"/>
                </a:lnTo>
                <a:lnTo>
                  <a:pt x="463" y="874"/>
                </a:lnTo>
                <a:lnTo>
                  <a:pt x="501" y="874"/>
                </a:lnTo>
                <a:lnTo>
                  <a:pt x="501" y="926"/>
                </a:lnTo>
                <a:lnTo>
                  <a:pt x="543" y="926"/>
                </a:lnTo>
                <a:lnTo>
                  <a:pt x="543" y="677"/>
                </a:lnTo>
                <a:lnTo>
                  <a:pt x="632" y="677"/>
                </a:lnTo>
                <a:lnTo>
                  <a:pt x="632" y="719"/>
                </a:lnTo>
                <a:lnTo>
                  <a:pt x="774" y="719"/>
                </a:lnTo>
                <a:lnTo>
                  <a:pt x="774" y="771"/>
                </a:lnTo>
                <a:lnTo>
                  <a:pt x="822" y="771"/>
                </a:lnTo>
                <a:lnTo>
                  <a:pt x="822" y="691"/>
                </a:lnTo>
                <a:lnTo>
                  <a:pt x="1040" y="691"/>
                </a:lnTo>
                <a:lnTo>
                  <a:pt x="1040" y="823"/>
                </a:lnTo>
                <a:lnTo>
                  <a:pt x="1151" y="823"/>
                </a:lnTo>
                <a:lnTo>
                  <a:pt x="1151" y="608"/>
                </a:lnTo>
                <a:lnTo>
                  <a:pt x="1209" y="608"/>
                </a:lnTo>
                <a:lnTo>
                  <a:pt x="1209" y="543"/>
                </a:lnTo>
                <a:lnTo>
                  <a:pt x="1251" y="543"/>
                </a:lnTo>
                <a:lnTo>
                  <a:pt x="1251" y="608"/>
                </a:lnTo>
                <a:lnTo>
                  <a:pt x="1372" y="608"/>
                </a:lnTo>
                <a:lnTo>
                  <a:pt x="1372" y="567"/>
                </a:lnTo>
                <a:lnTo>
                  <a:pt x="1413" y="567"/>
                </a:lnTo>
                <a:lnTo>
                  <a:pt x="1413" y="629"/>
                </a:lnTo>
                <a:lnTo>
                  <a:pt x="1458" y="629"/>
                </a:lnTo>
                <a:lnTo>
                  <a:pt x="1458" y="871"/>
                </a:lnTo>
                <a:lnTo>
                  <a:pt x="1510" y="871"/>
                </a:lnTo>
                <a:lnTo>
                  <a:pt x="1510" y="608"/>
                </a:lnTo>
                <a:lnTo>
                  <a:pt x="1548" y="608"/>
                </a:lnTo>
                <a:lnTo>
                  <a:pt x="1548" y="563"/>
                </a:lnTo>
                <a:lnTo>
                  <a:pt x="1600" y="563"/>
                </a:lnTo>
                <a:lnTo>
                  <a:pt x="1600" y="619"/>
                </a:lnTo>
                <a:lnTo>
                  <a:pt x="1627" y="619"/>
                </a:lnTo>
                <a:lnTo>
                  <a:pt x="1627" y="764"/>
                </a:lnTo>
                <a:lnTo>
                  <a:pt x="1648" y="764"/>
                </a:lnTo>
                <a:lnTo>
                  <a:pt x="1648" y="950"/>
                </a:lnTo>
                <a:lnTo>
                  <a:pt x="1683" y="950"/>
                </a:lnTo>
                <a:lnTo>
                  <a:pt x="1683" y="847"/>
                </a:lnTo>
                <a:lnTo>
                  <a:pt x="1721" y="847"/>
                </a:lnTo>
                <a:lnTo>
                  <a:pt x="1721" y="536"/>
                </a:lnTo>
                <a:lnTo>
                  <a:pt x="1752" y="536"/>
                </a:lnTo>
                <a:lnTo>
                  <a:pt x="1752" y="456"/>
                </a:lnTo>
                <a:lnTo>
                  <a:pt x="2038" y="456"/>
                </a:lnTo>
                <a:lnTo>
                  <a:pt x="2038" y="539"/>
                </a:lnTo>
                <a:lnTo>
                  <a:pt x="2059" y="539"/>
                </a:lnTo>
                <a:lnTo>
                  <a:pt x="2059" y="246"/>
                </a:lnTo>
                <a:lnTo>
                  <a:pt x="2173" y="246"/>
                </a:lnTo>
                <a:lnTo>
                  <a:pt x="2173" y="201"/>
                </a:lnTo>
                <a:lnTo>
                  <a:pt x="2252" y="201"/>
                </a:lnTo>
                <a:lnTo>
                  <a:pt x="2252" y="259"/>
                </a:lnTo>
                <a:lnTo>
                  <a:pt x="2287" y="259"/>
                </a:lnTo>
                <a:lnTo>
                  <a:pt x="2287" y="843"/>
                </a:lnTo>
                <a:lnTo>
                  <a:pt x="2356" y="843"/>
                </a:lnTo>
                <a:lnTo>
                  <a:pt x="2356" y="612"/>
                </a:lnTo>
                <a:lnTo>
                  <a:pt x="2384" y="612"/>
                </a:lnTo>
                <a:lnTo>
                  <a:pt x="2384" y="449"/>
                </a:lnTo>
                <a:lnTo>
                  <a:pt x="2398" y="432"/>
                </a:lnTo>
                <a:lnTo>
                  <a:pt x="2398" y="139"/>
                </a:lnTo>
                <a:lnTo>
                  <a:pt x="2436" y="139"/>
                </a:lnTo>
                <a:lnTo>
                  <a:pt x="2436" y="0"/>
                </a:lnTo>
                <a:lnTo>
                  <a:pt x="2567" y="0"/>
                </a:lnTo>
                <a:lnTo>
                  <a:pt x="2567" y="121"/>
                </a:lnTo>
                <a:lnTo>
                  <a:pt x="2598" y="121"/>
                </a:lnTo>
                <a:lnTo>
                  <a:pt x="2598" y="173"/>
                </a:lnTo>
                <a:lnTo>
                  <a:pt x="2629" y="173"/>
                </a:lnTo>
                <a:lnTo>
                  <a:pt x="2629" y="491"/>
                </a:lnTo>
                <a:lnTo>
                  <a:pt x="2670" y="491"/>
                </a:lnTo>
                <a:lnTo>
                  <a:pt x="2670" y="346"/>
                </a:lnTo>
                <a:lnTo>
                  <a:pt x="2988" y="346"/>
                </a:lnTo>
                <a:lnTo>
                  <a:pt x="2988" y="532"/>
                </a:lnTo>
                <a:lnTo>
                  <a:pt x="3071" y="532"/>
                </a:lnTo>
                <a:lnTo>
                  <a:pt x="3071" y="498"/>
                </a:lnTo>
                <a:lnTo>
                  <a:pt x="3126" y="498"/>
                </a:lnTo>
                <a:lnTo>
                  <a:pt x="3126" y="550"/>
                </a:lnTo>
                <a:lnTo>
                  <a:pt x="3233" y="550"/>
                </a:lnTo>
                <a:lnTo>
                  <a:pt x="3233" y="463"/>
                </a:lnTo>
                <a:lnTo>
                  <a:pt x="3320" y="463"/>
                </a:lnTo>
                <a:lnTo>
                  <a:pt x="3320" y="398"/>
                </a:lnTo>
                <a:lnTo>
                  <a:pt x="3382" y="398"/>
                </a:lnTo>
                <a:lnTo>
                  <a:pt x="3382" y="446"/>
                </a:lnTo>
                <a:lnTo>
                  <a:pt x="3565" y="446"/>
                </a:lnTo>
                <a:lnTo>
                  <a:pt x="3565" y="1040"/>
                </a:lnTo>
                <a:lnTo>
                  <a:pt x="3565" y="1866"/>
                </a:lnTo>
                <a:lnTo>
                  <a:pt x="0" y="1866"/>
                </a:lnTo>
                <a:lnTo>
                  <a:pt x="0" y="957"/>
                </a:lnTo>
                <a:close/>
              </a:path>
            </a:pathLst>
          </a:custGeom>
          <a:solidFill>
            <a:schemeClr val="accent2"/>
          </a:solidFill>
          <a:ln>
            <a:noFill/>
          </a:ln>
        </p:spPr>
        <p:txBody>
          <a:bodyPr vert="horz" wrap="square" lIns="89630" tIns="44814" rIns="89630" bIns="44814" numCol="1" anchor="t" anchorCtr="0" compatLnSpc="1">
            <a:prstTxWarp prst="textNoShape">
              <a:avLst/>
            </a:prstTxWarp>
          </a:bodyPr>
          <a:lstStyle/>
          <a:p>
            <a:endParaRPr lang="en-US" sz="1765"/>
          </a:p>
        </p:txBody>
      </p:sp>
      <p:sp>
        <p:nvSpPr>
          <p:cNvPr id="88" name="Freeform 17"/>
          <p:cNvSpPr>
            <a:spLocks/>
          </p:cNvSpPr>
          <p:nvPr userDrawn="1"/>
        </p:nvSpPr>
        <p:spPr bwMode="auto">
          <a:xfrm>
            <a:off x="5395670" y="4470308"/>
            <a:ext cx="3084573" cy="2387692"/>
          </a:xfrm>
          <a:custGeom>
            <a:avLst/>
            <a:gdLst>
              <a:gd name="T0" fmla="*/ 1882 w 1982"/>
              <a:gd name="T1" fmla="*/ 456 h 1534"/>
              <a:gd name="T2" fmla="*/ 1882 w 1982"/>
              <a:gd name="T3" fmla="*/ 546 h 1534"/>
              <a:gd name="T4" fmla="*/ 1830 w 1982"/>
              <a:gd name="T5" fmla="*/ 546 h 1534"/>
              <a:gd name="T6" fmla="*/ 1830 w 1982"/>
              <a:gd name="T7" fmla="*/ 629 h 1534"/>
              <a:gd name="T8" fmla="*/ 1699 w 1982"/>
              <a:gd name="T9" fmla="*/ 629 h 1534"/>
              <a:gd name="T10" fmla="*/ 1699 w 1982"/>
              <a:gd name="T11" fmla="*/ 822 h 1534"/>
              <a:gd name="T12" fmla="*/ 1668 w 1982"/>
              <a:gd name="T13" fmla="*/ 822 h 1534"/>
              <a:gd name="T14" fmla="*/ 1668 w 1982"/>
              <a:gd name="T15" fmla="*/ 59 h 1534"/>
              <a:gd name="T16" fmla="*/ 1388 w 1982"/>
              <a:gd name="T17" fmla="*/ 59 h 1534"/>
              <a:gd name="T18" fmla="*/ 1388 w 1982"/>
              <a:gd name="T19" fmla="*/ 200 h 1534"/>
              <a:gd name="T20" fmla="*/ 1226 w 1982"/>
              <a:gd name="T21" fmla="*/ 200 h 1534"/>
              <a:gd name="T22" fmla="*/ 1226 w 1982"/>
              <a:gd name="T23" fmla="*/ 688 h 1534"/>
              <a:gd name="T24" fmla="*/ 1119 w 1982"/>
              <a:gd name="T25" fmla="*/ 688 h 1534"/>
              <a:gd name="T26" fmla="*/ 1119 w 1982"/>
              <a:gd name="T27" fmla="*/ 629 h 1534"/>
              <a:gd name="T28" fmla="*/ 1043 w 1982"/>
              <a:gd name="T29" fmla="*/ 629 h 1534"/>
              <a:gd name="T30" fmla="*/ 1043 w 1982"/>
              <a:gd name="T31" fmla="*/ 542 h 1534"/>
              <a:gd name="T32" fmla="*/ 839 w 1982"/>
              <a:gd name="T33" fmla="*/ 542 h 1534"/>
              <a:gd name="T34" fmla="*/ 839 w 1982"/>
              <a:gd name="T35" fmla="*/ 629 h 1534"/>
              <a:gd name="T36" fmla="*/ 736 w 1982"/>
              <a:gd name="T37" fmla="*/ 629 h 1534"/>
              <a:gd name="T38" fmla="*/ 736 w 1982"/>
              <a:gd name="T39" fmla="*/ 698 h 1534"/>
              <a:gd name="T40" fmla="*/ 694 w 1982"/>
              <a:gd name="T41" fmla="*/ 698 h 1534"/>
              <a:gd name="T42" fmla="*/ 694 w 1982"/>
              <a:gd name="T43" fmla="*/ 0 h 1534"/>
              <a:gd name="T44" fmla="*/ 331 w 1982"/>
              <a:gd name="T45" fmla="*/ 0 h 1534"/>
              <a:gd name="T46" fmla="*/ 331 w 1982"/>
              <a:gd name="T47" fmla="*/ 663 h 1534"/>
              <a:gd name="T48" fmla="*/ 245 w 1982"/>
              <a:gd name="T49" fmla="*/ 663 h 1534"/>
              <a:gd name="T50" fmla="*/ 245 w 1982"/>
              <a:gd name="T51" fmla="*/ 456 h 1534"/>
              <a:gd name="T52" fmla="*/ 93 w 1982"/>
              <a:gd name="T53" fmla="*/ 456 h 1534"/>
              <a:gd name="T54" fmla="*/ 93 w 1982"/>
              <a:gd name="T55" fmla="*/ 826 h 1534"/>
              <a:gd name="T56" fmla="*/ 0 w 1982"/>
              <a:gd name="T57" fmla="*/ 826 h 1534"/>
              <a:gd name="T58" fmla="*/ 0 w 1982"/>
              <a:gd name="T59" fmla="*/ 1534 h 1534"/>
              <a:gd name="T60" fmla="*/ 1982 w 1982"/>
              <a:gd name="T61" fmla="*/ 1534 h 1534"/>
              <a:gd name="T62" fmla="*/ 1982 w 1982"/>
              <a:gd name="T63" fmla="*/ 456 h 1534"/>
              <a:gd name="T64" fmla="*/ 1882 w 1982"/>
              <a:gd name="T65" fmla="*/ 456 h 1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82" h="1534">
                <a:moveTo>
                  <a:pt x="1882" y="456"/>
                </a:moveTo>
                <a:lnTo>
                  <a:pt x="1882" y="546"/>
                </a:lnTo>
                <a:lnTo>
                  <a:pt x="1830" y="546"/>
                </a:lnTo>
                <a:lnTo>
                  <a:pt x="1830" y="629"/>
                </a:lnTo>
                <a:lnTo>
                  <a:pt x="1699" y="629"/>
                </a:lnTo>
                <a:lnTo>
                  <a:pt x="1699" y="822"/>
                </a:lnTo>
                <a:lnTo>
                  <a:pt x="1668" y="822"/>
                </a:lnTo>
                <a:lnTo>
                  <a:pt x="1668" y="59"/>
                </a:lnTo>
                <a:lnTo>
                  <a:pt x="1388" y="59"/>
                </a:lnTo>
                <a:lnTo>
                  <a:pt x="1388" y="200"/>
                </a:lnTo>
                <a:lnTo>
                  <a:pt x="1226" y="200"/>
                </a:lnTo>
                <a:lnTo>
                  <a:pt x="1226" y="688"/>
                </a:lnTo>
                <a:lnTo>
                  <a:pt x="1119" y="688"/>
                </a:lnTo>
                <a:lnTo>
                  <a:pt x="1119" y="629"/>
                </a:lnTo>
                <a:lnTo>
                  <a:pt x="1043" y="629"/>
                </a:lnTo>
                <a:lnTo>
                  <a:pt x="1043" y="542"/>
                </a:lnTo>
                <a:lnTo>
                  <a:pt x="839" y="542"/>
                </a:lnTo>
                <a:lnTo>
                  <a:pt x="839" y="629"/>
                </a:lnTo>
                <a:lnTo>
                  <a:pt x="736" y="629"/>
                </a:lnTo>
                <a:lnTo>
                  <a:pt x="736" y="698"/>
                </a:lnTo>
                <a:lnTo>
                  <a:pt x="694" y="698"/>
                </a:lnTo>
                <a:lnTo>
                  <a:pt x="694" y="0"/>
                </a:lnTo>
                <a:lnTo>
                  <a:pt x="331" y="0"/>
                </a:lnTo>
                <a:lnTo>
                  <a:pt x="331" y="663"/>
                </a:lnTo>
                <a:lnTo>
                  <a:pt x="245" y="663"/>
                </a:lnTo>
                <a:lnTo>
                  <a:pt x="245" y="456"/>
                </a:lnTo>
                <a:lnTo>
                  <a:pt x="93" y="456"/>
                </a:lnTo>
                <a:lnTo>
                  <a:pt x="93" y="826"/>
                </a:lnTo>
                <a:lnTo>
                  <a:pt x="0" y="826"/>
                </a:lnTo>
                <a:lnTo>
                  <a:pt x="0" y="1534"/>
                </a:lnTo>
                <a:lnTo>
                  <a:pt x="1982" y="1534"/>
                </a:lnTo>
                <a:lnTo>
                  <a:pt x="1982" y="456"/>
                </a:lnTo>
                <a:lnTo>
                  <a:pt x="1882" y="456"/>
                </a:lnTo>
                <a:close/>
              </a:path>
            </a:pathLst>
          </a:custGeom>
          <a:solidFill>
            <a:schemeClr val="accent2"/>
          </a:solidFill>
          <a:ln>
            <a:noFill/>
          </a:ln>
        </p:spPr>
        <p:txBody>
          <a:bodyPr vert="horz" wrap="square" lIns="89630" tIns="44814" rIns="89630" bIns="44814" numCol="1" anchor="t" anchorCtr="0" compatLnSpc="1">
            <a:prstTxWarp prst="textNoShape">
              <a:avLst/>
            </a:prstTxWarp>
          </a:bodyPr>
          <a:lstStyle/>
          <a:p>
            <a:endParaRPr lang="en-US" sz="1765"/>
          </a:p>
        </p:txBody>
      </p:sp>
      <p:sp>
        <p:nvSpPr>
          <p:cNvPr id="89" name="Freeform 18"/>
          <p:cNvSpPr>
            <a:spLocks/>
          </p:cNvSpPr>
          <p:nvPr userDrawn="1"/>
        </p:nvSpPr>
        <p:spPr bwMode="auto">
          <a:xfrm flipH="1">
            <a:off x="8466236" y="2965159"/>
            <a:ext cx="3725766" cy="3892842"/>
          </a:xfrm>
          <a:custGeom>
            <a:avLst/>
            <a:gdLst>
              <a:gd name="T0" fmla="*/ 2308 w 2394"/>
              <a:gd name="T1" fmla="*/ 1385 h 2501"/>
              <a:gd name="T2" fmla="*/ 2270 w 2394"/>
              <a:gd name="T3" fmla="*/ 1420 h 2501"/>
              <a:gd name="T4" fmla="*/ 2228 w 2394"/>
              <a:gd name="T5" fmla="*/ 1323 h 2501"/>
              <a:gd name="T6" fmla="*/ 2083 w 2394"/>
              <a:gd name="T7" fmla="*/ 1202 h 2501"/>
              <a:gd name="T8" fmla="*/ 2055 w 2394"/>
              <a:gd name="T9" fmla="*/ 1278 h 2501"/>
              <a:gd name="T10" fmla="*/ 2031 w 2394"/>
              <a:gd name="T11" fmla="*/ 1344 h 2501"/>
              <a:gd name="T12" fmla="*/ 1969 w 2394"/>
              <a:gd name="T13" fmla="*/ 1019 h 2501"/>
              <a:gd name="T14" fmla="*/ 1872 w 2394"/>
              <a:gd name="T15" fmla="*/ 1071 h 2501"/>
              <a:gd name="T16" fmla="*/ 1845 w 2394"/>
              <a:gd name="T17" fmla="*/ 1140 h 2501"/>
              <a:gd name="T18" fmla="*/ 1696 w 2394"/>
              <a:gd name="T19" fmla="*/ 1036 h 2501"/>
              <a:gd name="T20" fmla="*/ 1620 w 2394"/>
              <a:gd name="T21" fmla="*/ 1209 h 2501"/>
              <a:gd name="T22" fmla="*/ 1582 w 2394"/>
              <a:gd name="T23" fmla="*/ 929 h 2501"/>
              <a:gd name="T24" fmla="*/ 1555 w 2394"/>
              <a:gd name="T25" fmla="*/ 843 h 2501"/>
              <a:gd name="T26" fmla="*/ 1472 w 2394"/>
              <a:gd name="T27" fmla="*/ 929 h 2501"/>
              <a:gd name="T28" fmla="*/ 1447 w 2394"/>
              <a:gd name="T29" fmla="*/ 874 h 2501"/>
              <a:gd name="T30" fmla="*/ 1416 w 2394"/>
              <a:gd name="T31" fmla="*/ 953 h 2501"/>
              <a:gd name="T32" fmla="*/ 1382 w 2394"/>
              <a:gd name="T33" fmla="*/ 1274 h 2501"/>
              <a:gd name="T34" fmla="*/ 1354 w 2394"/>
              <a:gd name="T35" fmla="*/ 929 h 2501"/>
              <a:gd name="T36" fmla="*/ 1320 w 2394"/>
              <a:gd name="T37" fmla="*/ 867 h 2501"/>
              <a:gd name="T38" fmla="*/ 1302 w 2394"/>
              <a:gd name="T39" fmla="*/ 939 h 2501"/>
              <a:gd name="T40" fmla="*/ 1285 w 2394"/>
              <a:gd name="T41" fmla="*/ 1133 h 2501"/>
              <a:gd name="T42" fmla="*/ 1264 w 2394"/>
              <a:gd name="T43" fmla="*/ 1378 h 2501"/>
              <a:gd name="T44" fmla="*/ 1240 w 2394"/>
              <a:gd name="T45" fmla="*/ 1243 h 2501"/>
              <a:gd name="T46" fmla="*/ 1216 w 2394"/>
              <a:gd name="T47" fmla="*/ 701 h 2501"/>
              <a:gd name="T48" fmla="*/ 1026 w 2394"/>
              <a:gd name="T49" fmla="*/ 597 h 2501"/>
              <a:gd name="T50" fmla="*/ 1009 w 2394"/>
              <a:gd name="T51" fmla="*/ 708 h 2501"/>
              <a:gd name="T52" fmla="*/ 933 w 2394"/>
              <a:gd name="T53" fmla="*/ 324 h 2501"/>
              <a:gd name="T54" fmla="*/ 881 w 2394"/>
              <a:gd name="T55" fmla="*/ 262 h 2501"/>
              <a:gd name="T56" fmla="*/ 857 w 2394"/>
              <a:gd name="T57" fmla="*/ 338 h 2501"/>
              <a:gd name="T58" fmla="*/ 812 w 2394"/>
              <a:gd name="T59" fmla="*/ 1243 h 2501"/>
              <a:gd name="T60" fmla="*/ 795 w 2394"/>
              <a:gd name="T61" fmla="*/ 939 h 2501"/>
              <a:gd name="T62" fmla="*/ 784 w 2394"/>
              <a:gd name="T63" fmla="*/ 566 h 2501"/>
              <a:gd name="T64" fmla="*/ 757 w 2394"/>
              <a:gd name="T65" fmla="*/ 183 h 2501"/>
              <a:gd name="T66" fmla="*/ 670 w 2394"/>
              <a:gd name="T67" fmla="*/ 0 h 2501"/>
              <a:gd name="T68" fmla="*/ 646 w 2394"/>
              <a:gd name="T69" fmla="*/ 155 h 2501"/>
              <a:gd name="T70" fmla="*/ 629 w 2394"/>
              <a:gd name="T71" fmla="*/ 228 h 2501"/>
              <a:gd name="T72" fmla="*/ 598 w 2394"/>
              <a:gd name="T73" fmla="*/ 642 h 2501"/>
              <a:gd name="T74" fmla="*/ 387 w 2394"/>
              <a:gd name="T75" fmla="*/ 456 h 2501"/>
              <a:gd name="T76" fmla="*/ 332 w 2394"/>
              <a:gd name="T77" fmla="*/ 698 h 2501"/>
              <a:gd name="T78" fmla="*/ 294 w 2394"/>
              <a:gd name="T79" fmla="*/ 653 h 2501"/>
              <a:gd name="T80" fmla="*/ 221 w 2394"/>
              <a:gd name="T81" fmla="*/ 722 h 2501"/>
              <a:gd name="T82" fmla="*/ 163 w 2394"/>
              <a:gd name="T83" fmla="*/ 604 h 2501"/>
              <a:gd name="T84" fmla="*/ 121 w 2394"/>
              <a:gd name="T85" fmla="*/ 521 h 2501"/>
              <a:gd name="T86" fmla="*/ 0 w 2394"/>
              <a:gd name="T87" fmla="*/ 587 h 2501"/>
              <a:gd name="T88" fmla="*/ 0 w 2394"/>
              <a:gd name="T89" fmla="*/ 2501 h 2501"/>
              <a:gd name="T90" fmla="*/ 2394 w 2394"/>
              <a:gd name="T91" fmla="*/ 1385 h 2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94" h="2501">
                <a:moveTo>
                  <a:pt x="2394" y="1385"/>
                </a:moveTo>
                <a:lnTo>
                  <a:pt x="2308" y="1385"/>
                </a:lnTo>
                <a:lnTo>
                  <a:pt x="2308" y="1420"/>
                </a:lnTo>
                <a:lnTo>
                  <a:pt x="2270" y="1420"/>
                </a:lnTo>
                <a:lnTo>
                  <a:pt x="2270" y="1323"/>
                </a:lnTo>
                <a:lnTo>
                  <a:pt x="2228" y="1323"/>
                </a:lnTo>
                <a:lnTo>
                  <a:pt x="2228" y="1202"/>
                </a:lnTo>
                <a:lnTo>
                  <a:pt x="2083" y="1202"/>
                </a:lnTo>
                <a:lnTo>
                  <a:pt x="2083" y="1278"/>
                </a:lnTo>
                <a:lnTo>
                  <a:pt x="2055" y="1278"/>
                </a:lnTo>
                <a:lnTo>
                  <a:pt x="2055" y="1344"/>
                </a:lnTo>
                <a:lnTo>
                  <a:pt x="2031" y="1344"/>
                </a:lnTo>
                <a:lnTo>
                  <a:pt x="2031" y="1019"/>
                </a:lnTo>
                <a:lnTo>
                  <a:pt x="1969" y="1019"/>
                </a:lnTo>
                <a:lnTo>
                  <a:pt x="1969" y="1071"/>
                </a:lnTo>
                <a:lnTo>
                  <a:pt x="1872" y="1071"/>
                </a:lnTo>
                <a:lnTo>
                  <a:pt x="1872" y="1140"/>
                </a:lnTo>
                <a:lnTo>
                  <a:pt x="1845" y="1140"/>
                </a:lnTo>
                <a:lnTo>
                  <a:pt x="1845" y="1036"/>
                </a:lnTo>
                <a:lnTo>
                  <a:pt x="1696" y="1036"/>
                </a:lnTo>
                <a:lnTo>
                  <a:pt x="1696" y="1209"/>
                </a:lnTo>
                <a:lnTo>
                  <a:pt x="1620" y="1209"/>
                </a:lnTo>
                <a:lnTo>
                  <a:pt x="1620" y="929"/>
                </a:lnTo>
                <a:lnTo>
                  <a:pt x="1582" y="929"/>
                </a:lnTo>
                <a:lnTo>
                  <a:pt x="1582" y="843"/>
                </a:lnTo>
                <a:lnTo>
                  <a:pt x="1555" y="843"/>
                </a:lnTo>
                <a:lnTo>
                  <a:pt x="1555" y="929"/>
                </a:lnTo>
                <a:lnTo>
                  <a:pt x="1472" y="929"/>
                </a:lnTo>
                <a:lnTo>
                  <a:pt x="1472" y="874"/>
                </a:lnTo>
                <a:lnTo>
                  <a:pt x="1447" y="874"/>
                </a:lnTo>
                <a:lnTo>
                  <a:pt x="1447" y="953"/>
                </a:lnTo>
                <a:lnTo>
                  <a:pt x="1416" y="953"/>
                </a:lnTo>
                <a:lnTo>
                  <a:pt x="1416" y="1274"/>
                </a:lnTo>
                <a:lnTo>
                  <a:pt x="1382" y="1274"/>
                </a:lnTo>
                <a:lnTo>
                  <a:pt x="1382" y="929"/>
                </a:lnTo>
                <a:lnTo>
                  <a:pt x="1354" y="929"/>
                </a:lnTo>
                <a:lnTo>
                  <a:pt x="1354" y="867"/>
                </a:lnTo>
                <a:lnTo>
                  <a:pt x="1320" y="867"/>
                </a:lnTo>
                <a:lnTo>
                  <a:pt x="1320" y="939"/>
                </a:lnTo>
                <a:lnTo>
                  <a:pt x="1302" y="939"/>
                </a:lnTo>
                <a:lnTo>
                  <a:pt x="1302" y="1133"/>
                </a:lnTo>
                <a:lnTo>
                  <a:pt x="1285" y="1133"/>
                </a:lnTo>
                <a:lnTo>
                  <a:pt x="1285" y="1378"/>
                </a:lnTo>
                <a:lnTo>
                  <a:pt x="1264" y="1378"/>
                </a:lnTo>
                <a:lnTo>
                  <a:pt x="1264" y="1243"/>
                </a:lnTo>
                <a:lnTo>
                  <a:pt x="1240" y="1243"/>
                </a:lnTo>
                <a:lnTo>
                  <a:pt x="1240" y="701"/>
                </a:lnTo>
                <a:lnTo>
                  <a:pt x="1216" y="701"/>
                </a:lnTo>
                <a:lnTo>
                  <a:pt x="1216" y="597"/>
                </a:lnTo>
                <a:lnTo>
                  <a:pt x="1026" y="597"/>
                </a:lnTo>
                <a:lnTo>
                  <a:pt x="1026" y="708"/>
                </a:lnTo>
                <a:lnTo>
                  <a:pt x="1009" y="708"/>
                </a:lnTo>
                <a:lnTo>
                  <a:pt x="1009" y="324"/>
                </a:lnTo>
                <a:lnTo>
                  <a:pt x="933" y="324"/>
                </a:lnTo>
                <a:lnTo>
                  <a:pt x="933" y="262"/>
                </a:lnTo>
                <a:lnTo>
                  <a:pt x="881" y="262"/>
                </a:lnTo>
                <a:lnTo>
                  <a:pt x="881" y="338"/>
                </a:lnTo>
                <a:lnTo>
                  <a:pt x="857" y="338"/>
                </a:lnTo>
                <a:lnTo>
                  <a:pt x="857" y="1243"/>
                </a:lnTo>
                <a:lnTo>
                  <a:pt x="812" y="1243"/>
                </a:lnTo>
                <a:lnTo>
                  <a:pt x="812" y="939"/>
                </a:lnTo>
                <a:lnTo>
                  <a:pt x="795" y="939"/>
                </a:lnTo>
                <a:lnTo>
                  <a:pt x="795" y="590"/>
                </a:lnTo>
                <a:lnTo>
                  <a:pt x="784" y="566"/>
                </a:lnTo>
                <a:lnTo>
                  <a:pt x="784" y="183"/>
                </a:lnTo>
                <a:lnTo>
                  <a:pt x="757" y="183"/>
                </a:lnTo>
                <a:lnTo>
                  <a:pt x="757" y="0"/>
                </a:lnTo>
                <a:lnTo>
                  <a:pt x="670" y="0"/>
                </a:lnTo>
                <a:lnTo>
                  <a:pt x="670" y="155"/>
                </a:lnTo>
                <a:lnTo>
                  <a:pt x="646" y="155"/>
                </a:lnTo>
                <a:lnTo>
                  <a:pt x="646" y="228"/>
                </a:lnTo>
                <a:lnTo>
                  <a:pt x="629" y="228"/>
                </a:lnTo>
                <a:lnTo>
                  <a:pt x="629" y="642"/>
                </a:lnTo>
                <a:lnTo>
                  <a:pt x="598" y="642"/>
                </a:lnTo>
                <a:lnTo>
                  <a:pt x="598" y="456"/>
                </a:lnTo>
                <a:lnTo>
                  <a:pt x="387" y="456"/>
                </a:lnTo>
                <a:lnTo>
                  <a:pt x="387" y="698"/>
                </a:lnTo>
                <a:lnTo>
                  <a:pt x="332" y="698"/>
                </a:lnTo>
                <a:lnTo>
                  <a:pt x="332" y="653"/>
                </a:lnTo>
                <a:lnTo>
                  <a:pt x="294" y="653"/>
                </a:lnTo>
                <a:lnTo>
                  <a:pt x="294" y="722"/>
                </a:lnTo>
                <a:lnTo>
                  <a:pt x="221" y="722"/>
                </a:lnTo>
                <a:lnTo>
                  <a:pt x="221" y="604"/>
                </a:lnTo>
                <a:lnTo>
                  <a:pt x="163" y="604"/>
                </a:lnTo>
                <a:lnTo>
                  <a:pt x="163" y="521"/>
                </a:lnTo>
                <a:lnTo>
                  <a:pt x="121" y="521"/>
                </a:lnTo>
                <a:lnTo>
                  <a:pt x="121" y="587"/>
                </a:lnTo>
                <a:lnTo>
                  <a:pt x="0" y="587"/>
                </a:lnTo>
                <a:lnTo>
                  <a:pt x="0" y="1503"/>
                </a:lnTo>
                <a:lnTo>
                  <a:pt x="0" y="2501"/>
                </a:lnTo>
                <a:lnTo>
                  <a:pt x="2394" y="2501"/>
                </a:lnTo>
                <a:lnTo>
                  <a:pt x="2394" y="1385"/>
                </a:lnTo>
                <a:close/>
              </a:path>
            </a:pathLst>
          </a:custGeom>
          <a:solidFill>
            <a:schemeClr val="accent2"/>
          </a:solidFill>
          <a:ln>
            <a:noFill/>
          </a:ln>
        </p:spPr>
        <p:txBody>
          <a:bodyPr vert="horz" wrap="square" lIns="89630" tIns="44814" rIns="89630" bIns="44814" numCol="1" anchor="t" anchorCtr="0" compatLnSpc="1">
            <a:prstTxWarp prst="textNoShape">
              <a:avLst/>
            </a:prstTxWarp>
          </a:bodyPr>
          <a:lstStyle/>
          <a:p>
            <a:pPr lvl="0"/>
            <a:endParaRPr lang="en-US" sz="1765"/>
          </a:p>
        </p:txBody>
      </p:sp>
      <p:sp>
        <p:nvSpPr>
          <p:cNvPr id="91" name="Freeform 20"/>
          <p:cNvSpPr>
            <a:spLocks noEditPoints="1"/>
          </p:cNvSpPr>
          <p:nvPr userDrawn="1"/>
        </p:nvSpPr>
        <p:spPr bwMode="auto">
          <a:xfrm>
            <a:off x="8105463" y="303198"/>
            <a:ext cx="535365" cy="5781420"/>
          </a:xfrm>
          <a:custGeom>
            <a:avLst/>
            <a:gdLst>
              <a:gd name="T0" fmla="*/ 51 w 93"/>
              <a:gd name="T1" fmla="*/ 1003 h 1003"/>
              <a:gd name="T2" fmla="*/ 51 w 93"/>
              <a:gd name="T3" fmla="*/ 1002 h 1003"/>
              <a:gd name="T4" fmla="*/ 42 w 93"/>
              <a:gd name="T5" fmla="*/ 1002 h 1003"/>
              <a:gd name="T6" fmla="*/ 42 w 93"/>
              <a:gd name="T7" fmla="*/ 1003 h 1003"/>
              <a:gd name="T8" fmla="*/ 0 w 93"/>
              <a:gd name="T9" fmla="*/ 1003 h 1003"/>
              <a:gd name="T10" fmla="*/ 34 w 93"/>
              <a:gd name="T11" fmla="*/ 384 h 1003"/>
              <a:gd name="T12" fmla="*/ 4 w 93"/>
              <a:gd name="T13" fmla="*/ 370 h 1003"/>
              <a:gd name="T14" fmla="*/ 13 w 93"/>
              <a:gd name="T15" fmla="*/ 360 h 1003"/>
              <a:gd name="T16" fmla="*/ 3 w 93"/>
              <a:gd name="T17" fmla="*/ 344 h 1003"/>
              <a:gd name="T18" fmla="*/ 15 w 93"/>
              <a:gd name="T19" fmla="*/ 325 h 1003"/>
              <a:gd name="T20" fmla="*/ 15 w 93"/>
              <a:gd name="T21" fmla="*/ 324 h 1003"/>
              <a:gd name="T22" fmla="*/ 29 w 93"/>
              <a:gd name="T23" fmla="*/ 309 h 1003"/>
              <a:gd name="T24" fmla="*/ 35 w 93"/>
              <a:gd name="T25" fmla="*/ 309 h 1003"/>
              <a:gd name="T26" fmla="*/ 35 w 93"/>
              <a:gd name="T27" fmla="*/ 300 h 1003"/>
              <a:gd name="T28" fmla="*/ 35 w 93"/>
              <a:gd name="T29" fmla="*/ 300 h 1003"/>
              <a:gd name="T30" fmla="*/ 29 w 93"/>
              <a:gd name="T31" fmla="*/ 294 h 1003"/>
              <a:gd name="T32" fmla="*/ 35 w 93"/>
              <a:gd name="T33" fmla="*/ 288 h 1003"/>
              <a:gd name="T34" fmla="*/ 35 w 93"/>
              <a:gd name="T35" fmla="*/ 288 h 1003"/>
              <a:gd name="T36" fmla="*/ 35 w 93"/>
              <a:gd name="T37" fmla="*/ 178 h 1003"/>
              <a:gd name="T38" fmla="*/ 58 w 93"/>
              <a:gd name="T39" fmla="*/ 178 h 1003"/>
              <a:gd name="T40" fmla="*/ 58 w 93"/>
              <a:gd name="T41" fmla="*/ 288 h 1003"/>
              <a:gd name="T42" fmla="*/ 58 w 93"/>
              <a:gd name="T43" fmla="*/ 288 h 1003"/>
              <a:gd name="T44" fmla="*/ 64 w 93"/>
              <a:gd name="T45" fmla="*/ 294 h 1003"/>
              <a:gd name="T46" fmla="*/ 58 w 93"/>
              <a:gd name="T47" fmla="*/ 300 h 1003"/>
              <a:gd name="T48" fmla="*/ 58 w 93"/>
              <a:gd name="T49" fmla="*/ 300 h 1003"/>
              <a:gd name="T50" fmla="*/ 58 w 93"/>
              <a:gd name="T51" fmla="*/ 309 h 1003"/>
              <a:gd name="T52" fmla="*/ 63 w 93"/>
              <a:gd name="T53" fmla="*/ 309 h 1003"/>
              <a:gd name="T54" fmla="*/ 78 w 93"/>
              <a:gd name="T55" fmla="*/ 324 h 1003"/>
              <a:gd name="T56" fmla="*/ 78 w 93"/>
              <a:gd name="T57" fmla="*/ 325 h 1003"/>
              <a:gd name="T58" fmla="*/ 90 w 93"/>
              <a:gd name="T59" fmla="*/ 344 h 1003"/>
              <a:gd name="T60" fmla="*/ 80 w 93"/>
              <a:gd name="T61" fmla="*/ 360 h 1003"/>
              <a:gd name="T62" fmla="*/ 89 w 93"/>
              <a:gd name="T63" fmla="*/ 370 h 1003"/>
              <a:gd name="T64" fmla="*/ 59 w 93"/>
              <a:gd name="T65" fmla="*/ 384 h 1003"/>
              <a:gd name="T66" fmla="*/ 93 w 93"/>
              <a:gd name="T67" fmla="*/ 1003 h 1003"/>
              <a:gd name="T68" fmla="*/ 51 w 93"/>
              <a:gd name="T69" fmla="*/ 1003 h 1003"/>
              <a:gd name="T70" fmla="*/ 63 w 93"/>
              <a:gd name="T71" fmla="*/ 177 h 1003"/>
              <a:gd name="T72" fmla="*/ 53 w 93"/>
              <a:gd name="T73" fmla="*/ 165 h 1003"/>
              <a:gd name="T74" fmla="*/ 53 w 93"/>
              <a:gd name="T75" fmla="*/ 94 h 1003"/>
              <a:gd name="T76" fmla="*/ 51 w 93"/>
              <a:gd name="T77" fmla="*/ 94 h 1003"/>
              <a:gd name="T78" fmla="*/ 51 w 93"/>
              <a:gd name="T79" fmla="*/ 66 h 1003"/>
              <a:gd name="T80" fmla="*/ 50 w 93"/>
              <a:gd name="T81" fmla="*/ 66 h 1003"/>
              <a:gd name="T82" fmla="*/ 50 w 93"/>
              <a:gd name="T83" fmla="*/ 35 h 1003"/>
              <a:gd name="T84" fmla="*/ 49 w 93"/>
              <a:gd name="T85" fmla="*/ 35 h 1003"/>
              <a:gd name="T86" fmla="*/ 49 w 93"/>
              <a:gd name="T87" fmla="*/ 0 h 1003"/>
              <a:gd name="T88" fmla="*/ 44 w 93"/>
              <a:gd name="T89" fmla="*/ 0 h 1003"/>
              <a:gd name="T90" fmla="*/ 44 w 93"/>
              <a:gd name="T91" fmla="*/ 35 h 1003"/>
              <a:gd name="T92" fmla="*/ 43 w 93"/>
              <a:gd name="T93" fmla="*/ 35 h 1003"/>
              <a:gd name="T94" fmla="*/ 43 w 93"/>
              <a:gd name="T95" fmla="*/ 66 h 1003"/>
              <a:gd name="T96" fmla="*/ 42 w 93"/>
              <a:gd name="T97" fmla="*/ 66 h 1003"/>
              <a:gd name="T98" fmla="*/ 42 w 93"/>
              <a:gd name="T99" fmla="*/ 94 h 1003"/>
              <a:gd name="T100" fmla="*/ 40 w 93"/>
              <a:gd name="T101" fmla="*/ 94 h 1003"/>
              <a:gd name="T102" fmla="*/ 40 w 93"/>
              <a:gd name="T103" fmla="*/ 165 h 1003"/>
              <a:gd name="T104" fmla="*/ 29 w 93"/>
              <a:gd name="T105" fmla="*/ 177 h 1003"/>
              <a:gd name="T106" fmla="*/ 29 w 93"/>
              <a:gd name="T107" fmla="*/ 177 h 1003"/>
              <a:gd name="T108" fmla="*/ 63 w 93"/>
              <a:gd name="T109" fmla="*/ 177 h 1003"/>
              <a:gd name="T110" fmla="*/ 63 w 93"/>
              <a:gd name="T111" fmla="*/ 177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3" h="1003">
                <a:moveTo>
                  <a:pt x="51" y="1003"/>
                </a:moveTo>
                <a:cubicBezTo>
                  <a:pt x="51" y="1002"/>
                  <a:pt x="51" y="1002"/>
                  <a:pt x="51" y="1002"/>
                </a:cubicBezTo>
                <a:cubicBezTo>
                  <a:pt x="42" y="1002"/>
                  <a:pt x="42" y="1002"/>
                  <a:pt x="42" y="1002"/>
                </a:cubicBezTo>
                <a:cubicBezTo>
                  <a:pt x="42" y="1003"/>
                  <a:pt x="42" y="1003"/>
                  <a:pt x="42" y="1003"/>
                </a:cubicBezTo>
                <a:cubicBezTo>
                  <a:pt x="0" y="1003"/>
                  <a:pt x="0" y="1003"/>
                  <a:pt x="0" y="1003"/>
                </a:cubicBezTo>
                <a:cubicBezTo>
                  <a:pt x="0" y="1003"/>
                  <a:pt x="25" y="599"/>
                  <a:pt x="34" y="384"/>
                </a:cubicBezTo>
                <a:cubicBezTo>
                  <a:pt x="17" y="382"/>
                  <a:pt x="4" y="377"/>
                  <a:pt x="4" y="370"/>
                </a:cubicBezTo>
                <a:cubicBezTo>
                  <a:pt x="4" y="366"/>
                  <a:pt x="8" y="363"/>
                  <a:pt x="13" y="360"/>
                </a:cubicBezTo>
                <a:cubicBezTo>
                  <a:pt x="7" y="356"/>
                  <a:pt x="3" y="350"/>
                  <a:pt x="3" y="344"/>
                </a:cubicBezTo>
                <a:cubicBezTo>
                  <a:pt x="3" y="336"/>
                  <a:pt x="8" y="330"/>
                  <a:pt x="15" y="325"/>
                </a:cubicBezTo>
                <a:cubicBezTo>
                  <a:pt x="15" y="324"/>
                  <a:pt x="15" y="324"/>
                  <a:pt x="15" y="324"/>
                </a:cubicBezTo>
                <a:cubicBezTo>
                  <a:pt x="15" y="316"/>
                  <a:pt x="22" y="309"/>
                  <a:pt x="29" y="309"/>
                </a:cubicBezTo>
                <a:cubicBezTo>
                  <a:pt x="35" y="309"/>
                  <a:pt x="35" y="309"/>
                  <a:pt x="35" y="309"/>
                </a:cubicBezTo>
                <a:cubicBezTo>
                  <a:pt x="35" y="300"/>
                  <a:pt x="35" y="300"/>
                  <a:pt x="35" y="300"/>
                </a:cubicBezTo>
                <a:cubicBezTo>
                  <a:pt x="35" y="300"/>
                  <a:pt x="35" y="300"/>
                  <a:pt x="35" y="300"/>
                </a:cubicBezTo>
                <a:cubicBezTo>
                  <a:pt x="31" y="300"/>
                  <a:pt x="29" y="297"/>
                  <a:pt x="29" y="294"/>
                </a:cubicBezTo>
                <a:cubicBezTo>
                  <a:pt x="29" y="291"/>
                  <a:pt x="31" y="288"/>
                  <a:pt x="35" y="288"/>
                </a:cubicBezTo>
                <a:cubicBezTo>
                  <a:pt x="35" y="288"/>
                  <a:pt x="35" y="288"/>
                  <a:pt x="35" y="288"/>
                </a:cubicBezTo>
                <a:cubicBezTo>
                  <a:pt x="35" y="178"/>
                  <a:pt x="35" y="178"/>
                  <a:pt x="35" y="178"/>
                </a:cubicBezTo>
                <a:cubicBezTo>
                  <a:pt x="58" y="178"/>
                  <a:pt x="58" y="178"/>
                  <a:pt x="58" y="178"/>
                </a:cubicBezTo>
                <a:cubicBezTo>
                  <a:pt x="58" y="288"/>
                  <a:pt x="58" y="288"/>
                  <a:pt x="58" y="288"/>
                </a:cubicBezTo>
                <a:cubicBezTo>
                  <a:pt x="58" y="288"/>
                  <a:pt x="58" y="288"/>
                  <a:pt x="58" y="288"/>
                </a:cubicBezTo>
                <a:cubicBezTo>
                  <a:pt x="62" y="288"/>
                  <a:pt x="64" y="291"/>
                  <a:pt x="64" y="294"/>
                </a:cubicBezTo>
                <a:cubicBezTo>
                  <a:pt x="64" y="297"/>
                  <a:pt x="62" y="300"/>
                  <a:pt x="58" y="300"/>
                </a:cubicBezTo>
                <a:cubicBezTo>
                  <a:pt x="58" y="300"/>
                  <a:pt x="58" y="300"/>
                  <a:pt x="58" y="300"/>
                </a:cubicBezTo>
                <a:cubicBezTo>
                  <a:pt x="58" y="309"/>
                  <a:pt x="58" y="309"/>
                  <a:pt x="58" y="309"/>
                </a:cubicBezTo>
                <a:cubicBezTo>
                  <a:pt x="63" y="309"/>
                  <a:pt x="63" y="309"/>
                  <a:pt x="63" y="309"/>
                </a:cubicBezTo>
                <a:cubicBezTo>
                  <a:pt x="71" y="309"/>
                  <a:pt x="78" y="316"/>
                  <a:pt x="78" y="324"/>
                </a:cubicBezTo>
                <a:cubicBezTo>
                  <a:pt x="78" y="325"/>
                  <a:pt x="78" y="325"/>
                  <a:pt x="78" y="325"/>
                </a:cubicBezTo>
                <a:cubicBezTo>
                  <a:pt x="85" y="330"/>
                  <a:pt x="90" y="336"/>
                  <a:pt x="90" y="344"/>
                </a:cubicBezTo>
                <a:cubicBezTo>
                  <a:pt x="90" y="350"/>
                  <a:pt x="86" y="356"/>
                  <a:pt x="80" y="360"/>
                </a:cubicBezTo>
                <a:cubicBezTo>
                  <a:pt x="85" y="363"/>
                  <a:pt x="89" y="366"/>
                  <a:pt x="89" y="370"/>
                </a:cubicBezTo>
                <a:cubicBezTo>
                  <a:pt x="89" y="377"/>
                  <a:pt x="76" y="382"/>
                  <a:pt x="59" y="384"/>
                </a:cubicBezTo>
                <a:cubicBezTo>
                  <a:pt x="68" y="599"/>
                  <a:pt x="93" y="1003"/>
                  <a:pt x="93" y="1003"/>
                </a:cubicBezTo>
                <a:lnTo>
                  <a:pt x="51" y="1003"/>
                </a:lnTo>
                <a:close/>
                <a:moveTo>
                  <a:pt x="63" y="177"/>
                </a:moveTo>
                <a:cubicBezTo>
                  <a:pt x="63" y="171"/>
                  <a:pt x="59" y="167"/>
                  <a:pt x="53" y="165"/>
                </a:cubicBezTo>
                <a:cubicBezTo>
                  <a:pt x="53" y="94"/>
                  <a:pt x="53" y="94"/>
                  <a:pt x="53" y="94"/>
                </a:cubicBezTo>
                <a:cubicBezTo>
                  <a:pt x="51" y="94"/>
                  <a:pt x="51" y="94"/>
                  <a:pt x="51" y="94"/>
                </a:cubicBezTo>
                <a:cubicBezTo>
                  <a:pt x="51" y="66"/>
                  <a:pt x="51" y="66"/>
                  <a:pt x="51" y="66"/>
                </a:cubicBezTo>
                <a:cubicBezTo>
                  <a:pt x="50" y="66"/>
                  <a:pt x="50" y="66"/>
                  <a:pt x="50" y="66"/>
                </a:cubicBezTo>
                <a:cubicBezTo>
                  <a:pt x="50" y="35"/>
                  <a:pt x="50" y="35"/>
                  <a:pt x="50" y="35"/>
                </a:cubicBezTo>
                <a:cubicBezTo>
                  <a:pt x="49" y="35"/>
                  <a:pt x="49" y="35"/>
                  <a:pt x="49" y="35"/>
                </a:cubicBezTo>
                <a:cubicBezTo>
                  <a:pt x="49" y="0"/>
                  <a:pt x="49" y="0"/>
                  <a:pt x="49" y="0"/>
                </a:cubicBezTo>
                <a:cubicBezTo>
                  <a:pt x="44" y="0"/>
                  <a:pt x="44" y="0"/>
                  <a:pt x="44" y="0"/>
                </a:cubicBezTo>
                <a:cubicBezTo>
                  <a:pt x="44" y="35"/>
                  <a:pt x="44" y="35"/>
                  <a:pt x="44" y="35"/>
                </a:cubicBezTo>
                <a:cubicBezTo>
                  <a:pt x="43" y="35"/>
                  <a:pt x="43" y="35"/>
                  <a:pt x="43" y="35"/>
                </a:cubicBezTo>
                <a:cubicBezTo>
                  <a:pt x="43" y="66"/>
                  <a:pt x="43" y="66"/>
                  <a:pt x="43" y="66"/>
                </a:cubicBezTo>
                <a:cubicBezTo>
                  <a:pt x="42" y="66"/>
                  <a:pt x="42" y="66"/>
                  <a:pt x="42" y="66"/>
                </a:cubicBezTo>
                <a:cubicBezTo>
                  <a:pt x="42" y="94"/>
                  <a:pt x="42" y="94"/>
                  <a:pt x="42" y="94"/>
                </a:cubicBezTo>
                <a:cubicBezTo>
                  <a:pt x="40" y="94"/>
                  <a:pt x="40" y="94"/>
                  <a:pt x="40" y="94"/>
                </a:cubicBezTo>
                <a:cubicBezTo>
                  <a:pt x="40" y="165"/>
                  <a:pt x="40" y="165"/>
                  <a:pt x="40" y="165"/>
                </a:cubicBezTo>
                <a:cubicBezTo>
                  <a:pt x="34" y="167"/>
                  <a:pt x="29" y="171"/>
                  <a:pt x="29" y="177"/>
                </a:cubicBezTo>
                <a:cubicBezTo>
                  <a:pt x="29" y="177"/>
                  <a:pt x="29" y="177"/>
                  <a:pt x="29" y="177"/>
                </a:cubicBezTo>
                <a:cubicBezTo>
                  <a:pt x="63" y="177"/>
                  <a:pt x="63" y="177"/>
                  <a:pt x="63" y="177"/>
                </a:cubicBezTo>
                <a:cubicBezTo>
                  <a:pt x="63" y="177"/>
                  <a:pt x="63" y="177"/>
                  <a:pt x="63" y="177"/>
                </a:cubicBezTo>
                <a:close/>
              </a:path>
            </a:pathLst>
          </a:custGeom>
          <a:solidFill>
            <a:schemeClr val="accent4">
              <a:lumMod val="50000"/>
            </a:schemeClr>
          </a:solidFill>
          <a:ln>
            <a:noFill/>
          </a:ln>
        </p:spPr>
        <p:txBody>
          <a:bodyPr vert="horz" wrap="square" lIns="89630" tIns="44814" rIns="89630" bIns="44814" numCol="1" anchor="t" anchorCtr="0" compatLnSpc="1">
            <a:prstTxWarp prst="textNoShape">
              <a:avLst/>
            </a:prstTxWarp>
          </a:bodyPr>
          <a:lstStyle/>
          <a:p>
            <a:endParaRPr lang="en-US" sz="1765"/>
          </a:p>
        </p:txBody>
      </p:sp>
      <p:pic>
        <p:nvPicPr>
          <p:cNvPr id="19" name="Picture 18" hidden="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0204" y="6119147"/>
            <a:ext cx="1253377" cy="268786"/>
          </a:xfrm>
          <a:prstGeom prst="rect">
            <a:avLst/>
          </a:prstGeom>
        </p:spPr>
      </p:pic>
      <p:pic>
        <p:nvPicPr>
          <p:cNvPr id="8" name="Picture 7"/>
          <p:cNvPicPr>
            <a:picLocks noChangeAspect="1"/>
          </p:cNvPicPr>
          <p:nvPr userDrawn="1"/>
        </p:nvPicPr>
        <p:blipFill rotWithShape="1">
          <a:blip r:embed="rId3" cstate="screen">
            <a:extLst>
              <a:ext uri="{28A0092B-C50C-407E-A947-70E740481C1C}">
                <a14:useLocalDpi xmlns:a14="http://schemas.microsoft.com/office/drawing/2010/main"/>
              </a:ext>
            </a:extLst>
          </a:blip>
          <a:srcRect b="1380"/>
          <a:stretch/>
        </p:blipFill>
        <p:spPr bwMode="invGray">
          <a:xfrm>
            <a:off x="448213" y="470067"/>
            <a:ext cx="1421436" cy="300619"/>
          </a:xfrm>
          <a:prstGeom prst="rect">
            <a:avLst/>
          </a:prstGeom>
        </p:spPr>
      </p:pic>
      <p:grpSp>
        <p:nvGrpSpPr>
          <p:cNvPr id="6" name="Group 4"/>
          <p:cNvGrpSpPr>
            <a:grpSpLocks noChangeAspect="1"/>
          </p:cNvGrpSpPr>
          <p:nvPr userDrawn="1"/>
        </p:nvGrpSpPr>
        <p:grpSpPr bwMode="auto">
          <a:xfrm>
            <a:off x="386689" y="1299380"/>
            <a:ext cx="2541690" cy="2909434"/>
            <a:chOff x="1343" y="-743"/>
            <a:chExt cx="5148" cy="5892"/>
          </a:xfrm>
          <a:solidFill>
            <a:schemeClr val="tx1"/>
          </a:solidFill>
        </p:grpSpPr>
        <p:sp>
          <p:nvSpPr>
            <p:cNvPr id="11" name="Freeform 5"/>
            <p:cNvSpPr>
              <a:spLocks/>
            </p:cNvSpPr>
            <p:nvPr userDrawn="1"/>
          </p:nvSpPr>
          <p:spPr bwMode="auto">
            <a:xfrm>
              <a:off x="1426" y="-689"/>
              <a:ext cx="745" cy="743"/>
            </a:xfrm>
            <a:custGeom>
              <a:avLst/>
              <a:gdLst>
                <a:gd name="T0" fmla="*/ 315 w 315"/>
                <a:gd name="T1" fmla="*/ 314 h 314"/>
                <a:gd name="T2" fmla="*/ 279 w 315"/>
                <a:gd name="T3" fmla="*/ 314 h 314"/>
                <a:gd name="T4" fmla="*/ 279 w 315"/>
                <a:gd name="T5" fmla="*/ 103 h 314"/>
                <a:gd name="T6" fmla="*/ 282 w 315"/>
                <a:gd name="T7" fmla="*/ 42 h 314"/>
                <a:gd name="T8" fmla="*/ 281 w 315"/>
                <a:gd name="T9" fmla="*/ 42 h 314"/>
                <a:gd name="T10" fmla="*/ 272 w 315"/>
                <a:gd name="T11" fmla="*/ 72 h 314"/>
                <a:gd name="T12" fmla="*/ 166 w 315"/>
                <a:gd name="T13" fmla="*/ 314 h 314"/>
                <a:gd name="T14" fmla="*/ 149 w 315"/>
                <a:gd name="T15" fmla="*/ 314 h 314"/>
                <a:gd name="T16" fmla="*/ 43 w 315"/>
                <a:gd name="T17" fmla="*/ 74 h 314"/>
                <a:gd name="T18" fmla="*/ 34 w 315"/>
                <a:gd name="T19" fmla="*/ 42 h 314"/>
                <a:gd name="T20" fmla="*/ 33 w 315"/>
                <a:gd name="T21" fmla="*/ 42 h 314"/>
                <a:gd name="T22" fmla="*/ 35 w 315"/>
                <a:gd name="T23" fmla="*/ 103 h 314"/>
                <a:gd name="T24" fmla="*/ 35 w 315"/>
                <a:gd name="T25" fmla="*/ 314 h 314"/>
                <a:gd name="T26" fmla="*/ 0 w 315"/>
                <a:gd name="T27" fmla="*/ 314 h 314"/>
                <a:gd name="T28" fmla="*/ 0 w 315"/>
                <a:gd name="T29" fmla="*/ 0 h 314"/>
                <a:gd name="T30" fmla="*/ 48 w 315"/>
                <a:gd name="T31" fmla="*/ 0 h 314"/>
                <a:gd name="T32" fmla="*/ 142 w 315"/>
                <a:gd name="T33" fmla="*/ 219 h 314"/>
                <a:gd name="T34" fmla="*/ 156 w 315"/>
                <a:gd name="T35" fmla="*/ 256 h 314"/>
                <a:gd name="T36" fmla="*/ 158 w 315"/>
                <a:gd name="T37" fmla="*/ 256 h 314"/>
                <a:gd name="T38" fmla="*/ 173 w 315"/>
                <a:gd name="T39" fmla="*/ 218 h 314"/>
                <a:gd name="T40" fmla="*/ 270 w 315"/>
                <a:gd name="T41" fmla="*/ 0 h 314"/>
                <a:gd name="T42" fmla="*/ 315 w 315"/>
                <a:gd name="T43" fmla="*/ 0 h 314"/>
                <a:gd name="T44" fmla="*/ 315 w 315"/>
                <a:gd name="T45" fmla="*/ 3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5" h="314">
                  <a:moveTo>
                    <a:pt x="315" y="314"/>
                  </a:moveTo>
                  <a:cubicBezTo>
                    <a:pt x="279" y="314"/>
                    <a:pt x="279" y="314"/>
                    <a:pt x="279" y="314"/>
                  </a:cubicBezTo>
                  <a:cubicBezTo>
                    <a:pt x="279" y="103"/>
                    <a:pt x="279" y="103"/>
                    <a:pt x="279" y="103"/>
                  </a:cubicBezTo>
                  <a:cubicBezTo>
                    <a:pt x="279" y="86"/>
                    <a:pt x="280" y="66"/>
                    <a:pt x="282" y="42"/>
                  </a:cubicBezTo>
                  <a:cubicBezTo>
                    <a:pt x="281" y="42"/>
                    <a:pt x="281" y="42"/>
                    <a:pt x="281" y="42"/>
                  </a:cubicBezTo>
                  <a:cubicBezTo>
                    <a:pt x="277" y="56"/>
                    <a:pt x="274" y="66"/>
                    <a:pt x="272" y="72"/>
                  </a:cubicBezTo>
                  <a:cubicBezTo>
                    <a:pt x="166" y="314"/>
                    <a:pt x="166" y="314"/>
                    <a:pt x="166" y="314"/>
                  </a:cubicBezTo>
                  <a:cubicBezTo>
                    <a:pt x="149" y="314"/>
                    <a:pt x="149" y="314"/>
                    <a:pt x="149" y="314"/>
                  </a:cubicBezTo>
                  <a:cubicBezTo>
                    <a:pt x="43" y="74"/>
                    <a:pt x="43" y="74"/>
                    <a:pt x="43" y="74"/>
                  </a:cubicBezTo>
                  <a:cubicBezTo>
                    <a:pt x="40" y="68"/>
                    <a:pt x="37" y="57"/>
                    <a:pt x="34" y="42"/>
                  </a:cubicBezTo>
                  <a:cubicBezTo>
                    <a:pt x="33" y="42"/>
                    <a:pt x="33" y="42"/>
                    <a:pt x="33" y="42"/>
                  </a:cubicBezTo>
                  <a:cubicBezTo>
                    <a:pt x="34" y="54"/>
                    <a:pt x="35" y="75"/>
                    <a:pt x="35" y="103"/>
                  </a:cubicBezTo>
                  <a:cubicBezTo>
                    <a:pt x="35" y="314"/>
                    <a:pt x="35" y="314"/>
                    <a:pt x="35" y="314"/>
                  </a:cubicBezTo>
                  <a:cubicBezTo>
                    <a:pt x="0" y="314"/>
                    <a:pt x="0" y="314"/>
                    <a:pt x="0" y="314"/>
                  </a:cubicBezTo>
                  <a:cubicBezTo>
                    <a:pt x="0" y="0"/>
                    <a:pt x="0" y="0"/>
                    <a:pt x="0" y="0"/>
                  </a:cubicBezTo>
                  <a:cubicBezTo>
                    <a:pt x="48" y="0"/>
                    <a:pt x="48" y="0"/>
                    <a:pt x="48" y="0"/>
                  </a:cubicBezTo>
                  <a:cubicBezTo>
                    <a:pt x="142" y="219"/>
                    <a:pt x="142" y="219"/>
                    <a:pt x="142" y="219"/>
                  </a:cubicBezTo>
                  <a:cubicBezTo>
                    <a:pt x="150" y="235"/>
                    <a:pt x="154" y="248"/>
                    <a:pt x="156" y="256"/>
                  </a:cubicBezTo>
                  <a:cubicBezTo>
                    <a:pt x="158" y="256"/>
                    <a:pt x="158" y="256"/>
                    <a:pt x="158" y="256"/>
                  </a:cubicBezTo>
                  <a:cubicBezTo>
                    <a:pt x="165" y="236"/>
                    <a:pt x="170" y="223"/>
                    <a:pt x="173" y="218"/>
                  </a:cubicBezTo>
                  <a:cubicBezTo>
                    <a:pt x="270" y="0"/>
                    <a:pt x="270" y="0"/>
                    <a:pt x="270" y="0"/>
                  </a:cubicBezTo>
                  <a:cubicBezTo>
                    <a:pt x="315" y="0"/>
                    <a:pt x="315" y="0"/>
                    <a:pt x="315" y="0"/>
                  </a:cubicBezTo>
                  <a:lnTo>
                    <a:pt x="315" y="3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12" name="Freeform 6"/>
            <p:cNvSpPr>
              <a:spLocks noEditPoints="1"/>
            </p:cNvSpPr>
            <p:nvPr userDrawn="1"/>
          </p:nvSpPr>
          <p:spPr bwMode="auto">
            <a:xfrm>
              <a:off x="2339" y="-722"/>
              <a:ext cx="111" cy="776"/>
            </a:xfrm>
            <a:custGeom>
              <a:avLst/>
              <a:gdLst>
                <a:gd name="T0" fmla="*/ 47 w 47"/>
                <a:gd name="T1" fmla="*/ 23 h 328"/>
                <a:gd name="T2" fmla="*/ 40 w 47"/>
                <a:gd name="T3" fmla="*/ 40 h 328"/>
                <a:gd name="T4" fmla="*/ 23 w 47"/>
                <a:gd name="T5" fmla="*/ 46 h 328"/>
                <a:gd name="T6" fmla="*/ 7 w 47"/>
                <a:gd name="T7" fmla="*/ 40 h 328"/>
                <a:gd name="T8" fmla="*/ 0 w 47"/>
                <a:gd name="T9" fmla="*/ 23 h 328"/>
                <a:gd name="T10" fmla="*/ 7 w 47"/>
                <a:gd name="T11" fmla="*/ 7 h 328"/>
                <a:gd name="T12" fmla="*/ 23 w 47"/>
                <a:gd name="T13" fmla="*/ 0 h 328"/>
                <a:gd name="T14" fmla="*/ 40 w 47"/>
                <a:gd name="T15" fmla="*/ 7 h 328"/>
                <a:gd name="T16" fmla="*/ 47 w 47"/>
                <a:gd name="T17" fmla="*/ 23 h 328"/>
                <a:gd name="T18" fmla="*/ 41 w 47"/>
                <a:gd name="T19" fmla="*/ 328 h 328"/>
                <a:gd name="T20" fmla="*/ 5 w 47"/>
                <a:gd name="T21" fmla="*/ 328 h 328"/>
                <a:gd name="T22" fmla="*/ 5 w 47"/>
                <a:gd name="T23" fmla="*/ 103 h 328"/>
                <a:gd name="T24" fmla="*/ 41 w 47"/>
                <a:gd name="T25" fmla="*/ 103 h 328"/>
                <a:gd name="T26" fmla="*/ 41 w 47"/>
                <a:gd name="T27"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328">
                  <a:moveTo>
                    <a:pt x="47" y="23"/>
                  </a:moveTo>
                  <a:cubicBezTo>
                    <a:pt x="47" y="30"/>
                    <a:pt x="44" y="35"/>
                    <a:pt x="40" y="40"/>
                  </a:cubicBezTo>
                  <a:cubicBezTo>
                    <a:pt x="35" y="44"/>
                    <a:pt x="30" y="46"/>
                    <a:pt x="23" y="46"/>
                  </a:cubicBezTo>
                  <a:cubicBezTo>
                    <a:pt x="17" y="46"/>
                    <a:pt x="11" y="44"/>
                    <a:pt x="7" y="40"/>
                  </a:cubicBezTo>
                  <a:cubicBezTo>
                    <a:pt x="3" y="36"/>
                    <a:pt x="0" y="30"/>
                    <a:pt x="0" y="23"/>
                  </a:cubicBezTo>
                  <a:cubicBezTo>
                    <a:pt x="0" y="17"/>
                    <a:pt x="2" y="11"/>
                    <a:pt x="7" y="7"/>
                  </a:cubicBezTo>
                  <a:cubicBezTo>
                    <a:pt x="11" y="2"/>
                    <a:pt x="17" y="0"/>
                    <a:pt x="23" y="0"/>
                  </a:cubicBezTo>
                  <a:cubicBezTo>
                    <a:pt x="30" y="0"/>
                    <a:pt x="35" y="2"/>
                    <a:pt x="40" y="7"/>
                  </a:cubicBezTo>
                  <a:cubicBezTo>
                    <a:pt x="44" y="11"/>
                    <a:pt x="47" y="17"/>
                    <a:pt x="47" y="23"/>
                  </a:cubicBezTo>
                  <a:close/>
                  <a:moveTo>
                    <a:pt x="41" y="328"/>
                  </a:moveTo>
                  <a:cubicBezTo>
                    <a:pt x="5" y="328"/>
                    <a:pt x="5" y="328"/>
                    <a:pt x="5" y="328"/>
                  </a:cubicBezTo>
                  <a:cubicBezTo>
                    <a:pt x="5" y="103"/>
                    <a:pt x="5" y="103"/>
                    <a:pt x="5" y="103"/>
                  </a:cubicBezTo>
                  <a:cubicBezTo>
                    <a:pt x="41" y="103"/>
                    <a:pt x="41" y="103"/>
                    <a:pt x="41" y="103"/>
                  </a:cubicBezTo>
                  <a:lnTo>
                    <a:pt x="41" y="3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14" name="Freeform 7"/>
            <p:cNvSpPr>
              <a:spLocks/>
            </p:cNvSpPr>
            <p:nvPr userDrawn="1"/>
          </p:nvSpPr>
          <p:spPr bwMode="auto">
            <a:xfrm>
              <a:off x="2564" y="-490"/>
              <a:ext cx="393" cy="555"/>
            </a:xfrm>
            <a:custGeom>
              <a:avLst/>
              <a:gdLst>
                <a:gd name="T0" fmla="*/ 166 w 166"/>
                <a:gd name="T1" fmla="*/ 219 h 235"/>
                <a:gd name="T2" fmla="*/ 105 w 166"/>
                <a:gd name="T3" fmla="*/ 235 h 235"/>
                <a:gd name="T4" fmla="*/ 51 w 166"/>
                <a:gd name="T5" fmla="*/ 221 h 235"/>
                <a:gd name="T6" fmla="*/ 14 w 166"/>
                <a:gd name="T7" fmla="*/ 181 h 235"/>
                <a:gd name="T8" fmla="*/ 0 w 166"/>
                <a:gd name="T9" fmla="*/ 123 h 235"/>
                <a:gd name="T10" fmla="*/ 32 w 166"/>
                <a:gd name="T11" fmla="*/ 34 h 235"/>
                <a:gd name="T12" fmla="*/ 115 w 166"/>
                <a:gd name="T13" fmla="*/ 0 h 235"/>
                <a:gd name="T14" fmla="*/ 166 w 166"/>
                <a:gd name="T15" fmla="*/ 11 h 235"/>
                <a:gd name="T16" fmla="*/ 166 w 166"/>
                <a:gd name="T17" fmla="*/ 48 h 235"/>
                <a:gd name="T18" fmla="*/ 114 w 166"/>
                <a:gd name="T19" fmla="*/ 31 h 235"/>
                <a:gd name="T20" fmla="*/ 58 w 166"/>
                <a:gd name="T21" fmla="*/ 55 h 235"/>
                <a:gd name="T22" fmla="*/ 37 w 166"/>
                <a:gd name="T23" fmla="*/ 120 h 235"/>
                <a:gd name="T24" fmla="*/ 57 w 166"/>
                <a:gd name="T25" fmla="*/ 182 h 235"/>
                <a:gd name="T26" fmla="*/ 111 w 166"/>
                <a:gd name="T27" fmla="*/ 204 h 235"/>
                <a:gd name="T28" fmla="*/ 166 w 166"/>
                <a:gd name="T29" fmla="*/ 185 h 235"/>
                <a:gd name="T30" fmla="*/ 166 w 166"/>
                <a:gd name="T31" fmla="*/ 219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6" h="235">
                  <a:moveTo>
                    <a:pt x="166" y="219"/>
                  </a:moveTo>
                  <a:cubicBezTo>
                    <a:pt x="149" y="230"/>
                    <a:pt x="129" y="235"/>
                    <a:pt x="105" y="235"/>
                  </a:cubicBezTo>
                  <a:cubicBezTo>
                    <a:pt x="85" y="235"/>
                    <a:pt x="67" y="230"/>
                    <a:pt x="51" y="221"/>
                  </a:cubicBezTo>
                  <a:cubicBezTo>
                    <a:pt x="35" y="212"/>
                    <a:pt x="23" y="198"/>
                    <a:pt x="14" y="181"/>
                  </a:cubicBezTo>
                  <a:cubicBezTo>
                    <a:pt x="5" y="164"/>
                    <a:pt x="0" y="144"/>
                    <a:pt x="0" y="123"/>
                  </a:cubicBezTo>
                  <a:cubicBezTo>
                    <a:pt x="0" y="86"/>
                    <a:pt x="11" y="56"/>
                    <a:pt x="32" y="34"/>
                  </a:cubicBezTo>
                  <a:cubicBezTo>
                    <a:pt x="53" y="11"/>
                    <a:pt x="80" y="0"/>
                    <a:pt x="115" y="0"/>
                  </a:cubicBezTo>
                  <a:cubicBezTo>
                    <a:pt x="134" y="0"/>
                    <a:pt x="151" y="4"/>
                    <a:pt x="166" y="11"/>
                  </a:cubicBezTo>
                  <a:cubicBezTo>
                    <a:pt x="166" y="48"/>
                    <a:pt x="166" y="48"/>
                    <a:pt x="166" y="48"/>
                  </a:cubicBezTo>
                  <a:cubicBezTo>
                    <a:pt x="150" y="36"/>
                    <a:pt x="132" y="31"/>
                    <a:pt x="114" y="31"/>
                  </a:cubicBezTo>
                  <a:cubicBezTo>
                    <a:pt x="91" y="31"/>
                    <a:pt x="72" y="39"/>
                    <a:pt x="58" y="55"/>
                  </a:cubicBezTo>
                  <a:cubicBezTo>
                    <a:pt x="44" y="72"/>
                    <a:pt x="37" y="93"/>
                    <a:pt x="37" y="120"/>
                  </a:cubicBezTo>
                  <a:cubicBezTo>
                    <a:pt x="37" y="146"/>
                    <a:pt x="43" y="166"/>
                    <a:pt x="57" y="182"/>
                  </a:cubicBezTo>
                  <a:cubicBezTo>
                    <a:pt x="70" y="197"/>
                    <a:pt x="89" y="204"/>
                    <a:pt x="111" y="204"/>
                  </a:cubicBezTo>
                  <a:cubicBezTo>
                    <a:pt x="131" y="204"/>
                    <a:pt x="149" y="198"/>
                    <a:pt x="166" y="185"/>
                  </a:cubicBezTo>
                  <a:lnTo>
                    <a:pt x="166" y="2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15" name="Freeform 8"/>
            <p:cNvSpPr>
              <a:spLocks/>
            </p:cNvSpPr>
            <p:nvPr userDrawn="1"/>
          </p:nvSpPr>
          <p:spPr bwMode="auto">
            <a:xfrm>
              <a:off x="3082" y="-488"/>
              <a:ext cx="272" cy="542"/>
            </a:xfrm>
            <a:custGeom>
              <a:avLst/>
              <a:gdLst>
                <a:gd name="T0" fmla="*/ 115 w 115"/>
                <a:gd name="T1" fmla="*/ 41 h 229"/>
                <a:gd name="T2" fmla="*/ 88 w 115"/>
                <a:gd name="T3" fmla="*/ 33 h 229"/>
                <a:gd name="T4" fmla="*/ 50 w 115"/>
                <a:gd name="T5" fmla="*/ 56 h 229"/>
                <a:gd name="T6" fmla="*/ 36 w 115"/>
                <a:gd name="T7" fmla="*/ 114 h 229"/>
                <a:gd name="T8" fmla="*/ 36 w 115"/>
                <a:gd name="T9" fmla="*/ 229 h 229"/>
                <a:gd name="T10" fmla="*/ 0 w 115"/>
                <a:gd name="T11" fmla="*/ 229 h 229"/>
                <a:gd name="T12" fmla="*/ 0 w 115"/>
                <a:gd name="T13" fmla="*/ 4 h 229"/>
                <a:gd name="T14" fmla="*/ 36 w 115"/>
                <a:gd name="T15" fmla="*/ 4 h 229"/>
                <a:gd name="T16" fmla="*/ 36 w 115"/>
                <a:gd name="T17" fmla="*/ 51 h 229"/>
                <a:gd name="T18" fmla="*/ 36 w 115"/>
                <a:gd name="T19" fmla="*/ 51 h 229"/>
                <a:gd name="T20" fmla="*/ 59 w 115"/>
                <a:gd name="T21" fmla="*/ 14 h 229"/>
                <a:gd name="T22" fmla="*/ 94 w 115"/>
                <a:gd name="T23" fmla="*/ 0 h 229"/>
                <a:gd name="T24" fmla="*/ 115 w 115"/>
                <a:gd name="T25" fmla="*/ 3 h 229"/>
                <a:gd name="T26" fmla="*/ 115 w 115"/>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229">
                  <a:moveTo>
                    <a:pt x="115" y="41"/>
                  </a:moveTo>
                  <a:cubicBezTo>
                    <a:pt x="109" y="36"/>
                    <a:pt x="100" y="33"/>
                    <a:pt x="88" y="33"/>
                  </a:cubicBezTo>
                  <a:cubicBezTo>
                    <a:pt x="73" y="33"/>
                    <a:pt x="60" y="41"/>
                    <a:pt x="50" y="56"/>
                  </a:cubicBezTo>
                  <a:cubicBezTo>
                    <a:pt x="40" y="71"/>
                    <a:pt x="36" y="90"/>
                    <a:pt x="36" y="114"/>
                  </a:cubicBezTo>
                  <a:cubicBezTo>
                    <a:pt x="36" y="229"/>
                    <a:pt x="36" y="229"/>
                    <a:pt x="36" y="229"/>
                  </a:cubicBezTo>
                  <a:cubicBezTo>
                    <a:pt x="0" y="229"/>
                    <a:pt x="0" y="229"/>
                    <a:pt x="0" y="229"/>
                  </a:cubicBezTo>
                  <a:cubicBezTo>
                    <a:pt x="0" y="4"/>
                    <a:pt x="0" y="4"/>
                    <a:pt x="0" y="4"/>
                  </a:cubicBezTo>
                  <a:cubicBezTo>
                    <a:pt x="36" y="4"/>
                    <a:pt x="36" y="4"/>
                    <a:pt x="36" y="4"/>
                  </a:cubicBezTo>
                  <a:cubicBezTo>
                    <a:pt x="36" y="51"/>
                    <a:pt x="36" y="51"/>
                    <a:pt x="36" y="51"/>
                  </a:cubicBezTo>
                  <a:cubicBezTo>
                    <a:pt x="36" y="51"/>
                    <a:pt x="36" y="51"/>
                    <a:pt x="36" y="51"/>
                  </a:cubicBezTo>
                  <a:cubicBezTo>
                    <a:pt x="41" y="35"/>
                    <a:pt x="49" y="23"/>
                    <a:pt x="59" y="14"/>
                  </a:cubicBezTo>
                  <a:cubicBezTo>
                    <a:pt x="69" y="5"/>
                    <a:pt x="81" y="0"/>
                    <a:pt x="94" y="0"/>
                  </a:cubicBezTo>
                  <a:cubicBezTo>
                    <a:pt x="103" y="0"/>
                    <a:pt x="110" y="1"/>
                    <a:pt x="115" y="3"/>
                  </a:cubicBezTo>
                  <a:lnTo>
                    <a:pt x="11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16" name="Freeform 9"/>
            <p:cNvSpPr>
              <a:spLocks noEditPoints="1"/>
            </p:cNvSpPr>
            <p:nvPr userDrawn="1"/>
          </p:nvSpPr>
          <p:spPr bwMode="auto">
            <a:xfrm>
              <a:off x="3392" y="-490"/>
              <a:ext cx="513" cy="555"/>
            </a:xfrm>
            <a:custGeom>
              <a:avLst/>
              <a:gdLst>
                <a:gd name="T0" fmla="*/ 217 w 217"/>
                <a:gd name="T1" fmla="*/ 117 h 235"/>
                <a:gd name="T2" fmla="*/ 188 w 217"/>
                <a:gd name="T3" fmla="*/ 203 h 235"/>
                <a:gd name="T4" fmla="*/ 108 w 217"/>
                <a:gd name="T5" fmla="*/ 235 h 235"/>
                <a:gd name="T6" fmla="*/ 29 w 217"/>
                <a:gd name="T7" fmla="*/ 203 h 235"/>
                <a:gd name="T8" fmla="*/ 0 w 217"/>
                <a:gd name="T9" fmla="*/ 120 h 235"/>
                <a:gd name="T10" fmla="*/ 30 w 217"/>
                <a:gd name="T11" fmla="*/ 32 h 235"/>
                <a:gd name="T12" fmla="*/ 113 w 217"/>
                <a:gd name="T13" fmla="*/ 0 h 235"/>
                <a:gd name="T14" fmla="*/ 190 w 217"/>
                <a:gd name="T15" fmla="*/ 31 h 235"/>
                <a:gd name="T16" fmla="*/ 217 w 217"/>
                <a:gd name="T17" fmla="*/ 117 h 235"/>
                <a:gd name="T18" fmla="*/ 181 w 217"/>
                <a:gd name="T19" fmla="*/ 118 h 235"/>
                <a:gd name="T20" fmla="*/ 163 w 217"/>
                <a:gd name="T21" fmla="*/ 53 h 235"/>
                <a:gd name="T22" fmla="*/ 110 w 217"/>
                <a:gd name="T23" fmla="*/ 31 h 235"/>
                <a:gd name="T24" fmla="*/ 56 w 217"/>
                <a:gd name="T25" fmla="*/ 54 h 235"/>
                <a:gd name="T26" fmla="*/ 36 w 217"/>
                <a:gd name="T27" fmla="*/ 119 h 235"/>
                <a:gd name="T28" fmla="*/ 56 w 217"/>
                <a:gd name="T29" fmla="*/ 182 h 235"/>
                <a:gd name="T30" fmla="*/ 110 w 217"/>
                <a:gd name="T31" fmla="*/ 204 h 235"/>
                <a:gd name="T32" fmla="*/ 163 w 217"/>
                <a:gd name="T33" fmla="*/ 182 h 235"/>
                <a:gd name="T34" fmla="*/ 181 w 217"/>
                <a:gd name="T35" fmla="*/ 11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7" h="235">
                  <a:moveTo>
                    <a:pt x="217" y="117"/>
                  </a:moveTo>
                  <a:cubicBezTo>
                    <a:pt x="217" y="152"/>
                    <a:pt x="207" y="181"/>
                    <a:pt x="188" y="203"/>
                  </a:cubicBezTo>
                  <a:cubicBezTo>
                    <a:pt x="168" y="224"/>
                    <a:pt x="141" y="235"/>
                    <a:pt x="108" y="235"/>
                  </a:cubicBezTo>
                  <a:cubicBezTo>
                    <a:pt x="75" y="235"/>
                    <a:pt x="49" y="225"/>
                    <a:pt x="29" y="203"/>
                  </a:cubicBezTo>
                  <a:cubicBezTo>
                    <a:pt x="10" y="182"/>
                    <a:pt x="0" y="155"/>
                    <a:pt x="0" y="120"/>
                  </a:cubicBezTo>
                  <a:cubicBezTo>
                    <a:pt x="0" y="83"/>
                    <a:pt x="10" y="54"/>
                    <a:pt x="30" y="32"/>
                  </a:cubicBezTo>
                  <a:cubicBezTo>
                    <a:pt x="50" y="11"/>
                    <a:pt x="78" y="0"/>
                    <a:pt x="113" y="0"/>
                  </a:cubicBezTo>
                  <a:cubicBezTo>
                    <a:pt x="145" y="0"/>
                    <a:pt x="171" y="10"/>
                    <a:pt x="190" y="31"/>
                  </a:cubicBezTo>
                  <a:cubicBezTo>
                    <a:pt x="208" y="52"/>
                    <a:pt x="217" y="80"/>
                    <a:pt x="217" y="117"/>
                  </a:cubicBezTo>
                  <a:close/>
                  <a:moveTo>
                    <a:pt x="181" y="118"/>
                  </a:moveTo>
                  <a:cubicBezTo>
                    <a:pt x="181" y="90"/>
                    <a:pt x="175" y="68"/>
                    <a:pt x="163" y="53"/>
                  </a:cubicBezTo>
                  <a:cubicBezTo>
                    <a:pt x="151" y="38"/>
                    <a:pt x="133" y="31"/>
                    <a:pt x="110" y="31"/>
                  </a:cubicBezTo>
                  <a:cubicBezTo>
                    <a:pt x="87" y="31"/>
                    <a:pt x="69" y="38"/>
                    <a:pt x="56" y="54"/>
                  </a:cubicBezTo>
                  <a:cubicBezTo>
                    <a:pt x="43" y="69"/>
                    <a:pt x="36" y="91"/>
                    <a:pt x="36" y="119"/>
                  </a:cubicBezTo>
                  <a:cubicBezTo>
                    <a:pt x="36" y="146"/>
                    <a:pt x="43" y="167"/>
                    <a:pt x="56" y="182"/>
                  </a:cubicBezTo>
                  <a:cubicBezTo>
                    <a:pt x="70" y="197"/>
                    <a:pt x="88" y="204"/>
                    <a:pt x="110" y="204"/>
                  </a:cubicBezTo>
                  <a:cubicBezTo>
                    <a:pt x="133" y="204"/>
                    <a:pt x="151" y="197"/>
                    <a:pt x="163" y="182"/>
                  </a:cubicBezTo>
                  <a:cubicBezTo>
                    <a:pt x="175" y="167"/>
                    <a:pt x="181" y="146"/>
                    <a:pt x="18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17" name="Freeform 10"/>
            <p:cNvSpPr>
              <a:spLocks/>
            </p:cNvSpPr>
            <p:nvPr userDrawn="1"/>
          </p:nvSpPr>
          <p:spPr bwMode="auto">
            <a:xfrm>
              <a:off x="4000" y="-490"/>
              <a:ext cx="322" cy="555"/>
            </a:xfrm>
            <a:custGeom>
              <a:avLst/>
              <a:gdLst>
                <a:gd name="T0" fmla="*/ 136 w 136"/>
                <a:gd name="T1" fmla="*/ 170 h 235"/>
                <a:gd name="T2" fmla="*/ 113 w 136"/>
                <a:gd name="T3" fmla="*/ 217 h 235"/>
                <a:gd name="T4" fmla="*/ 55 w 136"/>
                <a:gd name="T5" fmla="*/ 235 h 235"/>
                <a:gd name="T6" fmla="*/ 0 w 136"/>
                <a:gd name="T7" fmla="*/ 222 h 235"/>
                <a:gd name="T8" fmla="*/ 0 w 136"/>
                <a:gd name="T9" fmla="*/ 183 h 235"/>
                <a:gd name="T10" fmla="*/ 57 w 136"/>
                <a:gd name="T11" fmla="*/ 204 h 235"/>
                <a:gd name="T12" fmla="*/ 99 w 136"/>
                <a:gd name="T13" fmla="*/ 173 h 235"/>
                <a:gd name="T14" fmla="*/ 91 w 136"/>
                <a:gd name="T15" fmla="*/ 152 h 235"/>
                <a:gd name="T16" fmla="*/ 54 w 136"/>
                <a:gd name="T17" fmla="*/ 131 h 235"/>
                <a:gd name="T18" fmla="*/ 13 w 136"/>
                <a:gd name="T19" fmla="*/ 104 h 235"/>
                <a:gd name="T20" fmla="*/ 0 w 136"/>
                <a:gd name="T21" fmla="*/ 65 h 235"/>
                <a:gd name="T22" fmla="*/ 22 w 136"/>
                <a:gd name="T23" fmla="*/ 18 h 235"/>
                <a:gd name="T24" fmla="*/ 78 w 136"/>
                <a:gd name="T25" fmla="*/ 0 h 235"/>
                <a:gd name="T26" fmla="*/ 125 w 136"/>
                <a:gd name="T27" fmla="*/ 10 h 235"/>
                <a:gd name="T28" fmla="*/ 125 w 136"/>
                <a:gd name="T29" fmla="*/ 47 h 235"/>
                <a:gd name="T30" fmla="*/ 75 w 136"/>
                <a:gd name="T31" fmla="*/ 31 h 235"/>
                <a:gd name="T32" fmla="*/ 47 w 136"/>
                <a:gd name="T33" fmla="*/ 39 h 235"/>
                <a:gd name="T34" fmla="*/ 37 w 136"/>
                <a:gd name="T35" fmla="*/ 62 h 235"/>
                <a:gd name="T36" fmla="*/ 45 w 136"/>
                <a:gd name="T37" fmla="*/ 85 h 235"/>
                <a:gd name="T38" fmla="*/ 79 w 136"/>
                <a:gd name="T39" fmla="*/ 104 h 235"/>
                <a:gd name="T40" fmla="*/ 123 w 136"/>
                <a:gd name="T41" fmla="*/ 132 h 235"/>
                <a:gd name="T42" fmla="*/ 136 w 136"/>
                <a:gd name="T43" fmla="*/ 17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6" h="235">
                  <a:moveTo>
                    <a:pt x="136" y="170"/>
                  </a:moveTo>
                  <a:cubicBezTo>
                    <a:pt x="136" y="189"/>
                    <a:pt x="128" y="205"/>
                    <a:pt x="113" y="217"/>
                  </a:cubicBezTo>
                  <a:cubicBezTo>
                    <a:pt x="99" y="229"/>
                    <a:pt x="79" y="235"/>
                    <a:pt x="55" y="235"/>
                  </a:cubicBezTo>
                  <a:cubicBezTo>
                    <a:pt x="34" y="235"/>
                    <a:pt x="16" y="231"/>
                    <a:pt x="0" y="222"/>
                  </a:cubicBezTo>
                  <a:cubicBezTo>
                    <a:pt x="0" y="183"/>
                    <a:pt x="0" y="183"/>
                    <a:pt x="0" y="183"/>
                  </a:cubicBezTo>
                  <a:cubicBezTo>
                    <a:pt x="17" y="197"/>
                    <a:pt x="37" y="204"/>
                    <a:pt x="57" y="204"/>
                  </a:cubicBezTo>
                  <a:cubicBezTo>
                    <a:pt x="85" y="204"/>
                    <a:pt x="99" y="194"/>
                    <a:pt x="99" y="173"/>
                  </a:cubicBezTo>
                  <a:cubicBezTo>
                    <a:pt x="99" y="165"/>
                    <a:pt x="97" y="158"/>
                    <a:pt x="91" y="152"/>
                  </a:cubicBezTo>
                  <a:cubicBezTo>
                    <a:pt x="86" y="147"/>
                    <a:pt x="73" y="140"/>
                    <a:pt x="54" y="131"/>
                  </a:cubicBezTo>
                  <a:cubicBezTo>
                    <a:pt x="34" y="122"/>
                    <a:pt x="21" y="113"/>
                    <a:pt x="13" y="104"/>
                  </a:cubicBezTo>
                  <a:cubicBezTo>
                    <a:pt x="5" y="94"/>
                    <a:pt x="0" y="81"/>
                    <a:pt x="0" y="65"/>
                  </a:cubicBezTo>
                  <a:cubicBezTo>
                    <a:pt x="0" y="46"/>
                    <a:pt x="8" y="31"/>
                    <a:pt x="22" y="18"/>
                  </a:cubicBezTo>
                  <a:cubicBezTo>
                    <a:pt x="37" y="6"/>
                    <a:pt x="56" y="0"/>
                    <a:pt x="78" y="0"/>
                  </a:cubicBezTo>
                  <a:cubicBezTo>
                    <a:pt x="96" y="0"/>
                    <a:pt x="111" y="3"/>
                    <a:pt x="125" y="10"/>
                  </a:cubicBezTo>
                  <a:cubicBezTo>
                    <a:pt x="125" y="47"/>
                    <a:pt x="125" y="47"/>
                    <a:pt x="125" y="47"/>
                  </a:cubicBezTo>
                  <a:cubicBezTo>
                    <a:pt x="111" y="36"/>
                    <a:pt x="94" y="31"/>
                    <a:pt x="75" y="31"/>
                  </a:cubicBezTo>
                  <a:cubicBezTo>
                    <a:pt x="64" y="31"/>
                    <a:pt x="54" y="33"/>
                    <a:pt x="47" y="39"/>
                  </a:cubicBezTo>
                  <a:cubicBezTo>
                    <a:pt x="40" y="45"/>
                    <a:pt x="37" y="53"/>
                    <a:pt x="37" y="62"/>
                  </a:cubicBezTo>
                  <a:cubicBezTo>
                    <a:pt x="37" y="72"/>
                    <a:pt x="39" y="79"/>
                    <a:pt x="45" y="85"/>
                  </a:cubicBezTo>
                  <a:cubicBezTo>
                    <a:pt x="50" y="90"/>
                    <a:pt x="62" y="96"/>
                    <a:pt x="79" y="104"/>
                  </a:cubicBezTo>
                  <a:cubicBezTo>
                    <a:pt x="100" y="113"/>
                    <a:pt x="114" y="122"/>
                    <a:pt x="123" y="132"/>
                  </a:cubicBezTo>
                  <a:cubicBezTo>
                    <a:pt x="131" y="142"/>
                    <a:pt x="136" y="155"/>
                    <a:pt x="136" y="1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18" name="Freeform 11"/>
            <p:cNvSpPr>
              <a:spLocks noEditPoints="1"/>
            </p:cNvSpPr>
            <p:nvPr userDrawn="1"/>
          </p:nvSpPr>
          <p:spPr bwMode="auto">
            <a:xfrm>
              <a:off x="4402" y="-490"/>
              <a:ext cx="516" cy="555"/>
            </a:xfrm>
            <a:custGeom>
              <a:avLst/>
              <a:gdLst>
                <a:gd name="T0" fmla="*/ 218 w 218"/>
                <a:gd name="T1" fmla="*/ 117 h 235"/>
                <a:gd name="T2" fmla="*/ 188 w 218"/>
                <a:gd name="T3" fmla="*/ 203 h 235"/>
                <a:gd name="T4" fmla="*/ 108 w 218"/>
                <a:gd name="T5" fmla="*/ 235 h 235"/>
                <a:gd name="T6" fmla="*/ 30 w 218"/>
                <a:gd name="T7" fmla="*/ 203 h 235"/>
                <a:gd name="T8" fmla="*/ 0 w 218"/>
                <a:gd name="T9" fmla="*/ 120 h 235"/>
                <a:gd name="T10" fmla="*/ 30 w 218"/>
                <a:gd name="T11" fmla="*/ 32 h 235"/>
                <a:gd name="T12" fmla="*/ 113 w 218"/>
                <a:gd name="T13" fmla="*/ 0 h 235"/>
                <a:gd name="T14" fmla="*/ 190 w 218"/>
                <a:gd name="T15" fmla="*/ 31 h 235"/>
                <a:gd name="T16" fmla="*/ 218 w 218"/>
                <a:gd name="T17" fmla="*/ 117 h 235"/>
                <a:gd name="T18" fmla="*/ 181 w 218"/>
                <a:gd name="T19" fmla="*/ 118 h 235"/>
                <a:gd name="T20" fmla="*/ 163 w 218"/>
                <a:gd name="T21" fmla="*/ 53 h 235"/>
                <a:gd name="T22" fmla="*/ 110 w 218"/>
                <a:gd name="T23" fmla="*/ 31 h 235"/>
                <a:gd name="T24" fmla="*/ 57 w 218"/>
                <a:gd name="T25" fmla="*/ 54 h 235"/>
                <a:gd name="T26" fmla="*/ 37 w 218"/>
                <a:gd name="T27" fmla="*/ 119 h 235"/>
                <a:gd name="T28" fmla="*/ 57 w 218"/>
                <a:gd name="T29" fmla="*/ 182 h 235"/>
                <a:gd name="T30" fmla="*/ 110 w 218"/>
                <a:gd name="T31" fmla="*/ 204 h 235"/>
                <a:gd name="T32" fmla="*/ 163 w 218"/>
                <a:gd name="T33" fmla="*/ 182 h 235"/>
                <a:gd name="T34" fmla="*/ 181 w 218"/>
                <a:gd name="T35" fmla="*/ 11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8" h="235">
                  <a:moveTo>
                    <a:pt x="218" y="117"/>
                  </a:moveTo>
                  <a:cubicBezTo>
                    <a:pt x="218" y="152"/>
                    <a:pt x="208" y="181"/>
                    <a:pt x="188" y="203"/>
                  </a:cubicBezTo>
                  <a:cubicBezTo>
                    <a:pt x="168" y="224"/>
                    <a:pt x="141" y="235"/>
                    <a:pt x="108" y="235"/>
                  </a:cubicBezTo>
                  <a:cubicBezTo>
                    <a:pt x="75" y="235"/>
                    <a:pt x="49" y="225"/>
                    <a:pt x="30" y="203"/>
                  </a:cubicBezTo>
                  <a:cubicBezTo>
                    <a:pt x="10" y="182"/>
                    <a:pt x="0" y="155"/>
                    <a:pt x="0" y="120"/>
                  </a:cubicBezTo>
                  <a:cubicBezTo>
                    <a:pt x="0" y="83"/>
                    <a:pt x="10" y="54"/>
                    <a:pt x="30" y="32"/>
                  </a:cubicBezTo>
                  <a:cubicBezTo>
                    <a:pt x="50" y="11"/>
                    <a:pt x="78" y="0"/>
                    <a:pt x="113" y="0"/>
                  </a:cubicBezTo>
                  <a:cubicBezTo>
                    <a:pt x="146" y="0"/>
                    <a:pt x="171" y="10"/>
                    <a:pt x="190" y="31"/>
                  </a:cubicBezTo>
                  <a:cubicBezTo>
                    <a:pt x="208" y="52"/>
                    <a:pt x="218" y="80"/>
                    <a:pt x="218" y="117"/>
                  </a:cubicBezTo>
                  <a:close/>
                  <a:moveTo>
                    <a:pt x="181" y="118"/>
                  </a:moveTo>
                  <a:cubicBezTo>
                    <a:pt x="181" y="90"/>
                    <a:pt x="175" y="68"/>
                    <a:pt x="163" y="53"/>
                  </a:cubicBezTo>
                  <a:cubicBezTo>
                    <a:pt x="151" y="38"/>
                    <a:pt x="133" y="31"/>
                    <a:pt x="110" y="31"/>
                  </a:cubicBezTo>
                  <a:cubicBezTo>
                    <a:pt x="88" y="31"/>
                    <a:pt x="70" y="38"/>
                    <a:pt x="57" y="54"/>
                  </a:cubicBezTo>
                  <a:cubicBezTo>
                    <a:pt x="43" y="69"/>
                    <a:pt x="37" y="91"/>
                    <a:pt x="37" y="119"/>
                  </a:cubicBezTo>
                  <a:cubicBezTo>
                    <a:pt x="37" y="146"/>
                    <a:pt x="43" y="167"/>
                    <a:pt x="57" y="182"/>
                  </a:cubicBezTo>
                  <a:cubicBezTo>
                    <a:pt x="70" y="197"/>
                    <a:pt x="88" y="204"/>
                    <a:pt x="110" y="204"/>
                  </a:cubicBezTo>
                  <a:cubicBezTo>
                    <a:pt x="133" y="204"/>
                    <a:pt x="151" y="197"/>
                    <a:pt x="163" y="182"/>
                  </a:cubicBezTo>
                  <a:cubicBezTo>
                    <a:pt x="175" y="167"/>
                    <a:pt x="181" y="146"/>
                    <a:pt x="18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20" name="Freeform 12"/>
            <p:cNvSpPr>
              <a:spLocks/>
            </p:cNvSpPr>
            <p:nvPr userDrawn="1"/>
          </p:nvSpPr>
          <p:spPr bwMode="auto">
            <a:xfrm>
              <a:off x="4970" y="-743"/>
              <a:ext cx="314" cy="797"/>
            </a:xfrm>
            <a:custGeom>
              <a:avLst/>
              <a:gdLst>
                <a:gd name="T0" fmla="*/ 133 w 133"/>
                <a:gd name="T1" fmla="*/ 36 h 337"/>
                <a:gd name="T2" fmla="*/ 110 w 133"/>
                <a:gd name="T3" fmla="*/ 30 h 337"/>
                <a:gd name="T4" fmla="*/ 73 w 133"/>
                <a:gd name="T5" fmla="*/ 78 h 337"/>
                <a:gd name="T6" fmla="*/ 73 w 133"/>
                <a:gd name="T7" fmla="*/ 112 h 337"/>
                <a:gd name="T8" fmla="*/ 125 w 133"/>
                <a:gd name="T9" fmla="*/ 112 h 337"/>
                <a:gd name="T10" fmla="*/ 125 w 133"/>
                <a:gd name="T11" fmla="*/ 143 h 337"/>
                <a:gd name="T12" fmla="*/ 73 w 133"/>
                <a:gd name="T13" fmla="*/ 143 h 337"/>
                <a:gd name="T14" fmla="*/ 73 w 133"/>
                <a:gd name="T15" fmla="*/ 337 h 337"/>
                <a:gd name="T16" fmla="*/ 38 w 133"/>
                <a:gd name="T17" fmla="*/ 337 h 337"/>
                <a:gd name="T18" fmla="*/ 38 w 133"/>
                <a:gd name="T19" fmla="*/ 143 h 337"/>
                <a:gd name="T20" fmla="*/ 0 w 133"/>
                <a:gd name="T21" fmla="*/ 143 h 337"/>
                <a:gd name="T22" fmla="*/ 0 w 133"/>
                <a:gd name="T23" fmla="*/ 112 h 337"/>
                <a:gd name="T24" fmla="*/ 38 w 133"/>
                <a:gd name="T25" fmla="*/ 112 h 337"/>
                <a:gd name="T26" fmla="*/ 38 w 133"/>
                <a:gd name="T27" fmla="*/ 76 h 337"/>
                <a:gd name="T28" fmla="*/ 57 w 133"/>
                <a:gd name="T29" fmla="*/ 21 h 337"/>
                <a:gd name="T30" fmla="*/ 108 w 133"/>
                <a:gd name="T31" fmla="*/ 0 h 337"/>
                <a:gd name="T32" fmla="*/ 133 w 133"/>
                <a:gd name="T33" fmla="*/ 4 h 337"/>
                <a:gd name="T34" fmla="*/ 133 w 133"/>
                <a:gd name="T35" fmla="*/ 36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3" h="337">
                  <a:moveTo>
                    <a:pt x="133" y="36"/>
                  </a:moveTo>
                  <a:cubicBezTo>
                    <a:pt x="127" y="32"/>
                    <a:pt x="119" y="30"/>
                    <a:pt x="110" y="30"/>
                  </a:cubicBezTo>
                  <a:cubicBezTo>
                    <a:pt x="85" y="30"/>
                    <a:pt x="73" y="46"/>
                    <a:pt x="73" y="78"/>
                  </a:cubicBezTo>
                  <a:cubicBezTo>
                    <a:pt x="73" y="112"/>
                    <a:pt x="73" y="112"/>
                    <a:pt x="73" y="112"/>
                  </a:cubicBezTo>
                  <a:cubicBezTo>
                    <a:pt x="125" y="112"/>
                    <a:pt x="125" y="112"/>
                    <a:pt x="125" y="112"/>
                  </a:cubicBezTo>
                  <a:cubicBezTo>
                    <a:pt x="125" y="143"/>
                    <a:pt x="125" y="143"/>
                    <a:pt x="125" y="143"/>
                  </a:cubicBezTo>
                  <a:cubicBezTo>
                    <a:pt x="73" y="143"/>
                    <a:pt x="73" y="143"/>
                    <a:pt x="73" y="143"/>
                  </a:cubicBezTo>
                  <a:cubicBezTo>
                    <a:pt x="73" y="337"/>
                    <a:pt x="73" y="337"/>
                    <a:pt x="73" y="337"/>
                  </a:cubicBezTo>
                  <a:cubicBezTo>
                    <a:pt x="38" y="337"/>
                    <a:pt x="38" y="337"/>
                    <a:pt x="38" y="337"/>
                  </a:cubicBezTo>
                  <a:cubicBezTo>
                    <a:pt x="38" y="143"/>
                    <a:pt x="38" y="143"/>
                    <a:pt x="38" y="143"/>
                  </a:cubicBezTo>
                  <a:cubicBezTo>
                    <a:pt x="0" y="143"/>
                    <a:pt x="0" y="143"/>
                    <a:pt x="0" y="143"/>
                  </a:cubicBezTo>
                  <a:cubicBezTo>
                    <a:pt x="0" y="112"/>
                    <a:pt x="0" y="112"/>
                    <a:pt x="0" y="112"/>
                  </a:cubicBezTo>
                  <a:cubicBezTo>
                    <a:pt x="38" y="112"/>
                    <a:pt x="38" y="112"/>
                    <a:pt x="38" y="112"/>
                  </a:cubicBezTo>
                  <a:cubicBezTo>
                    <a:pt x="38" y="76"/>
                    <a:pt x="38" y="76"/>
                    <a:pt x="38" y="76"/>
                  </a:cubicBezTo>
                  <a:cubicBezTo>
                    <a:pt x="38" y="53"/>
                    <a:pt x="44" y="35"/>
                    <a:pt x="57" y="21"/>
                  </a:cubicBezTo>
                  <a:cubicBezTo>
                    <a:pt x="71" y="7"/>
                    <a:pt x="87" y="0"/>
                    <a:pt x="108" y="0"/>
                  </a:cubicBezTo>
                  <a:cubicBezTo>
                    <a:pt x="119" y="0"/>
                    <a:pt x="127" y="1"/>
                    <a:pt x="133" y="4"/>
                  </a:cubicBezTo>
                  <a:lnTo>
                    <a:pt x="133"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21" name="Freeform 13"/>
            <p:cNvSpPr>
              <a:spLocks/>
            </p:cNvSpPr>
            <p:nvPr userDrawn="1"/>
          </p:nvSpPr>
          <p:spPr bwMode="auto">
            <a:xfrm>
              <a:off x="5310" y="-635"/>
              <a:ext cx="305" cy="700"/>
            </a:xfrm>
            <a:custGeom>
              <a:avLst/>
              <a:gdLst>
                <a:gd name="T0" fmla="*/ 129 w 129"/>
                <a:gd name="T1" fmla="*/ 288 h 296"/>
                <a:gd name="T2" fmla="*/ 96 w 129"/>
                <a:gd name="T3" fmla="*/ 296 h 296"/>
                <a:gd name="T4" fmla="*/ 38 w 129"/>
                <a:gd name="T5" fmla="*/ 230 h 296"/>
                <a:gd name="T6" fmla="*/ 38 w 129"/>
                <a:gd name="T7" fmla="*/ 97 h 296"/>
                <a:gd name="T8" fmla="*/ 0 w 129"/>
                <a:gd name="T9" fmla="*/ 97 h 296"/>
                <a:gd name="T10" fmla="*/ 0 w 129"/>
                <a:gd name="T11" fmla="*/ 66 h 296"/>
                <a:gd name="T12" fmla="*/ 38 w 129"/>
                <a:gd name="T13" fmla="*/ 66 h 296"/>
                <a:gd name="T14" fmla="*/ 38 w 129"/>
                <a:gd name="T15" fmla="*/ 12 h 296"/>
                <a:gd name="T16" fmla="*/ 73 w 129"/>
                <a:gd name="T17" fmla="*/ 0 h 296"/>
                <a:gd name="T18" fmla="*/ 73 w 129"/>
                <a:gd name="T19" fmla="*/ 66 h 296"/>
                <a:gd name="T20" fmla="*/ 129 w 129"/>
                <a:gd name="T21" fmla="*/ 66 h 296"/>
                <a:gd name="T22" fmla="*/ 129 w 129"/>
                <a:gd name="T23" fmla="*/ 97 h 296"/>
                <a:gd name="T24" fmla="*/ 73 w 129"/>
                <a:gd name="T25" fmla="*/ 97 h 296"/>
                <a:gd name="T26" fmla="*/ 73 w 129"/>
                <a:gd name="T27" fmla="*/ 223 h 296"/>
                <a:gd name="T28" fmla="*/ 81 w 129"/>
                <a:gd name="T29" fmla="*/ 255 h 296"/>
                <a:gd name="T30" fmla="*/ 106 w 129"/>
                <a:gd name="T31" fmla="*/ 265 h 296"/>
                <a:gd name="T32" fmla="*/ 129 w 129"/>
                <a:gd name="T33" fmla="*/ 258 h 296"/>
                <a:gd name="T34" fmla="*/ 129 w 129"/>
                <a:gd name="T35" fmla="*/ 288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9" h="296">
                  <a:moveTo>
                    <a:pt x="129" y="288"/>
                  </a:moveTo>
                  <a:cubicBezTo>
                    <a:pt x="120" y="293"/>
                    <a:pt x="109" y="296"/>
                    <a:pt x="96" y="296"/>
                  </a:cubicBezTo>
                  <a:cubicBezTo>
                    <a:pt x="57" y="296"/>
                    <a:pt x="38" y="274"/>
                    <a:pt x="38" y="230"/>
                  </a:cubicBezTo>
                  <a:cubicBezTo>
                    <a:pt x="38" y="97"/>
                    <a:pt x="38" y="97"/>
                    <a:pt x="38" y="97"/>
                  </a:cubicBezTo>
                  <a:cubicBezTo>
                    <a:pt x="0" y="97"/>
                    <a:pt x="0" y="97"/>
                    <a:pt x="0" y="97"/>
                  </a:cubicBezTo>
                  <a:cubicBezTo>
                    <a:pt x="0" y="66"/>
                    <a:pt x="0" y="66"/>
                    <a:pt x="0" y="66"/>
                  </a:cubicBezTo>
                  <a:cubicBezTo>
                    <a:pt x="38" y="66"/>
                    <a:pt x="38" y="66"/>
                    <a:pt x="38" y="66"/>
                  </a:cubicBezTo>
                  <a:cubicBezTo>
                    <a:pt x="38" y="12"/>
                    <a:pt x="38" y="12"/>
                    <a:pt x="38" y="12"/>
                  </a:cubicBezTo>
                  <a:cubicBezTo>
                    <a:pt x="73" y="0"/>
                    <a:pt x="73" y="0"/>
                    <a:pt x="73" y="0"/>
                  </a:cubicBezTo>
                  <a:cubicBezTo>
                    <a:pt x="73" y="66"/>
                    <a:pt x="73" y="66"/>
                    <a:pt x="73" y="66"/>
                  </a:cubicBezTo>
                  <a:cubicBezTo>
                    <a:pt x="129" y="66"/>
                    <a:pt x="129" y="66"/>
                    <a:pt x="129" y="66"/>
                  </a:cubicBezTo>
                  <a:cubicBezTo>
                    <a:pt x="129" y="97"/>
                    <a:pt x="129" y="97"/>
                    <a:pt x="129" y="97"/>
                  </a:cubicBezTo>
                  <a:cubicBezTo>
                    <a:pt x="73" y="97"/>
                    <a:pt x="73" y="97"/>
                    <a:pt x="73" y="97"/>
                  </a:cubicBezTo>
                  <a:cubicBezTo>
                    <a:pt x="73" y="223"/>
                    <a:pt x="73" y="223"/>
                    <a:pt x="73" y="223"/>
                  </a:cubicBezTo>
                  <a:cubicBezTo>
                    <a:pt x="73" y="238"/>
                    <a:pt x="76" y="249"/>
                    <a:pt x="81" y="255"/>
                  </a:cubicBezTo>
                  <a:cubicBezTo>
                    <a:pt x="86" y="262"/>
                    <a:pt x="94" y="265"/>
                    <a:pt x="106" y="265"/>
                  </a:cubicBezTo>
                  <a:cubicBezTo>
                    <a:pt x="115" y="265"/>
                    <a:pt x="122" y="263"/>
                    <a:pt x="129" y="258"/>
                  </a:cubicBezTo>
                  <a:lnTo>
                    <a:pt x="129" y="2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22" name="Freeform 14"/>
            <p:cNvSpPr>
              <a:spLocks/>
            </p:cNvSpPr>
            <p:nvPr userDrawn="1"/>
          </p:nvSpPr>
          <p:spPr bwMode="auto">
            <a:xfrm>
              <a:off x="1343" y="434"/>
              <a:ext cx="949" cy="743"/>
            </a:xfrm>
            <a:custGeom>
              <a:avLst/>
              <a:gdLst>
                <a:gd name="T0" fmla="*/ 401 w 401"/>
                <a:gd name="T1" fmla="*/ 0 h 314"/>
                <a:gd name="T2" fmla="*/ 314 w 401"/>
                <a:gd name="T3" fmla="*/ 314 h 314"/>
                <a:gd name="T4" fmla="*/ 271 w 401"/>
                <a:gd name="T5" fmla="*/ 314 h 314"/>
                <a:gd name="T6" fmla="*/ 208 w 401"/>
                <a:gd name="T7" fmla="*/ 84 h 314"/>
                <a:gd name="T8" fmla="*/ 203 w 401"/>
                <a:gd name="T9" fmla="*/ 52 h 314"/>
                <a:gd name="T10" fmla="*/ 202 w 401"/>
                <a:gd name="T11" fmla="*/ 52 h 314"/>
                <a:gd name="T12" fmla="*/ 196 w 401"/>
                <a:gd name="T13" fmla="*/ 83 h 314"/>
                <a:gd name="T14" fmla="*/ 132 w 401"/>
                <a:gd name="T15" fmla="*/ 314 h 314"/>
                <a:gd name="T16" fmla="*/ 90 w 401"/>
                <a:gd name="T17" fmla="*/ 314 h 314"/>
                <a:gd name="T18" fmla="*/ 0 w 401"/>
                <a:gd name="T19" fmla="*/ 0 h 314"/>
                <a:gd name="T20" fmla="*/ 40 w 401"/>
                <a:gd name="T21" fmla="*/ 0 h 314"/>
                <a:gd name="T22" fmla="*/ 105 w 401"/>
                <a:gd name="T23" fmla="*/ 240 h 314"/>
                <a:gd name="T24" fmla="*/ 111 w 401"/>
                <a:gd name="T25" fmla="*/ 272 h 314"/>
                <a:gd name="T26" fmla="*/ 112 w 401"/>
                <a:gd name="T27" fmla="*/ 272 h 314"/>
                <a:gd name="T28" fmla="*/ 118 w 401"/>
                <a:gd name="T29" fmla="*/ 240 h 314"/>
                <a:gd name="T30" fmla="*/ 187 w 401"/>
                <a:gd name="T31" fmla="*/ 0 h 314"/>
                <a:gd name="T32" fmla="*/ 222 w 401"/>
                <a:gd name="T33" fmla="*/ 0 h 314"/>
                <a:gd name="T34" fmla="*/ 287 w 401"/>
                <a:gd name="T35" fmla="*/ 242 h 314"/>
                <a:gd name="T36" fmla="*/ 292 w 401"/>
                <a:gd name="T37" fmla="*/ 271 h 314"/>
                <a:gd name="T38" fmla="*/ 293 w 401"/>
                <a:gd name="T39" fmla="*/ 271 h 314"/>
                <a:gd name="T40" fmla="*/ 299 w 401"/>
                <a:gd name="T41" fmla="*/ 241 h 314"/>
                <a:gd name="T42" fmla="*/ 362 w 401"/>
                <a:gd name="T43" fmla="*/ 0 h 314"/>
                <a:gd name="T44" fmla="*/ 401 w 401"/>
                <a:gd name="T45"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1" h="314">
                  <a:moveTo>
                    <a:pt x="401" y="0"/>
                  </a:moveTo>
                  <a:cubicBezTo>
                    <a:pt x="314" y="314"/>
                    <a:pt x="314" y="314"/>
                    <a:pt x="314" y="314"/>
                  </a:cubicBezTo>
                  <a:cubicBezTo>
                    <a:pt x="271" y="314"/>
                    <a:pt x="271" y="314"/>
                    <a:pt x="271" y="314"/>
                  </a:cubicBezTo>
                  <a:cubicBezTo>
                    <a:pt x="208" y="84"/>
                    <a:pt x="208" y="84"/>
                    <a:pt x="208" y="84"/>
                  </a:cubicBezTo>
                  <a:cubicBezTo>
                    <a:pt x="205" y="75"/>
                    <a:pt x="204" y="65"/>
                    <a:pt x="203" y="52"/>
                  </a:cubicBezTo>
                  <a:cubicBezTo>
                    <a:pt x="202" y="52"/>
                    <a:pt x="202" y="52"/>
                    <a:pt x="202" y="52"/>
                  </a:cubicBezTo>
                  <a:cubicBezTo>
                    <a:pt x="201" y="63"/>
                    <a:pt x="199" y="73"/>
                    <a:pt x="196" y="83"/>
                  </a:cubicBezTo>
                  <a:cubicBezTo>
                    <a:pt x="132" y="314"/>
                    <a:pt x="132" y="314"/>
                    <a:pt x="132" y="314"/>
                  </a:cubicBezTo>
                  <a:cubicBezTo>
                    <a:pt x="90" y="314"/>
                    <a:pt x="90" y="314"/>
                    <a:pt x="90" y="314"/>
                  </a:cubicBezTo>
                  <a:cubicBezTo>
                    <a:pt x="0" y="0"/>
                    <a:pt x="0" y="0"/>
                    <a:pt x="0" y="0"/>
                  </a:cubicBezTo>
                  <a:cubicBezTo>
                    <a:pt x="40" y="0"/>
                    <a:pt x="40" y="0"/>
                    <a:pt x="40" y="0"/>
                  </a:cubicBezTo>
                  <a:cubicBezTo>
                    <a:pt x="105" y="240"/>
                    <a:pt x="105" y="240"/>
                    <a:pt x="105" y="240"/>
                  </a:cubicBezTo>
                  <a:cubicBezTo>
                    <a:pt x="108" y="251"/>
                    <a:pt x="110" y="262"/>
                    <a:pt x="111" y="272"/>
                  </a:cubicBezTo>
                  <a:cubicBezTo>
                    <a:pt x="112" y="272"/>
                    <a:pt x="112" y="272"/>
                    <a:pt x="112" y="272"/>
                  </a:cubicBezTo>
                  <a:cubicBezTo>
                    <a:pt x="112" y="263"/>
                    <a:pt x="115" y="253"/>
                    <a:pt x="118" y="240"/>
                  </a:cubicBezTo>
                  <a:cubicBezTo>
                    <a:pt x="187" y="0"/>
                    <a:pt x="187" y="0"/>
                    <a:pt x="187" y="0"/>
                  </a:cubicBezTo>
                  <a:cubicBezTo>
                    <a:pt x="222" y="0"/>
                    <a:pt x="222" y="0"/>
                    <a:pt x="222" y="0"/>
                  </a:cubicBezTo>
                  <a:cubicBezTo>
                    <a:pt x="287" y="242"/>
                    <a:pt x="287" y="242"/>
                    <a:pt x="287" y="242"/>
                  </a:cubicBezTo>
                  <a:cubicBezTo>
                    <a:pt x="289" y="251"/>
                    <a:pt x="291" y="261"/>
                    <a:pt x="292" y="271"/>
                  </a:cubicBezTo>
                  <a:cubicBezTo>
                    <a:pt x="293" y="271"/>
                    <a:pt x="293" y="271"/>
                    <a:pt x="293" y="271"/>
                  </a:cubicBezTo>
                  <a:cubicBezTo>
                    <a:pt x="294" y="264"/>
                    <a:pt x="296" y="254"/>
                    <a:pt x="299" y="241"/>
                  </a:cubicBezTo>
                  <a:cubicBezTo>
                    <a:pt x="362" y="0"/>
                    <a:pt x="362" y="0"/>
                    <a:pt x="362" y="0"/>
                  </a:cubicBezTo>
                  <a:lnTo>
                    <a:pt x="40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23" name="Freeform 15"/>
            <p:cNvSpPr>
              <a:spLocks noEditPoints="1"/>
            </p:cNvSpPr>
            <p:nvPr userDrawn="1"/>
          </p:nvSpPr>
          <p:spPr bwMode="auto">
            <a:xfrm>
              <a:off x="2325" y="633"/>
              <a:ext cx="513" cy="556"/>
            </a:xfrm>
            <a:custGeom>
              <a:avLst/>
              <a:gdLst>
                <a:gd name="T0" fmla="*/ 217 w 217"/>
                <a:gd name="T1" fmla="*/ 117 h 235"/>
                <a:gd name="T2" fmla="*/ 187 w 217"/>
                <a:gd name="T3" fmla="*/ 203 h 235"/>
                <a:gd name="T4" fmla="*/ 107 w 217"/>
                <a:gd name="T5" fmla="*/ 235 h 235"/>
                <a:gd name="T6" fmla="*/ 29 w 217"/>
                <a:gd name="T7" fmla="*/ 203 h 235"/>
                <a:gd name="T8" fmla="*/ 0 w 217"/>
                <a:gd name="T9" fmla="*/ 120 h 235"/>
                <a:gd name="T10" fmla="*/ 30 w 217"/>
                <a:gd name="T11" fmla="*/ 32 h 235"/>
                <a:gd name="T12" fmla="*/ 112 w 217"/>
                <a:gd name="T13" fmla="*/ 0 h 235"/>
                <a:gd name="T14" fmla="*/ 189 w 217"/>
                <a:gd name="T15" fmla="*/ 31 h 235"/>
                <a:gd name="T16" fmla="*/ 217 w 217"/>
                <a:gd name="T17" fmla="*/ 117 h 235"/>
                <a:gd name="T18" fmla="*/ 181 w 217"/>
                <a:gd name="T19" fmla="*/ 118 h 235"/>
                <a:gd name="T20" fmla="*/ 162 w 217"/>
                <a:gd name="T21" fmla="*/ 53 h 235"/>
                <a:gd name="T22" fmla="*/ 110 w 217"/>
                <a:gd name="T23" fmla="*/ 31 h 235"/>
                <a:gd name="T24" fmla="*/ 56 w 217"/>
                <a:gd name="T25" fmla="*/ 54 h 235"/>
                <a:gd name="T26" fmla="*/ 36 w 217"/>
                <a:gd name="T27" fmla="*/ 119 h 235"/>
                <a:gd name="T28" fmla="*/ 56 w 217"/>
                <a:gd name="T29" fmla="*/ 182 h 235"/>
                <a:gd name="T30" fmla="*/ 110 w 217"/>
                <a:gd name="T31" fmla="*/ 204 h 235"/>
                <a:gd name="T32" fmla="*/ 163 w 217"/>
                <a:gd name="T33" fmla="*/ 182 h 235"/>
                <a:gd name="T34" fmla="*/ 181 w 217"/>
                <a:gd name="T35" fmla="*/ 11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7" h="235">
                  <a:moveTo>
                    <a:pt x="217" y="117"/>
                  </a:moveTo>
                  <a:cubicBezTo>
                    <a:pt x="217" y="152"/>
                    <a:pt x="207" y="181"/>
                    <a:pt x="187" y="203"/>
                  </a:cubicBezTo>
                  <a:cubicBezTo>
                    <a:pt x="167" y="224"/>
                    <a:pt x="141" y="235"/>
                    <a:pt x="107" y="235"/>
                  </a:cubicBezTo>
                  <a:cubicBezTo>
                    <a:pt x="75" y="235"/>
                    <a:pt x="48" y="225"/>
                    <a:pt x="29" y="203"/>
                  </a:cubicBezTo>
                  <a:cubicBezTo>
                    <a:pt x="10" y="182"/>
                    <a:pt x="0" y="155"/>
                    <a:pt x="0" y="120"/>
                  </a:cubicBezTo>
                  <a:cubicBezTo>
                    <a:pt x="0" y="83"/>
                    <a:pt x="10" y="54"/>
                    <a:pt x="30" y="32"/>
                  </a:cubicBezTo>
                  <a:cubicBezTo>
                    <a:pt x="50" y="11"/>
                    <a:pt x="77" y="0"/>
                    <a:pt x="112" y="0"/>
                  </a:cubicBezTo>
                  <a:cubicBezTo>
                    <a:pt x="145" y="0"/>
                    <a:pt x="171" y="10"/>
                    <a:pt x="189" y="31"/>
                  </a:cubicBezTo>
                  <a:cubicBezTo>
                    <a:pt x="208" y="52"/>
                    <a:pt x="217" y="80"/>
                    <a:pt x="217" y="117"/>
                  </a:cubicBezTo>
                  <a:close/>
                  <a:moveTo>
                    <a:pt x="181" y="118"/>
                  </a:moveTo>
                  <a:cubicBezTo>
                    <a:pt x="181" y="90"/>
                    <a:pt x="175" y="68"/>
                    <a:pt x="162" y="53"/>
                  </a:cubicBezTo>
                  <a:cubicBezTo>
                    <a:pt x="150" y="38"/>
                    <a:pt x="133" y="31"/>
                    <a:pt x="110" y="31"/>
                  </a:cubicBezTo>
                  <a:cubicBezTo>
                    <a:pt x="87" y="31"/>
                    <a:pt x="69" y="38"/>
                    <a:pt x="56" y="54"/>
                  </a:cubicBezTo>
                  <a:cubicBezTo>
                    <a:pt x="43" y="69"/>
                    <a:pt x="36" y="91"/>
                    <a:pt x="36" y="119"/>
                  </a:cubicBezTo>
                  <a:cubicBezTo>
                    <a:pt x="36" y="146"/>
                    <a:pt x="43" y="167"/>
                    <a:pt x="56" y="182"/>
                  </a:cubicBezTo>
                  <a:cubicBezTo>
                    <a:pt x="69" y="197"/>
                    <a:pt x="87" y="204"/>
                    <a:pt x="110" y="204"/>
                  </a:cubicBezTo>
                  <a:cubicBezTo>
                    <a:pt x="133" y="204"/>
                    <a:pt x="150" y="197"/>
                    <a:pt x="163" y="182"/>
                  </a:cubicBezTo>
                  <a:cubicBezTo>
                    <a:pt x="175" y="167"/>
                    <a:pt x="181" y="146"/>
                    <a:pt x="18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24" name="Freeform 16"/>
            <p:cNvSpPr>
              <a:spLocks/>
            </p:cNvSpPr>
            <p:nvPr userDrawn="1"/>
          </p:nvSpPr>
          <p:spPr bwMode="auto">
            <a:xfrm>
              <a:off x="2968" y="635"/>
              <a:ext cx="272" cy="542"/>
            </a:xfrm>
            <a:custGeom>
              <a:avLst/>
              <a:gdLst>
                <a:gd name="T0" fmla="*/ 115 w 115"/>
                <a:gd name="T1" fmla="*/ 41 h 229"/>
                <a:gd name="T2" fmla="*/ 88 w 115"/>
                <a:gd name="T3" fmla="*/ 33 h 229"/>
                <a:gd name="T4" fmla="*/ 50 w 115"/>
                <a:gd name="T5" fmla="*/ 56 h 229"/>
                <a:gd name="T6" fmla="*/ 35 w 115"/>
                <a:gd name="T7" fmla="*/ 114 h 229"/>
                <a:gd name="T8" fmla="*/ 35 w 115"/>
                <a:gd name="T9" fmla="*/ 229 h 229"/>
                <a:gd name="T10" fmla="*/ 0 w 115"/>
                <a:gd name="T11" fmla="*/ 229 h 229"/>
                <a:gd name="T12" fmla="*/ 0 w 115"/>
                <a:gd name="T13" fmla="*/ 4 h 229"/>
                <a:gd name="T14" fmla="*/ 35 w 115"/>
                <a:gd name="T15" fmla="*/ 4 h 229"/>
                <a:gd name="T16" fmla="*/ 35 w 115"/>
                <a:gd name="T17" fmla="*/ 51 h 229"/>
                <a:gd name="T18" fmla="*/ 36 w 115"/>
                <a:gd name="T19" fmla="*/ 51 h 229"/>
                <a:gd name="T20" fmla="*/ 59 w 115"/>
                <a:gd name="T21" fmla="*/ 14 h 229"/>
                <a:gd name="T22" fmla="*/ 94 w 115"/>
                <a:gd name="T23" fmla="*/ 0 h 229"/>
                <a:gd name="T24" fmla="*/ 115 w 115"/>
                <a:gd name="T25" fmla="*/ 3 h 229"/>
                <a:gd name="T26" fmla="*/ 115 w 115"/>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229">
                  <a:moveTo>
                    <a:pt x="115" y="41"/>
                  </a:moveTo>
                  <a:cubicBezTo>
                    <a:pt x="108" y="36"/>
                    <a:pt x="100" y="33"/>
                    <a:pt x="88" y="33"/>
                  </a:cubicBezTo>
                  <a:cubicBezTo>
                    <a:pt x="72" y="33"/>
                    <a:pt x="59" y="41"/>
                    <a:pt x="50" y="56"/>
                  </a:cubicBezTo>
                  <a:cubicBezTo>
                    <a:pt x="40" y="71"/>
                    <a:pt x="35" y="90"/>
                    <a:pt x="35" y="114"/>
                  </a:cubicBezTo>
                  <a:cubicBezTo>
                    <a:pt x="35" y="229"/>
                    <a:pt x="35" y="229"/>
                    <a:pt x="35" y="229"/>
                  </a:cubicBezTo>
                  <a:cubicBezTo>
                    <a:pt x="0" y="229"/>
                    <a:pt x="0" y="229"/>
                    <a:pt x="0" y="229"/>
                  </a:cubicBezTo>
                  <a:cubicBezTo>
                    <a:pt x="0" y="4"/>
                    <a:pt x="0" y="4"/>
                    <a:pt x="0" y="4"/>
                  </a:cubicBezTo>
                  <a:cubicBezTo>
                    <a:pt x="35" y="4"/>
                    <a:pt x="35" y="4"/>
                    <a:pt x="35" y="4"/>
                  </a:cubicBezTo>
                  <a:cubicBezTo>
                    <a:pt x="35" y="51"/>
                    <a:pt x="35" y="51"/>
                    <a:pt x="35" y="51"/>
                  </a:cubicBezTo>
                  <a:cubicBezTo>
                    <a:pt x="36" y="51"/>
                    <a:pt x="36" y="51"/>
                    <a:pt x="36" y="51"/>
                  </a:cubicBezTo>
                  <a:cubicBezTo>
                    <a:pt x="41" y="35"/>
                    <a:pt x="48" y="23"/>
                    <a:pt x="59" y="14"/>
                  </a:cubicBezTo>
                  <a:cubicBezTo>
                    <a:pt x="69" y="5"/>
                    <a:pt x="80" y="0"/>
                    <a:pt x="94" y="0"/>
                  </a:cubicBezTo>
                  <a:cubicBezTo>
                    <a:pt x="103" y="0"/>
                    <a:pt x="110" y="1"/>
                    <a:pt x="115" y="3"/>
                  </a:cubicBezTo>
                  <a:lnTo>
                    <a:pt x="11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25" name="Rectangle 17"/>
            <p:cNvSpPr>
              <a:spLocks noChangeArrowheads="1"/>
            </p:cNvSpPr>
            <p:nvPr userDrawn="1"/>
          </p:nvSpPr>
          <p:spPr bwMode="auto">
            <a:xfrm>
              <a:off x="3330" y="392"/>
              <a:ext cx="86" cy="78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26" name="Freeform 18"/>
            <p:cNvSpPr>
              <a:spLocks noEditPoints="1"/>
            </p:cNvSpPr>
            <p:nvPr userDrawn="1"/>
          </p:nvSpPr>
          <p:spPr bwMode="auto">
            <a:xfrm>
              <a:off x="3543" y="392"/>
              <a:ext cx="483" cy="797"/>
            </a:xfrm>
            <a:custGeom>
              <a:avLst/>
              <a:gdLst>
                <a:gd name="T0" fmla="*/ 204 w 204"/>
                <a:gd name="T1" fmla="*/ 332 h 337"/>
                <a:gd name="T2" fmla="*/ 168 w 204"/>
                <a:gd name="T3" fmla="*/ 332 h 337"/>
                <a:gd name="T4" fmla="*/ 168 w 204"/>
                <a:gd name="T5" fmla="*/ 294 h 337"/>
                <a:gd name="T6" fmla="*/ 168 w 204"/>
                <a:gd name="T7" fmla="*/ 294 h 337"/>
                <a:gd name="T8" fmla="*/ 92 w 204"/>
                <a:gd name="T9" fmla="*/ 337 h 337"/>
                <a:gd name="T10" fmla="*/ 25 w 204"/>
                <a:gd name="T11" fmla="*/ 307 h 337"/>
                <a:gd name="T12" fmla="*/ 0 w 204"/>
                <a:gd name="T13" fmla="*/ 225 h 337"/>
                <a:gd name="T14" fmla="*/ 28 w 204"/>
                <a:gd name="T15" fmla="*/ 136 h 337"/>
                <a:gd name="T16" fmla="*/ 101 w 204"/>
                <a:gd name="T17" fmla="*/ 102 h 337"/>
                <a:gd name="T18" fmla="*/ 168 w 204"/>
                <a:gd name="T19" fmla="*/ 138 h 337"/>
                <a:gd name="T20" fmla="*/ 168 w 204"/>
                <a:gd name="T21" fmla="*/ 138 h 337"/>
                <a:gd name="T22" fmla="*/ 168 w 204"/>
                <a:gd name="T23" fmla="*/ 0 h 337"/>
                <a:gd name="T24" fmla="*/ 204 w 204"/>
                <a:gd name="T25" fmla="*/ 0 h 337"/>
                <a:gd name="T26" fmla="*/ 204 w 204"/>
                <a:gd name="T27" fmla="*/ 332 h 337"/>
                <a:gd name="T28" fmla="*/ 168 w 204"/>
                <a:gd name="T29" fmla="*/ 230 h 337"/>
                <a:gd name="T30" fmla="*/ 168 w 204"/>
                <a:gd name="T31" fmla="*/ 197 h 337"/>
                <a:gd name="T32" fmla="*/ 150 w 204"/>
                <a:gd name="T33" fmla="*/ 151 h 337"/>
                <a:gd name="T34" fmla="*/ 106 w 204"/>
                <a:gd name="T35" fmla="*/ 133 h 337"/>
                <a:gd name="T36" fmla="*/ 55 w 204"/>
                <a:gd name="T37" fmla="*/ 157 h 337"/>
                <a:gd name="T38" fmla="*/ 37 w 204"/>
                <a:gd name="T39" fmla="*/ 223 h 337"/>
                <a:gd name="T40" fmla="*/ 54 w 204"/>
                <a:gd name="T41" fmla="*/ 284 h 337"/>
                <a:gd name="T42" fmla="*/ 102 w 204"/>
                <a:gd name="T43" fmla="*/ 306 h 337"/>
                <a:gd name="T44" fmla="*/ 150 w 204"/>
                <a:gd name="T45" fmla="*/ 285 h 337"/>
                <a:gd name="T46" fmla="*/ 168 w 204"/>
                <a:gd name="T47" fmla="*/ 23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4" h="337">
                  <a:moveTo>
                    <a:pt x="204" y="332"/>
                  </a:moveTo>
                  <a:cubicBezTo>
                    <a:pt x="168" y="332"/>
                    <a:pt x="168" y="332"/>
                    <a:pt x="168" y="332"/>
                  </a:cubicBezTo>
                  <a:cubicBezTo>
                    <a:pt x="168" y="294"/>
                    <a:pt x="168" y="294"/>
                    <a:pt x="168" y="294"/>
                  </a:cubicBezTo>
                  <a:cubicBezTo>
                    <a:pt x="168" y="294"/>
                    <a:pt x="168" y="294"/>
                    <a:pt x="168" y="294"/>
                  </a:cubicBezTo>
                  <a:cubicBezTo>
                    <a:pt x="151" y="323"/>
                    <a:pt x="126" y="337"/>
                    <a:pt x="92" y="337"/>
                  </a:cubicBezTo>
                  <a:cubicBezTo>
                    <a:pt x="64" y="337"/>
                    <a:pt x="42" y="327"/>
                    <a:pt x="25" y="307"/>
                  </a:cubicBezTo>
                  <a:cubicBezTo>
                    <a:pt x="9" y="286"/>
                    <a:pt x="0" y="259"/>
                    <a:pt x="0" y="225"/>
                  </a:cubicBezTo>
                  <a:cubicBezTo>
                    <a:pt x="0" y="188"/>
                    <a:pt x="10" y="158"/>
                    <a:pt x="28" y="136"/>
                  </a:cubicBezTo>
                  <a:cubicBezTo>
                    <a:pt x="46" y="113"/>
                    <a:pt x="71" y="102"/>
                    <a:pt x="101" y="102"/>
                  </a:cubicBezTo>
                  <a:cubicBezTo>
                    <a:pt x="132" y="102"/>
                    <a:pt x="154" y="114"/>
                    <a:pt x="168" y="138"/>
                  </a:cubicBezTo>
                  <a:cubicBezTo>
                    <a:pt x="168" y="138"/>
                    <a:pt x="168" y="138"/>
                    <a:pt x="168" y="138"/>
                  </a:cubicBezTo>
                  <a:cubicBezTo>
                    <a:pt x="168" y="0"/>
                    <a:pt x="168" y="0"/>
                    <a:pt x="168" y="0"/>
                  </a:cubicBezTo>
                  <a:cubicBezTo>
                    <a:pt x="204" y="0"/>
                    <a:pt x="204" y="0"/>
                    <a:pt x="204" y="0"/>
                  </a:cubicBezTo>
                  <a:lnTo>
                    <a:pt x="204" y="332"/>
                  </a:lnTo>
                  <a:close/>
                  <a:moveTo>
                    <a:pt x="168" y="230"/>
                  </a:moveTo>
                  <a:cubicBezTo>
                    <a:pt x="168" y="197"/>
                    <a:pt x="168" y="197"/>
                    <a:pt x="168" y="197"/>
                  </a:cubicBezTo>
                  <a:cubicBezTo>
                    <a:pt x="168" y="179"/>
                    <a:pt x="162" y="163"/>
                    <a:pt x="150" y="151"/>
                  </a:cubicBezTo>
                  <a:cubicBezTo>
                    <a:pt x="138" y="139"/>
                    <a:pt x="123" y="133"/>
                    <a:pt x="106" y="133"/>
                  </a:cubicBezTo>
                  <a:cubicBezTo>
                    <a:pt x="85" y="133"/>
                    <a:pt x="68" y="141"/>
                    <a:pt x="55" y="157"/>
                  </a:cubicBezTo>
                  <a:cubicBezTo>
                    <a:pt x="43" y="173"/>
                    <a:pt x="37" y="195"/>
                    <a:pt x="37" y="223"/>
                  </a:cubicBezTo>
                  <a:cubicBezTo>
                    <a:pt x="37" y="249"/>
                    <a:pt x="43" y="269"/>
                    <a:pt x="54" y="284"/>
                  </a:cubicBezTo>
                  <a:cubicBezTo>
                    <a:pt x="66" y="299"/>
                    <a:pt x="82" y="306"/>
                    <a:pt x="102" y="306"/>
                  </a:cubicBezTo>
                  <a:cubicBezTo>
                    <a:pt x="121" y="306"/>
                    <a:pt x="137" y="299"/>
                    <a:pt x="150" y="285"/>
                  </a:cubicBezTo>
                  <a:cubicBezTo>
                    <a:pt x="162" y="271"/>
                    <a:pt x="168" y="252"/>
                    <a:pt x="168" y="2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27" name="Freeform 19"/>
            <p:cNvSpPr>
              <a:spLocks/>
            </p:cNvSpPr>
            <p:nvPr userDrawn="1"/>
          </p:nvSpPr>
          <p:spPr bwMode="auto">
            <a:xfrm>
              <a:off x="4123" y="645"/>
              <a:ext cx="728" cy="532"/>
            </a:xfrm>
            <a:custGeom>
              <a:avLst/>
              <a:gdLst>
                <a:gd name="T0" fmla="*/ 308 w 308"/>
                <a:gd name="T1" fmla="*/ 0 h 225"/>
                <a:gd name="T2" fmla="*/ 242 w 308"/>
                <a:gd name="T3" fmla="*/ 225 h 225"/>
                <a:gd name="T4" fmla="*/ 206 w 308"/>
                <a:gd name="T5" fmla="*/ 225 h 225"/>
                <a:gd name="T6" fmla="*/ 160 w 308"/>
                <a:gd name="T7" fmla="*/ 64 h 225"/>
                <a:gd name="T8" fmla="*/ 157 w 308"/>
                <a:gd name="T9" fmla="*/ 43 h 225"/>
                <a:gd name="T10" fmla="*/ 156 w 308"/>
                <a:gd name="T11" fmla="*/ 43 h 225"/>
                <a:gd name="T12" fmla="*/ 151 w 308"/>
                <a:gd name="T13" fmla="*/ 64 h 225"/>
                <a:gd name="T14" fmla="*/ 102 w 308"/>
                <a:gd name="T15" fmla="*/ 225 h 225"/>
                <a:gd name="T16" fmla="*/ 67 w 308"/>
                <a:gd name="T17" fmla="*/ 225 h 225"/>
                <a:gd name="T18" fmla="*/ 0 w 308"/>
                <a:gd name="T19" fmla="*/ 0 h 225"/>
                <a:gd name="T20" fmla="*/ 37 w 308"/>
                <a:gd name="T21" fmla="*/ 0 h 225"/>
                <a:gd name="T22" fmla="*/ 83 w 308"/>
                <a:gd name="T23" fmla="*/ 169 h 225"/>
                <a:gd name="T24" fmla="*/ 86 w 308"/>
                <a:gd name="T25" fmla="*/ 189 h 225"/>
                <a:gd name="T26" fmla="*/ 87 w 308"/>
                <a:gd name="T27" fmla="*/ 189 h 225"/>
                <a:gd name="T28" fmla="*/ 91 w 308"/>
                <a:gd name="T29" fmla="*/ 169 h 225"/>
                <a:gd name="T30" fmla="*/ 142 w 308"/>
                <a:gd name="T31" fmla="*/ 0 h 225"/>
                <a:gd name="T32" fmla="*/ 174 w 308"/>
                <a:gd name="T33" fmla="*/ 0 h 225"/>
                <a:gd name="T34" fmla="*/ 220 w 308"/>
                <a:gd name="T35" fmla="*/ 169 h 225"/>
                <a:gd name="T36" fmla="*/ 223 w 308"/>
                <a:gd name="T37" fmla="*/ 190 h 225"/>
                <a:gd name="T38" fmla="*/ 225 w 308"/>
                <a:gd name="T39" fmla="*/ 190 h 225"/>
                <a:gd name="T40" fmla="*/ 228 w 308"/>
                <a:gd name="T41" fmla="*/ 169 h 225"/>
                <a:gd name="T42" fmla="*/ 273 w 308"/>
                <a:gd name="T43" fmla="*/ 0 h 225"/>
                <a:gd name="T44" fmla="*/ 308 w 308"/>
                <a:gd name="T45"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8" h="225">
                  <a:moveTo>
                    <a:pt x="308" y="0"/>
                  </a:moveTo>
                  <a:cubicBezTo>
                    <a:pt x="242" y="225"/>
                    <a:pt x="242" y="225"/>
                    <a:pt x="242" y="225"/>
                  </a:cubicBezTo>
                  <a:cubicBezTo>
                    <a:pt x="206" y="225"/>
                    <a:pt x="206" y="225"/>
                    <a:pt x="206" y="225"/>
                  </a:cubicBezTo>
                  <a:cubicBezTo>
                    <a:pt x="160" y="64"/>
                    <a:pt x="160" y="64"/>
                    <a:pt x="160" y="64"/>
                  </a:cubicBezTo>
                  <a:cubicBezTo>
                    <a:pt x="158" y="59"/>
                    <a:pt x="157" y="52"/>
                    <a:pt x="157" y="43"/>
                  </a:cubicBezTo>
                  <a:cubicBezTo>
                    <a:pt x="156" y="43"/>
                    <a:pt x="156" y="43"/>
                    <a:pt x="156" y="43"/>
                  </a:cubicBezTo>
                  <a:cubicBezTo>
                    <a:pt x="155" y="49"/>
                    <a:pt x="154" y="55"/>
                    <a:pt x="151" y="64"/>
                  </a:cubicBezTo>
                  <a:cubicBezTo>
                    <a:pt x="102" y="225"/>
                    <a:pt x="102" y="225"/>
                    <a:pt x="102" y="225"/>
                  </a:cubicBezTo>
                  <a:cubicBezTo>
                    <a:pt x="67" y="225"/>
                    <a:pt x="67" y="225"/>
                    <a:pt x="67" y="225"/>
                  </a:cubicBezTo>
                  <a:cubicBezTo>
                    <a:pt x="0" y="0"/>
                    <a:pt x="0" y="0"/>
                    <a:pt x="0" y="0"/>
                  </a:cubicBezTo>
                  <a:cubicBezTo>
                    <a:pt x="37" y="0"/>
                    <a:pt x="37" y="0"/>
                    <a:pt x="37" y="0"/>
                  </a:cubicBezTo>
                  <a:cubicBezTo>
                    <a:pt x="83" y="169"/>
                    <a:pt x="83" y="169"/>
                    <a:pt x="83" y="169"/>
                  </a:cubicBezTo>
                  <a:cubicBezTo>
                    <a:pt x="84" y="175"/>
                    <a:pt x="85" y="182"/>
                    <a:pt x="86" y="189"/>
                  </a:cubicBezTo>
                  <a:cubicBezTo>
                    <a:pt x="87" y="189"/>
                    <a:pt x="87" y="189"/>
                    <a:pt x="87" y="189"/>
                  </a:cubicBezTo>
                  <a:cubicBezTo>
                    <a:pt x="88" y="184"/>
                    <a:pt x="89" y="177"/>
                    <a:pt x="91" y="169"/>
                  </a:cubicBezTo>
                  <a:cubicBezTo>
                    <a:pt x="142" y="0"/>
                    <a:pt x="142" y="0"/>
                    <a:pt x="142" y="0"/>
                  </a:cubicBezTo>
                  <a:cubicBezTo>
                    <a:pt x="174" y="0"/>
                    <a:pt x="174" y="0"/>
                    <a:pt x="174" y="0"/>
                  </a:cubicBezTo>
                  <a:cubicBezTo>
                    <a:pt x="220" y="169"/>
                    <a:pt x="220" y="169"/>
                    <a:pt x="220" y="169"/>
                  </a:cubicBezTo>
                  <a:cubicBezTo>
                    <a:pt x="222" y="175"/>
                    <a:pt x="223" y="182"/>
                    <a:pt x="223" y="190"/>
                  </a:cubicBezTo>
                  <a:cubicBezTo>
                    <a:pt x="225" y="190"/>
                    <a:pt x="225" y="190"/>
                    <a:pt x="225" y="190"/>
                  </a:cubicBezTo>
                  <a:cubicBezTo>
                    <a:pt x="225" y="183"/>
                    <a:pt x="226" y="176"/>
                    <a:pt x="228" y="169"/>
                  </a:cubicBezTo>
                  <a:cubicBezTo>
                    <a:pt x="273" y="0"/>
                    <a:pt x="273" y="0"/>
                    <a:pt x="273" y="0"/>
                  </a:cubicBezTo>
                  <a:lnTo>
                    <a:pt x="30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28" name="Freeform 20"/>
            <p:cNvSpPr>
              <a:spLocks noEditPoints="1"/>
            </p:cNvSpPr>
            <p:nvPr userDrawn="1"/>
          </p:nvSpPr>
          <p:spPr bwMode="auto">
            <a:xfrm>
              <a:off x="4939" y="401"/>
              <a:ext cx="109" cy="776"/>
            </a:xfrm>
            <a:custGeom>
              <a:avLst/>
              <a:gdLst>
                <a:gd name="T0" fmla="*/ 46 w 46"/>
                <a:gd name="T1" fmla="*/ 23 h 328"/>
                <a:gd name="T2" fmla="*/ 39 w 46"/>
                <a:gd name="T3" fmla="*/ 40 h 328"/>
                <a:gd name="T4" fmla="*/ 23 w 46"/>
                <a:gd name="T5" fmla="*/ 46 h 328"/>
                <a:gd name="T6" fmla="*/ 6 w 46"/>
                <a:gd name="T7" fmla="*/ 40 h 328"/>
                <a:gd name="T8" fmla="*/ 0 w 46"/>
                <a:gd name="T9" fmla="*/ 23 h 328"/>
                <a:gd name="T10" fmla="*/ 6 w 46"/>
                <a:gd name="T11" fmla="*/ 7 h 328"/>
                <a:gd name="T12" fmla="*/ 23 w 46"/>
                <a:gd name="T13" fmla="*/ 0 h 328"/>
                <a:gd name="T14" fmla="*/ 39 w 46"/>
                <a:gd name="T15" fmla="*/ 7 h 328"/>
                <a:gd name="T16" fmla="*/ 46 w 46"/>
                <a:gd name="T17" fmla="*/ 23 h 328"/>
                <a:gd name="T18" fmla="*/ 40 w 46"/>
                <a:gd name="T19" fmla="*/ 328 h 328"/>
                <a:gd name="T20" fmla="*/ 4 w 46"/>
                <a:gd name="T21" fmla="*/ 328 h 328"/>
                <a:gd name="T22" fmla="*/ 4 w 46"/>
                <a:gd name="T23" fmla="*/ 103 h 328"/>
                <a:gd name="T24" fmla="*/ 40 w 46"/>
                <a:gd name="T25" fmla="*/ 103 h 328"/>
                <a:gd name="T26" fmla="*/ 40 w 46"/>
                <a:gd name="T27"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 h="328">
                  <a:moveTo>
                    <a:pt x="46" y="23"/>
                  </a:moveTo>
                  <a:cubicBezTo>
                    <a:pt x="46" y="30"/>
                    <a:pt x="44" y="35"/>
                    <a:pt x="39" y="40"/>
                  </a:cubicBezTo>
                  <a:cubicBezTo>
                    <a:pt x="34" y="44"/>
                    <a:pt x="29" y="46"/>
                    <a:pt x="23" y="46"/>
                  </a:cubicBezTo>
                  <a:cubicBezTo>
                    <a:pt x="16" y="46"/>
                    <a:pt x="11" y="44"/>
                    <a:pt x="6" y="40"/>
                  </a:cubicBezTo>
                  <a:cubicBezTo>
                    <a:pt x="2" y="36"/>
                    <a:pt x="0" y="30"/>
                    <a:pt x="0" y="23"/>
                  </a:cubicBezTo>
                  <a:cubicBezTo>
                    <a:pt x="0" y="17"/>
                    <a:pt x="2" y="11"/>
                    <a:pt x="6" y="7"/>
                  </a:cubicBezTo>
                  <a:cubicBezTo>
                    <a:pt x="10" y="2"/>
                    <a:pt x="16" y="0"/>
                    <a:pt x="23" y="0"/>
                  </a:cubicBezTo>
                  <a:cubicBezTo>
                    <a:pt x="29" y="0"/>
                    <a:pt x="35" y="2"/>
                    <a:pt x="39" y="7"/>
                  </a:cubicBezTo>
                  <a:cubicBezTo>
                    <a:pt x="44" y="11"/>
                    <a:pt x="46" y="17"/>
                    <a:pt x="46" y="23"/>
                  </a:cubicBezTo>
                  <a:close/>
                  <a:moveTo>
                    <a:pt x="40" y="328"/>
                  </a:moveTo>
                  <a:cubicBezTo>
                    <a:pt x="4" y="328"/>
                    <a:pt x="4" y="328"/>
                    <a:pt x="4" y="328"/>
                  </a:cubicBezTo>
                  <a:cubicBezTo>
                    <a:pt x="4" y="103"/>
                    <a:pt x="4" y="103"/>
                    <a:pt x="4" y="103"/>
                  </a:cubicBezTo>
                  <a:cubicBezTo>
                    <a:pt x="40" y="103"/>
                    <a:pt x="40" y="103"/>
                    <a:pt x="40" y="103"/>
                  </a:cubicBezTo>
                  <a:lnTo>
                    <a:pt x="40" y="3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29" name="Freeform 21"/>
            <p:cNvSpPr>
              <a:spLocks noEditPoints="1"/>
            </p:cNvSpPr>
            <p:nvPr userDrawn="1"/>
          </p:nvSpPr>
          <p:spPr bwMode="auto">
            <a:xfrm>
              <a:off x="5164" y="392"/>
              <a:ext cx="480" cy="797"/>
            </a:xfrm>
            <a:custGeom>
              <a:avLst/>
              <a:gdLst>
                <a:gd name="T0" fmla="*/ 203 w 203"/>
                <a:gd name="T1" fmla="*/ 332 h 337"/>
                <a:gd name="T2" fmla="*/ 168 w 203"/>
                <a:gd name="T3" fmla="*/ 332 h 337"/>
                <a:gd name="T4" fmla="*/ 168 w 203"/>
                <a:gd name="T5" fmla="*/ 294 h 337"/>
                <a:gd name="T6" fmla="*/ 167 w 203"/>
                <a:gd name="T7" fmla="*/ 294 h 337"/>
                <a:gd name="T8" fmla="*/ 91 w 203"/>
                <a:gd name="T9" fmla="*/ 337 h 337"/>
                <a:gd name="T10" fmla="*/ 24 w 203"/>
                <a:gd name="T11" fmla="*/ 307 h 337"/>
                <a:gd name="T12" fmla="*/ 0 w 203"/>
                <a:gd name="T13" fmla="*/ 225 h 337"/>
                <a:gd name="T14" fmla="*/ 27 w 203"/>
                <a:gd name="T15" fmla="*/ 136 h 337"/>
                <a:gd name="T16" fmla="*/ 101 w 203"/>
                <a:gd name="T17" fmla="*/ 102 h 337"/>
                <a:gd name="T18" fmla="*/ 167 w 203"/>
                <a:gd name="T19" fmla="*/ 138 h 337"/>
                <a:gd name="T20" fmla="*/ 168 w 203"/>
                <a:gd name="T21" fmla="*/ 138 h 337"/>
                <a:gd name="T22" fmla="*/ 168 w 203"/>
                <a:gd name="T23" fmla="*/ 0 h 337"/>
                <a:gd name="T24" fmla="*/ 203 w 203"/>
                <a:gd name="T25" fmla="*/ 0 h 337"/>
                <a:gd name="T26" fmla="*/ 203 w 203"/>
                <a:gd name="T27" fmla="*/ 332 h 337"/>
                <a:gd name="T28" fmla="*/ 168 w 203"/>
                <a:gd name="T29" fmla="*/ 230 h 337"/>
                <a:gd name="T30" fmla="*/ 168 w 203"/>
                <a:gd name="T31" fmla="*/ 197 h 337"/>
                <a:gd name="T32" fmla="*/ 149 w 203"/>
                <a:gd name="T33" fmla="*/ 151 h 337"/>
                <a:gd name="T34" fmla="*/ 105 w 203"/>
                <a:gd name="T35" fmla="*/ 133 h 337"/>
                <a:gd name="T36" fmla="*/ 54 w 203"/>
                <a:gd name="T37" fmla="*/ 157 h 337"/>
                <a:gd name="T38" fmla="*/ 36 w 203"/>
                <a:gd name="T39" fmla="*/ 223 h 337"/>
                <a:gd name="T40" fmla="*/ 53 w 203"/>
                <a:gd name="T41" fmla="*/ 284 h 337"/>
                <a:gd name="T42" fmla="*/ 101 w 203"/>
                <a:gd name="T43" fmla="*/ 306 h 337"/>
                <a:gd name="T44" fmla="*/ 149 w 203"/>
                <a:gd name="T45" fmla="*/ 285 h 337"/>
                <a:gd name="T46" fmla="*/ 168 w 203"/>
                <a:gd name="T47" fmla="*/ 23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337">
                  <a:moveTo>
                    <a:pt x="203" y="332"/>
                  </a:moveTo>
                  <a:cubicBezTo>
                    <a:pt x="168" y="332"/>
                    <a:pt x="168" y="332"/>
                    <a:pt x="168" y="332"/>
                  </a:cubicBezTo>
                  <a:cubicBezTo>
                    <a:pt x="168" y="294"/>
                    <a:pt x="168" y="294"/>
                    <a:pt x="168" y="294"/>
                  </a:cubicBezTo>
                  <a:cubicBezTo>
                    <a:pt x="167" y="294"/>
                    <a:pt x="167" y="294"/>
                    <a:pt x="167" y="294"/>
                  </a:cubicBezTo>
                  <a:cubicBezTo>
                    <a:pt x="150" y="323"/>
                    <a:pt x="125" y="337"/>
                    <a:pt x="91" y="337"/>
                  </a:cubicBezTo>
                  <a:cubicBezTo>
                    <a:pt x="63" y="337"/>
                    <a:pt x="41" y="327"/>
                    <a:pt x="24" y="307"/>
                  </a:cubicBezTo>
                  <a:cubicBezTo>
                    <a:pt x="8" y="286"/>
                    <a:pt x="0" y="259"/>
                    <a:pt x="0" y="225"/>
                  </a:cubicBezTo>
                  <a:cubicBezTo>
                    <a:pt x="0" y="188"/>
                    <a:pt x="9" y="158"/>
                    <a:pt x="27" y="136"/>
                  </a:cubicBezTo>
                  <a:cubicBezTo>
                    <a:pt x="45" y="113"/>
                    <a:pt x="70" y="102"/>
                    <a:pt x="101" y="102"/>
                  </a:cubicBezTo>
                  <a:cubicBezTo>
                    <a:pt x="131" y="102"/>
                    <a:pt x="153" y="114"/>
                    <a:pt x="167" y="138"/>
                  </a:cubicBezTo>
                  <a:cubicBezTo>
                    <a:pt x="168" y="138"/>
                    <a:pt x="168" y="138"/>
                    <a:pt x="168" y="138"/>
                  </a:cubicBezTo>
                  <a:cubicBezTo>
                    <a:pt x="168" y="0"/>
                    <a:pt x="168" y="0"/>
                    <a:pt x="168" y="0"/>
                  </a:cubicBezTo>
                  <a:cubicBezTo>
                    <a:pt x="203" y="0"/>
                    <a:pt x="203" y="0"/>
                    <a:pt x="203" y="0"/>
                  </a:cubicBezTo>
                  <a:lnTo>
                    <a:pt x="203" y="332"/>
                  </a:lnTo>
                  <a:close/>
                  <a:moveTo>
                    <a:pt x="168" y="230"/>
                  </a:moveTo>
                  <a:cubicBezTo>
                    <a:pt x="168" y="197"/>
                    <a:pt x="168" y="197"/>
                    <a:pt x="168" y="197"/>
                  </a:cubicBezTo>
                  <a:cubicBezTo>
                    <a:pt x="168" y="179"/>
                    <a:pt x="162" y="163"/>
                    <a:pt x="149" y="151"/>
                  </a:cubicBezTo>
                  <a:cubicBezTo>
                    <a:pt x="137" y="139"/>
                    <a:pt x="122" y="133"/>
                    <a:pt x="105" y="133"/>
                  </a:cubicBezTo>
                  <a:cubicBezTo>
                    <a:pt x="84" y="133"/>
                    <a:pt x="67" y="141"/>
                    <a:pt x="54" y="157"/>
                  </a:cubicBezTo>
                  <a:cubicBezTo>
                    <a:pt x="42" y="173"/>
                    <a:pt x="36" y="195"/>
                    <a:pt x="36" y="223"/>
                  </a:cubicBezTo>
                  <a:cubicBezTo>
                    <a:pt x="36" y="249"/>
                    <a:pt x="42" y="269"/>
                    <a:pt x="53" y="284"/>
                  </a:cubicBezTo>
                  <a:cubicBezTo>
                    <a:pt x="65" y="299"/>
                    <a:pt x="81" y="306"/>
                    <a:pt x="101" y="306"/>
                  </a:cubicBezTo>
                  <a:cubicBezTo>
                    <a:pt x="120" y="306"/>
                    <a:pt x="136" y="299"/>
                    <a:pt x="149" y="285"/>
                  </a:cubicBezTo>
                  <a:cubicBezTo>
                    <a:pt x="161" y="271"/>
                    <a:pt x="168" y="252"/>
                    <a:pt x="168" y="2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30" name="Freeform 22"/>
            <p:cNvSpPr>
              <a:spLocks noEditPoints="1"/>
            </p:cNvSpPr>
            <p:nvPr userDrawn="1"/>
          </p:nvSpPr>
          <p:spPr bwMode="auto">
            <a:xfrm>
              <a:off x="5774" y="633"/>
              <a:ext cx="454" cy="556"/>
            </a:xfrm>
            <a:custGeom>
              <a:avLst/>
              <a:gdLst>
                <a:gd name="T0" fmla="*/ 192 w 192"/>
                <a:gd name="T1" fmla="*/ 126 h 235"/>
                <a:gd name="T2" fmla="*/ 36 w 192"/>
                <a:gd name="T3" fmla="*/ 126 h 235"/>
                <a:gd name="T4" fmla="*/ 56 w 192"/>
                <a:gd name="T5" fmla="*/ 184 h 235"/>
                <a:gd name="T6" fmla="*/ 108 w 192"/>
                <a:gd name="T7" fmla="*/ 204 h 235"/>
                <a:gd name="T8" fmla="*/ 177 w 192"/>
                <a:gd name="T9" fmla="*/ 180 h 235"/>
                <a:gd name="T10" fmla="*/ 177 w 192"/>
                <a:gd name="T11" fmla="*/ 213 h 235"/>
                <a:gd name="T12" fmla="*/ 100 w 192"/>
                <a:gd name="T13" fmla="*/ 235 h 235"/>
                <a:gd name="T14" fmla="*/ 26 w 192"/>
                <a:gd name="T15" fmla="*/ 204 h 235"/>
                <a:gd name="T16" fmla="*/ 0 w 192"/>
                <a:gd name="T17" fmla="*/ 118 h 235"/>
                <a:gd name="T18" fmla="*/ 13 w 192"/>
                <a:gd name="T19" fmla="*/ 58 h 235"/>
                <a:gd name="T20" fmla="*/ 49 w 192"/>
                <a:gd name="T21" fmla="*/ 15 h 235"/>
                <a:gd name="T22" fmla="*/ 101 w 192"/>
                <a:gd name="T23" fmla="*/ 0 h 235"/>
                <a:gd name="T24" fmla="*/ 168 w 192"/>
                <a:gd name="T25" fmla="*/ 28 h 235"/>
                <a:gd name="T26" fmla="*/ 192 w 192"/>
                <a:gd name="T27" fmla="*/ 108 h 235"/>
                <a:gd name="T28" fmla="*/ 192 w 192"/>
                <a:gd name="T29" fmla="*/ 126 h 235"/>
                <a:gd name="T30" fmla="*/ 156 w 192"/>
                <a:gd name="T31" fmla="*/ 96 h 235"/>
                <a:gd name="T32" fmla="*/ 141 w 192"/>
                <a:gd name="T33" fmla="*/ 48 h 235"/>
                <a:gd name="T34" fmla="*/ 101 w 192"/>
                <a:gd name="T35" fmla="*/ 31 h 235"/>
                <a:gd name="T36" fmla="*/ 59 w 192"/>
                <a:gd name="T37" fmla="*/ 48 h 235"/>
                <a:gd name="T38" fmla="*/ 37 w 192"/>
                <a:gd name="T39" fmla="*/ 96 h 235"/>
                <a:gd name="T40" fmla="*/ 156 w 192"/>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2" h="235">
                  <a:moveTo>
                    <a:pt x="192" y="126"/>
                  </a:moveTo>
                  <a:cubicBezTo>
                    <a:pt x="36" y="126"/>
                    <a:pt x="36" y="126"/>
                    <a:pt x="36" y="126"/>
                  </a:cubicBezTo>
                  <a:cubicBezTo>
                    <a:pt x="37" y="152"/>
                    <a:pt x="43" y="171"/>
                    <a:pt x="56" y="184"/>
                  </a:cubicBezTo>
                  <a:cubicBezTo>
                    <a:pt x="69" y="198"/>
                    <a:pt x="86" y="204"/>
                    <a:pt x="108" y="204"/>
                  </a:cubicBezTo>
                  <a:cubicBezTo>
                    <a:pt x="133" y="204"/>
                    <a:pt x="156" y="196"/>
                    <a:pt x="177" y="180"/>
                  </a:cubicBezTo>
                  <a:cubicBezTo>
                    <a:pt x="177" y="213"/>
                    <a:pt x="177" y="213"/>
                    <a:pt x="177" y="213"/>
                  </a:cubicBezTo>
                  <a:cubicBezTo>
                    <a:pt x="157" y="228"/>
                    <a:pt x="132" y="235"/>
                    <a:pt x="100" y="235"/>
                  </a:cubicBezTo>
                  <a:cubicBezTo>
                    <a:pt x="68" y="235"/>
                    <a:pt x="44" y="225"/>
                    <a:pt x="26" y="204"/>
                  </a:cubicBezTo>
                  <a:cubicBezTo>
                    <a:pt x="8" y="183"/>
                    <a:pt x="0" y="155"/>
                    <a:pt x="0" y="118"/>
                  </a:cubicBezTo>
                  <a:cubicBezTo>
                    <a:pt x="0" y="96"/>
                    <a:pt x="4" y="76"/>
                    <a:pt x="13" y="58"/>
                  </a:cubicBezTo>
                  <a:cubicBezTo>
                    <a:pt x="22" y="39"/>
                    <a:pt x="34" y="25"/>
                    <a:pt x="49" y="15"/>
                  </a:cubicBezTo>
                  <a:cubicBezTo>
                    <a:pt x="65" y="5"/>
                    <a:pt x="82" y="0"/>
                    <a:pt x="101" y="0"/>
                  </a:cubicBezTo>
                  <a:cubicBezTo>
                    <a:pt x="130" y="0"/>
                    <a:pt x="152" y="9"/>
                    <a:pt x="168" y="28"/>
                  </a:cubicBezTo>
                  <a:cubicBezTo>
                    <a:pt x="184" y="47"/>
                    <a:pt x="192" y="74"/>
                    <a:pt x="192" y="108"/>
                  </a:cubicBezTo>
                  <a:lnTo>
                    <a:pt x="192" y="126"/>
                  </a:lnTo>
                  <a:close/>
                  <a:moveTo>
                    <a:pt x="156" y="96"/>
                  </a:moveTo>
                  <a:cubicBezTo>
                    <a:pt x="156" y="75"/>
                    <a:pt x="151" y="59"/>
                    <a:pt x="141" y="48"/>
                  </a:cubicBezTo>
                  <a:cubicBezTo>
                    <a:pt x="132" y="36"/>
                    <a:pt x="118" y="31"/>
                    <a:pt x="101" y="31"/>
                  </a:cubicBezTo>
                  <a:cubicBezTo>
                    <a:pt x="84" y="31"/>
                    <a:pt x="70" y="37"/>
                    <a:pt x="59" y="48"/>
                  </a:cubicBezTo>
                  <a:cubicBezTo>
                    <a:pt x="47" y="60"/>
                    <a:pt x="40" y="76"/>
                    <a:pt x="37" y="96"/>
                  </a:cubicBezTo>
                  <a:lnTo>
                    <a:pt x="156"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31" name="Freeform 23"/>
            <p:cNvSpPr>
              <a:spLocks noEditPoints="1"/>
            </p:cNvSpPr>
            <p:nvPr userDrawn="1"/>
          </p:nvSpPr>
          <p:spPr bwMode="auto">
            <a:xfrm>
              <a:off x="1426" y="1557"/>
              <a:ext cx="447" cy="743"/>
            </a:xfrm>
            <a:custGeom>
              <a:avLst/>
              <a:gdLst>
                <a:gd name="T0" fmla="*/ 189 w 189"/>
                <a:gd name="T1" fmla="*/ 93 h 314"/>
                <a:gd name="T2" fmla="*/ 158 w 189"/>
                <a:gd name="T3" fmla="*/ 167 h 314"/>
                <a:gd name="T4" fmla="*/ 77 w 189"/>
                <a:gd name="T5" fmla="*/ 195 h 314"/>
                <a:gd name="T6" fmla="*/ 36 w 189"/>
                <a:gd name="T7" fmla="*/ 195 h 314"/>
                <a:gd name="T8" fmla="*/ 36 w 189"/>
                <a:gd name="T9" fmla="*/ 314 h 314"/>
                <a:gd name="T10" fmla="*/ 0 w 189"/>
                <a:gd name="T11" fmla="*/ 314 h 314"/>
                <a:gd name="T12" fmla="*/ 0 w 189"/>
                <a:gd name="T13" fmla="*/ 0 h 314"/>
                <a:gd name="T14" fmla="*/ 85 w 189"/>
                <a:gd name="T15" fmla="*/ 0 h 314"/>
                <a:gd name="T16" fmla="*/ 161 w 189"/>
                <a:gd name="T17" fmla="*/ 24 h 314"/>
                <a:gd name="T18" fmla="*/ 189 w 189"/>
                <a:gd name="T19" fmla="*/ 93 h 314"/>
                <a:gd name="T20" fmla="*/ 151 w 189"/>
                <a:gd name="T21" fmla="*/ 95 h 314"/>
                <a:gd name="T22" fmla="*/ 78 w 189"/>
                <a:gd name="T23" fmla="*/ 33 h 314"/>
                <a:gd name="T24" fmla="*/ 36 w 189"/>
                <a:gd name="T25" fmla="*/ 33 h 314"/>
                <a:gd name="T26" fmla="*/ 36 w 189"/>
                <a:gd name="T27" fmla="*/ 162 h 314"/>
                <a:gd name="T28" fmla="*/ 74 w 189"/>
                <a:gd name="T29" fmla="*/ 162 h 314"/>
                <a:gd name="T30" fmla="*/ 131 w 189"/>
                <a:gd name="T31" fmla="*/ 144 h 314"/>
                <a:gd name="T32" fmla="*/ 151 w 189"/>
                <a:gd name="T33" fmla="*/ 9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9" h="314">
                  <a:moveTo>
                    <a:pt x="189" y="93"/>
                  </a:moveTo>
                  <a:cubicBezTo>
                    <a:pt x="189" y="124"/>
                    <a:pt x="178" y="148"/>
                    <a:pt x="158" y="167"/>
                  </a:cubicBezTo>
                  <a:cubicBezTo>
                    <a:pt x="137" y="185"/>
                    <a:pt x="110" y="195"/>
                    <a:pt x="77" y="195"/>
                  </a:cubicBezTo>
                  <a:cubicBezTo>
                    <a:pt x="36" y="195"/>
                    <a:pt x="36" y="195"/>
                    <a:pt x="36" y="195"/>
                  </a:cubicBezTo>
                  <a:cubicBezTo>
                    <a:pt x="36" y="314"/>
                    <a:pt x="36" y="314"/>
                    <a:pt x="36" y="314"/>
                  </a:cubicBezTo>
                  <a:cubicBezTo>
                    <a:pt x="0" y="314"/>
                    <a:pt x="0" y="314"/>
                    <a:pt x="0" y="314"/>
                  </a:cubicBezTo>
                  <a:cubicBezTo>
                    <a:pt x="0" y="0"/>
                    <a:pt x="0" y="0"/>
                    <a:pt x="0" y="0"/>
                  </a:cubicBezTo>
                  <a:cubicBezTo>
                    <a:pt x="85" y="0"/>
                    <a:pt x="85" y="0"/>
                    <a:pt x="85" y="0"/>
                  </a:cubicBezTo>
                  <a:cubicBezTo>
                    <a:pt x="118" y="0"/>
                    <a:pt x="143" y="8"/>
                    <a:pt x="161" y="24"/>
                  </a:cubicBezTo>
                  <a:cubicBezTo>
                    <a:pt x="180" y="41"/>
                    <a:pt x="189" y="64"/>
                    <a:pt x="189" y="93"/>
                  </a:cubicBezTo>
                  <a:close/>
                  <a:moveTo>
                    <a:pt x="151" y="95"/>
                  </a:moveTo>
                  <a:cubicBezTo>
                    <a:pt x="151" y="54"/>
                    <a:pt x="127" y="33"/>
                    <a:pt x="78" y="33"/>
                  </a:cubicBezTo>
                  <a:cubicBezTo>
                    <a:pt x="36" y="33"/>
                    <a:pt x="36" y="33"/>
                    <a:pt x="36" y="33"/>
                  </a:cubicBezTo>
                  <a:cubicBezTo>
                    <a:pt x="36" y="162"/>
                    <a:pt x="36" y="162"/>
                    <a:pt x="36" y="162"/>
                  </a:cubicBezTo>
                  <a:cubicBezTo>
                    <a:pt x="74" y="162"/>
                    <a:pt x="74" y="162"/>
                    <a:pt x="74" y="162"/>
                  </a:cubicBezTo>
                  <a:cubicBezTo>
                    <a:pt x="99" y="162"/>
                    <a:pt x="118" y="156"/>
                    <a:pt x="131" y="144"/>
                  </a:cubicBezTo>
                  <a:cubicBezTo>
                    <a:pt x="144" y="133"/>
                    <a:pt x="151" y="117"/>
                    <a:pt x="151" y="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32" name="Freeform 24"/>
            <p:cNvSpPr>
              <a:spLocks noEditPoints="1"/>
            </p:cNvSpPr>
            <p:nvPr userDrawn="1"/>
          </p:nvSpPr>
          <p:spPr bwMode="auto">
            <a:xfrm>
              <a:off x="1923" y="1756"/>
              <a:ext cx="411" cy="556"/>
            </a:xfrm>
            <a:custGeom>
              <a:avLst/>
              <a:gdLst>
                <a:gd name="T0" fmla="*/ 174 w 174"/>
                <a:gd name="T1" fmla="*/ 230 h 235"/>
                <a:gd name="T2" fmla="*/ 139 w 174"/>
                <a:gd name="T3" fmla="*/ 230 h 235"/>
                <a:gd name="T4" fmla="*/ 139 w 174"/>
                <a:gd name="T5" fmla="*/ 195 h 235"/>
                <a:gd name="T6" fmla="*/ 138 w 174"/>
                <a:gd name="T7" fmla="*/ 195 h 235"/>
                <a:gd name="T8" fmla="*/ 70 w 174"/>
                <a:gd name="T9" fmla="*/ 235 h 235"/>
                <a:gd name="T10" fmla="*/ 19 w 174"/>
                <a:gd name="T11" fmla="*/ 218 h 235"/>
                <a:gd name="T12" fmla="*/ 0 w 174"/>
                <a:gd name="T13" fmla="*/ 170 h 235"/>
                <a:gd name="T14" fmla="*/ 73 w 174"/>
                <a:gd name="T15" fmla="*/ 97 h 235"/>
                <a:gd name="T16" fmla="*/ 139 w 174"/>
                <a:gd name="T17" fmla="*/ 87 h 235"/>
                <a:gd name="T18" fmla="*/ 93 w 174"/>
                <a:gd name="T19" fmla="*/ 31 h 235"/>
                <a:gd name="T20" fmla="*/ 21 w 174"/>
                <a:gd name="T21" fmla="*/ 58 h 235"/>
                <a:gd name="T22" fmla="*/ 21 w 174"/>
                <a:gd name="T23" fmla="*/ 21 h 235"/>
                <a:gd name="T24" fmla="*/ 55 w 174"/>
                <a:gd name="T25" fmla="*/ 7 h 235"/>
                <a:gd name="T26" fmla="*/ 96 w 174"/>
                <a:gd name="T27" fmla="*/ 0 h 235"/>
                <a:gd name="T28" fmla="*/ 174 w 174"/>
                <a:gd name="T29" fmla="*/ 84 h 235"/>
                <a:gd name="T30" fmla="*/ 174 w 174"/>
                <a:gd name="T31" fmla="*/ 230 h 235"/>
                <a:gd name="T32" fmla="*/ 139 w 174"/>
                <a:gd name="T33" fmla="*/ 116 h 235"/>
                <a:gd name="T34" fmla="*/ 85 w 174"/>
                <a:gd name="T35" fmla="*/ 124 h 235"/>
                <a:gd name="T36" fmla="*/ 47 w 174"/>
                <a:gd name="T37" fmla="*/ 137 h 235"/>
                <a:gd name="T38" fmla="*/ 36 w 174"/>
                <a:gd name="T39" fmla="*/ 167 h 235"/>
                <a:gd name="T40" fmla="*/ 48 w 174"/>
                <a:gd name="T41" fmla="*/ 194 h 235"/>
                <a:gd name="T42" fmla="*/ 78 w 174"/>
                <a:gd name="T43" fmla="*/ 204 h 235"/>
                <a:gd name="T44" fmla="*/ 122 w 174"/>
                <a:gd name="T45" fmla="*/ 186 h 235"/>
                <a:gd name="T46" fmla="*/ 139 w 174"/>
                <a:gd name="T47" fmla="*/ 139 h 235"/>
                <a:gd name="T48" fmla="*/ 139 w 174"/>
                <a:gd name="T49" fmla="*/ 11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 h="235">
                  <a:moveTo>
                    <a:pt x="174" y="230"/>
                  </a:moveTo>
                  <a:cubicBezTo>
                    <a:pt x="139" y="230"/>
                    <a:pt x="139" y="230"/>
                    <a:pt x="139" y="230"/>
                  </a:cubicBezTo>
                  <a:cubicBezTo>
                    <a:pt x="139" y="195"/>
                    <a:pt x="139" y="195"/>
                    <a:pt x="139" y="195"/>
                  </a:cubicBezTo>
                  <a:cubicBezTo>
                    <a:pt x="138" y="195"/>
                    <a:pt x="138" y="195"/>
                    <a:pt x="138" y="195"/>
                  </a:cubicBezTo>
                  <a:cubicBezTo>
                    <a:pt x="123" y="222"/>
                    <a:pt x="100" y="235"/>
                    <a:pt x="70" y="235"/>
                  </a:cubicBezTo>
                  <a:cubicBezTo>
                    <a:pt x="49" y="235"/>
                    <a:pt x="32" y="229"/>
                    <a:pt x="19" y="218"/>
                  </a:cubicBezTo>
                  <a:cubicBezTo>
                    <a:pt x="6" y="206"/>
                    <a:pt x="0" y="190"/>
                    <a:pt x="0" y="170"/>
                  </a:cubicBezTo>
                  <a:cubicBezTo>
                    <a:pt x="0" y="128"/>
                    <a:pt x="24" y="104"/>
                    <a:pt x="73" y="97"/>
                  </a:cubicBezTo>
                  <a:cubicBezTo>
                    <a:pt x="139" y="87"/>
                    <a:pt x="139" y="87"/>
                    <a:pt x="139" y="87"/>
                  </a:cubicBezTo>
                  <a:cubicBezTo>
                    <a:pt x="139" y="50"/>
                    <a:pt x="124" y="31"/>
                    <a:pt x="93" y="31"/>
                  </a:cubicBezTo>
                  <a:cubicBezTo>
                    <a:pt x="67" y="31"/>
                    <a:pt x="43" y="40"/>
                    <a:pt x="21" y="58"/>
                  </a:cubicBezTo>
                  <a:cubicBezTo>
                    <a:pt x="21" y="21"/>
                    <a:pt x="21" y="21"/>
                    <a:pt x="21" y="21"/>
                  </a:cubicBezTo>
                  <a:cubicBezTo>
                    <a:pt x="28" y="16"/>
                    <a:pt x="39" y="11"/>
                    <a:pt x="55" y="7"/>
                  </a:cubicBezTo>
                  <a:cubicBezTo>
                    <a:pt x="70" y="2"/>
                    <a:pt x="84" y="0"/>
                    <a:pt x="96" y="0"/>
                  </a:cubicBezTo>
                  <a:cubicBezTo>
                    <a:pt x="148" y="0"/>
                    <a:pt x="174" y="28"/>
                    <a:pt x="174" y="84"/>
                  </a:cubicBezTo>
                  <a:lnTo>
                    <a:pt x="174" y="230"/>
                  </a:lnTo>
                  <a:close/>
                  <a:moveTo>
                    <a:pt x="139" y="116"/>
                  </a:moveTo>
                  <a:cubicBezTo>
                    <a:pt x="85" y="124"/>
                    <a:pt x="85" y="124"/>
                    <a:pt x="85" y="124"/>
                  </a:cubicBezTo>
                  <a:cubicBezTo>
                    <a:pt x="67" y="126"/>
                    <a:pt x="54" y="131"/>
                    <a:pt x="47" y="137"/>
                  </a:cubicBezTo>
                  <a:cubicBezTo>
                    <a:pt x="40" y="143"/>
                    <a:pt x="36" y="153"/>
                    <a:pt x="36" y="167"/>
                  </a:cubicBezTo>
                  <a:cubicBezTo>
                    <a:pt x="36" y="178"/>
                    <a:pt x="40" y="187"/>
                    <a:pt x="48" y="194"/>
                  </a:cubicBezTo>
                  <a:cubicBezTo>
                    <a:pt x="56" y="201"/>
                    <a:pt x="66" y="204"/>
                    <a:pt x="78" y="204"/>
                  </a:cubicBezTo>
                  <a:cubicBezTo>
                    <a:pt x="96" y="204"/>
                    <a:pt x="110" y="198"/>
                    <a:pt x="122" y="186"/>
                  </a:cubicBezTo>
                  <a:cubicBezTo>
                    <a:pt x="133" y="173"/>
                    <a:pt x="139" y="157"/>
                    <a:pt x="139" y="139"/>
                  </a:cubicBezTo>
                  <a:lnTo>
                    <a:pt x="13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33" name="Freeform 25"/>
            <p:cNvSpPr>
              <a:spLocks/>
            </p:cNvSpPr>
            <p:nvPr userDrawn="1"/>
          </p:nvSpPr>
          <p:spPr bwMode="auto">
            <a:xfrm>
              <a:off x="2493" y="1758"/>
              <a:ext cx="272" cy="542"/>
            </a:xfrm>
            <a:custGeom>
              <a:avLst/>
              <a:gdLst>
                <a:gd name="T0" fmla="*/ 115 w 115"/>
                <a:gd name="T1" fmla="*/ 41 h 229"/>
                <a:gd name="T2" fmla="*/ 88 w 115"/>
                <a:gd name="T3" fmla="*/ 33 h 229"/>
                <a:gd name="T4" fmla="*/ 50 w 115"/>
                <a:gd name="T5" fmla="*/ 56 h 229"/>
                <a:gd name="T6" fmla="*/ 35 w 115"/>
                <a:gd name="T7" fmla="*/ 114 h 229"/>
                <a:gd name="T8" fmla="*/ 35 w 115"/>
                <a:gd name="T9" fmla="*/ 229 h 229"/>
                <a:gd name="T10" fmla="*/ 0 w 115"/>
                <a:gd name="T11" fmla="*/ 229 h 229"/>
                <a:gd name="T12" fmla="*/ 0 w 115"/>
                <a:gd name="T13" fmla="*/ 4 h 229"/>
                <a:gd name="T14" fmla="*/ 35 w 115"/>
                <a:gd name="T15" fmla="*/ 4 h 229"/>
                <a:gd name="T16" fmla="*/ 35 w 115"/>
                <a:gd name="T17" fmla="*/ 51 h 229"/>
                <a:gd name="T18" fmla="*/ 36 w 115"/>
                <a:gd name="T19" fmla="*/ 51 h 229"/>
                <a:gd name="T20" fmla="*/ 59 w 115"/>
                <a:gd name="T21" fmla="*/ 14 h 229"/>
                <a:gd name="T22" fmla="*/ 94 w 115"/>
                <a:gd name="T23" fmla="*/ 0 h 229"/>
                <a:gd name="T24" fmla="*/ 115 w 115"/>
                <a:gd name="T25" fmla="*/ 3 h 229"/>
                <a:gd name="T26" fmla="*/ 115 w 115"/>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229">
                  <a:moveTo>
                    <a:pt x="115" y="41"/>
                  </a:moveTo>
                  <a:cubicBezTo>
                    <a:pt x="108" y="36"/>
                    <a:pt x="99" y="33"/>
                    <a:pt x="88" y="33"/>
                  </a:cubicBezTo>
                  <a:cubicBezTo>
                    <a:pt x="72" y="33"/>
                    <a:pt x="59" y="41"/>
                    <a:pt x="50" y="56"/>
                  </a:cubicBezTo>
                  <a:cubicBezTo>
                    <a:pt x="40" y="71"/>
                    <a:pt x="35" y="90"/>
                    <a:pt x="35" y="114"/>
                  </a:cubicBezTo>
                  <a:cubicBezTo>
                    <a:pt x="35" y="229"/>
                    <a:pt x="35" y="229"/>
                    <a:pt x="35" y="229"/>
                  </a:cubicBezTo>
                  <a:cubicBezTo>
                    <a:pt x="0" y="229"/>
                    <a:pt x="0" y="229"/>
                    <a:pt x="0" y="229"/>
                  </a:cubicBezTo>
                  <a:cubicBezTo>
                    <a:pt x="0" y="4"/>
                    <a:pt x="0" y="4"/>
                    <a:pt x="0" y="4"/>
                  </a:cubicBezTo>
                  <a:cubicBezTo>
                    <a:pt x="35" y="4"/>
                    <a:pt x="35" y="4"/>
                    <a:pt x="35" y="4"/>
                  </a:cubicBezTo>
                  <a:cubicBezTo>
                    <a:pt x="35" y="51"/>
                    <a:pt x="35" y="51"/>
                    <a:pt x="35" y="51"/>
                  </a:cubicBezTo>
                  <a:cubicBezTo>
                    <a:pt x="36" y="51"/>
                    <a:pt x="36" y="51"/>
                    <a:pt x="36" y="51"/>
                  </a:cubicBezTo>
                  <a:cubicBezTo>
                    <a:pt x="41" y="35"/>
                    <a:pt x="48" y="23"/>
                    <a:pt x="59" y="14"/>
                  </a:cubicBezTo>
                  <a:cubicBezTo>
                    <a:pt x="69" y="5"/>
                    <a:pt x="80" y="0"/>
                    <a:pt x="94" y="0"/>
                  </a:cubicBezTo>
                  <a:cubicBezTo>
                    <a:pt x="103" y="0"/>
                    <a:pt x="110" y="1"/>
                    <a:pt x="115" y="3"/>
                  </a:cubicBezTo>
                  <a:lnTo>
                    <a:pt x="11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34" name="Freeform 26"/>
            <p:cNvSpPr>
              <a:spLocks/>
            </p:cNvSpPr>
            <p:nvPr userDrawn="1"/>
          </p:nvSpPr>
          <p:spPr bwMode="auto">
            <a:xfrm>
              <a:off x="2824" y="1612"/>
              <a:ext cx="303" cy="700"/>
            </a:xfrm>
            <a:custGeom>
              <a:avLst/>
              <a:gdLst>
                <a:gd name="T0" fmla="*/ 128 w 128"/>
                <a:gd name="T1" fmla="*/ 288 h 296"/>
                <a:gd name="T2" fmla="*/ 95 w 128"/>
                <a:gd name="T3" fmla="*/ 296 h 296"/>
                <a:gd name="T4" fmla="*/ 37 w 128"/>
                <a:gd name="T5" fmla="*/ 230 h 296"/>
                <a:gd name="T6" fmla="*/ 37 w 128"/>
                <a:gd name="T7" fmla="*/ 97 h 296"/>
                <a:gd name="T8" fmla="*/ 0 w 128"/>
                <a:gd name="T9" fmla="*/ 97 h 296"/>
                <a:gd name="T10" fmla="*/ 0 w 128"/>
                <a:gd name="T11" fmla="*/ 66 h 296"/>
                <a:gd name="T12" fmla="*/ 37 w 128"/>
                <a:gd name="T13" fmla="*/ 66 h 296"/>
                <a:gd name="T14" fmla="*/ 37 w 128"/>
                <a:gd name="T15" fmla="*/ 12 h 296"/>
                <a:gd name="T16" fmla="*/ 73 w 128"/>
                <a:gd name="T17" fmla="*/ 0 h 296"/>
                <a:gd name="T18" fmla="*/ 73 w 128"/>
                <a:gd name="T19" fmla="*/ 66 h 296"/>
                <a:gd name="T20" fmla="*/ 128 w 128"/>
                <a:gd name="T21" fmla="*/ 66 h 296"/>
                <a:gd name="T22" fmla="*/ 128 w 128"/>
                <a:gd name="T23" fmla="*/ 97 h 296"/>
                <a:gd name="T24" fmla="*/ 73 w 128"/>
                <a:gd name="T25" fmla="*/ 97 h 296"/>
                <a:gd name="T26" fmla="*/ 73 w 128"/>
                <a:gd name="T27" fmla="*/ 223 h 296"/>
                <a:gd name="T28" fmla="*/ 80 w 128"/>
                <a:gd name="T29" fmla="*/ 256 h 296"/>
                <a:gd name="T30" fmla="*/ 106 w 128"/>
                <a:gd name="T31" fmla="*/ 265 h 296"/>
                <a:gd name="T32" fmla="*/ 128 w 128"/>
                <a:gd name="T33" fmla="*/ 258 h 296"/>
                <a:gd name="T34" fmla="*/ 128 w 128"/>
                <a:gd name="T35" fmla="*/ 288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8" h="296">
                  <a:moveTo>
                    <a:pt x="128" y="288"/>
                  </a:moveTo>
                  <a:cubicBezTo>
                    <a:pt x="120" y="293"/>
                    <a:pt x="109" y="296"/>
                    <a:pt x="95" y="296"/>
                  </a:cubicBezTo>
                  <a:cubicBezTo>
                    <a:pt x="57" y="296"/>
                    <a:pt x="37" y="274"/>
                    <a:pt x="37" y="230"/>
                  </a:cubicBezTo>
                  <a:cubicBezTo>
                    <a:pt x="37" y="97"/>
                    <a:pt x="37" y="97"/>
                    <a:pt x="37" y="97"/>
                  </a:cubicBezTo>
                  <a:cubicBezTo>
                    <a:pt x="0" y="97"/>
                    <a:pt x="0" y="97"/>
                    <a:pt x="0" y="97"/>
                  </a:cubicBezTo>
                  <a:cubicBezTo>
                    <a:pt x="0" y="66"/>
                    <a:pt x="0" y="66"/>
                    <a:pt x="0" y="66"/>
                  </a:cubicBezTo>
                  <a:cubicBezTo>
                    <a:pt x="37" y="66"/>
                    <a:pt x="37" y="66"/>
                    <a:pt x="37" y="66"/>
                  </a:cubicBezTo>
                  <a:cubicBezTo>
                    <a:pt x="37" y="12"/>
                    <a:pt x="37" y="12"/>
                    <a:pt x="37" y="12"/>
                  </a:cubicBezTo>
                  <a:cubicBezTo>
                    <a:pt x="73" y="0"/>
                    <a:pt x="73" y="0"/>
                    <a:pt x="73" y="0"/>
                  </a:cubicBezTo>
                  <a:cubicBezTo>
                    <a:pt x="73" y="66"/>
                    <a:pt x="73" y="66"/>
                    <a:pt x="73" y="66"/>
                  </a:cubicBezTo>
                  <a:cubicBezTo>
                    <a:pt x="128" y="66"/>
                    <a:pt x="128" y="66"/>
                    <a:pt x="128" y="66"/>
                  </a:cubicBezTo>
                  <a:cubicBezTo>
                    <a:pt x="128" y="97"/>
                    <a:pt x="128" y="97"/>
                    <a:pt x="128" y="97"/>
                  </a:cubicBezTo>
                  <a:cubicBezTo>
                    <a:pt x="73" y="97"/>
                    <a:pt x="73" y="97"/>
                    <a:pt x="73" y="97"/>
                  </a:cubicBezTo>
                  <a:cubicBezTo>
                    <a:pt x="73" y="223"/>
                    <a:pt x="73" y="223"/>
                    <a:pt x="73" y="223"/>
                  </a:cubicBezTo>
                  <a:cubicBezTo>
                    <a:pt x="73" y="238"/>
                    <a:pt x="75" y="249"/>
                    <a:pt x="80" y="256"/>
                  </a:cubicBezTo>
                  <a:cubicBezTo>
                    <a:pt x="85" y="262"/>
                    <a:pt x="94" y="265"/>
                    <a:pt x="106" y="265"/>
                  </a:cubicBezTo>
                  <a:cubicBezTo>
                    <a:pt x="114" y="265"/>
                    <a:pt x="122" y="263"/>
                    <a:pt x="128" y="258"/>
                  </a:cubicBezTo>
                  <a:lnTo>
                    <a:pt x="128" y="2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35" name="Freeform 27"/>
            <p:cNvSpPr>
              <a:spLocks/>
            </p:cNvSpPr>
            <p:nvPr userDrawn="1"/>
          </p:nvSpPr>
          <p:spPr bwMode="auto">
            <a:xfrm>
              <a:off x="3240" y="1756"/>
              <a:ext cx="433" cy="544"/>
            </a:xfrm>
            <a:custGeom>
              <a:avLst/>
              <a:gdLst>
                <a:gd name="T0" fmla="*/ 183 w 183"/>
                <a:gd name="T1" fmla="*/ 230 h 230"/>
                <a:gd name="T2" fmla="*/ 147 w 183"/>
                <a:gd name="T3" fmla="*/ 230 h 230"/>
                <a:gd name="T4" fmla="*/ 147 w 183"/>
                <a:gd name="T5" fmla="*/ 102 h 230"/>
                <a:gd name="T6" fmla="*/ 96 w 183"/>
                <a:gd name="T7" fmla="*/ 31 h 230"/>
                <a:gd name="T8" fmla="*/ 52 w 183"/>
                <a:gd name="T9" fmla="*/ 51 h 230"/>
                <a:gd name="T10" fmla="*/ 35 w 183"/>
                <a:gd name="T11" fmla="*/ 102 h 230"/>
                <a:gd name="T12" fmla="*/ 35 w 183"/>
                <a:gd name="T13" fmla="*/ 230 h 230"/>
                <a:gd name="T14" fmla="*/ 0 w 183"/>
                <a:gd name="T15" fmla="*/ 230 h 230"/>
                <a:gd name="T16" fmla="*/ 0 w 183"/>
                <a:gd name="T17" fmla="*/ 5 h 230"/>
                <a:gd name="T18" fmla="*/ 35 w 183"/>
                <a:gd name="T19" fmla="*/ 5 h 230"/>
                <a:gd name="T20" fmla="*/ 35 w 183"/>
                <a:gd name="T21" fmla="*/ 43 h 230"/>
                <a:gd name="T22" fmla="*/ 36 w 183"/>
                <a:gd name="T23" fmla="*/ 43 h 230"/>
                <a:gd name="T24" fmla="*/ 108 w 183"/>
                <a:gd name="T25" fmla="*/ 0 h 230"/>
                <a:gd name="T26" fmla="*/ 164 w 183"/>
                <a:gd name="T27" fmla="*/ 24 h 230"/>
                <a:gd name="T28" fmla="*/ 183 w 183"/>
                <a:gd name="T29" fmla="*/ 92 h 230"/>
                <a:gd name="T30" fmla="*/ 183 w 183"/>
                <a:gd name="T31" fmla="*/ 23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3" h="230">
                  <a:moveTo>
                    <a:pt x="183" y="230"/>
                  </a:moveTo>
                  <a:cubicBezTo>
                    <a:pt x="147" y="230"/>
                    <a:pt x="147" y="230"/>
                    <a:pt x="147" y="230"/>
                  </a:cubicBezTo>
                  <a:cubicBezTo>
                    <a:pt x="147" y="102"/>
                    <a:pt x="147" y="102"/>
                    <a:pt x="147" y="102"/>
                  </a:cubicBezTo>
                  <a:cubicBezTo>
                    <a:pt x="147" y="54"/>
                    <a:pt x="130" y="31"/>
                    <a:pt x="96" y="31"/>
                  </a:cubicBezTo>
                  <a:cubicBezTo>
                    <a:pt x="79" y="31"/>
                    <a:pt x="64" y="37"/>
                    <a:pt x="52" y="51"/>
                  </a:cubicBezTo>
                  <a:cubicBezTo>
                    <a:pt x="41" y="64"/>
                    <a:pt x="35" y="81"/>
                    <a:pt x="35" y="102"/>
                  </a:cubicBezTo>
                  <a:cubicBezTo>
                    <a:pt x="35" y="230"/>
                    <a:pt x="35" y="230"/>
                    <a:pt x="35" y="230"/>
                  </a:cubicBezTo>
                  <a:cubicBezTo>
                    <a:pt x="0" y="230"/>
                    <a:pt x="0" y="230"/>
                    <a:pt x="0" y="230"/>
                  </a:cubicBezTo>
                  <a:cubicBezTo>
                    <a:pt x="0" y="5"/>
                    <a:pt x="0" y="5"/>
                    <a:pt x="0" y="5"/>
                  </a:cubicBezTo>
                  <a:cubicBezTo>
                    <a:pt x="35" y="5"/>
                    <a:pt x="35" y="5"/>
                    <a:pt x="35" y="5"/>
                  </a:cubicBezTo>
                  <a:cubicBezTo>
                    <a:pt x="35" y="43"/>
                    <a:pt x="35" y="43"/>
                    <a:pt x="35" y="43"/>
                  </a:cubicBezTo>
                  <a:cubicBezTo>
                    <a:pt x="36" y="43"/>
                    <a:pt x="36" y="43"/>
                    <a:pt x="36" y="43"/>
                  </a:cubicBezTo>
                  <a:cubicBezTo>
                    <a:pt x="52" y="14"/>
                    <a:pt x="76" y="0"/>
                    <a:pt x="108" y="0"/>
                  </a:cubicBezTo>
                  <a:cubicBezTo>
                    <a:pt x="132" y="0"/>
                    <a:pt x="151" y="8"/>
                    <a:pt x="164" y="24"/>
                  </a:cubicBezTo>
                  <a:cubicBezTo>
                    <a:pt x="176" y="40"/>
                    <a:pt x="183" y="63"/>
                    <a:pt x="183" y="92"/>
                  </a:cubicBezTo>
                  <a:lnTo>
                    <a:pt x="183" y="2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36" name="Freeform 28"/>
            <p:cNvSpPr>
              <a:spLocks noEditPoints="1"/>
            </p:cNvSpPr>
            <p:nvPr userDrawn="1"/>
          </p:nvSpPr>
          <p:spPr bwMode="auto">
            <a:xfrm>
              <a:off x="3789" y="1756"/>
              <a:ext cx="457" cy="556"/>
            </a:xfrm>
            <a:custGeom>
              <a:avLst/>
              <a:gdLst>
                <a:gd name="T0" fmla="*/ 193 w 193"/>
                <a:gd name="T1" fmla="*/ 126 h 235"/>
                <a:gd name="T2" fmla="*/ 37 w 193"/>
                <a:gd name="T3" fmla="*/ 126 h 235"/>
                <a:gd name="T4" fmla="*/ 57 w 193"/>
                <a:gd name="T5" fmla="*/ 184 h 235"/>
                <a:gd name="T6" fmla="*/ 109 w 193"/>
                <a:gd name="T7" fmla="*/ 204 h 235"/>
                <a:gd name="T8" fmla="*/ 177 w 193"/>
                <a:gd name="T9" fmla="*/ 180 h 235"/>
                <a:gd name="T10" fmla="*/ 177 w 193"/>
                <a:gd name="T11" fmla="*/ 213 h 235"/>
                <a:gd name="T12" fmla="*/ 101 w 193"/>
                <a:gd name="T13" fmla="*/ 235 h 235"/>
                <a:gd name="T14" fmla="*/ 27 w 193"/>
                <a:gd name="T15" fmla="*/ 204 h 235"/>
                <a:gd name="T16" fmla="*/ 0 w 193"/>
                <a:gd name="T17" fmla="*/ 118 h 235"/>
                <a:gd name="T18" fmla="*/ 14 w 193"/>
                <a:gd name="T19" fmla="*/ 58 h 235"/>
                <a:gd name="T20" fmla="*/ 50 w 193"/>
                <a:gd name="T21" fmla="*/ 15 h 235"/>
                <a:gd name="T22" fmla="*/ 102 w 193"/>
                <a:gd name="T23" fmla="*/ 0 h 235"/>
                <a:gd name="T24" fmla="*/ 169 w 193"/>
                <a:gd name="T25" fmla="*/ 28 h 235"/>
                <a:gd name="T26" fmla="*/ 193 w 193"/>
                <a:gd name="T27" fmla="*/ 108 h 235"/>
                <a:gd name="T28" fmla="*/ 193 w 193"/>
                <a:gd name="T29" fmla="*/ 126 h 235"/>
                <a:gd name="T30" fmla="*/ 157 w 193"/>
                <a:gd name="T31" fmla="*/ 96 h 235"/>
                <a:gd name="T32" fmla="*/ 142 w 193"/>
                <a:gd name="T33" fmla="*/ 48 h 235"/>
                <a:gd name="T34" fmla="*/ 102 w 193"/>
                <a:gd name="T35" fmla="*/ 31 h 235"/>
                <a:gd name="T36" fmla="*/ 60 w 193"/>
                <a:gd name="T37" fmla="*/ 49 h 235"/>
                <a:gd name="T38" fmla="*/ 38 w 193"/>
                <a:gd name="T39" fmla="*/ 96 h 235"/>
                <a:gd name="T40" fmla="*/ 157 w 193"/>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235">
                  <a:moveTo>
                    <a:pt x="193" y="126"/>
                  </a:moveTo>
                  <a:cubicBezTo>
                    <a:pt x="37" y="126"/>
                    <a:pt x="37" y="126"/>
                    <a:pt x="37" y="126"/>
                  </a:cubicBezTo>
                  <a:cubicBezTo>
                    <a:pt x="38" y="152"/>
                    <a:pt x="44" y="171"/>
                    <a:pt x="57" y="184"/>
                  </a:cubicBezTo>
                  <a:cubicBezTo>
                    <a:pt x="69" y="198"/>
                    <a:pt x="87" y="204"/>
                    <a:pt x="109" y="204"/>
                  </a:cubicBezTo>
                  <a:cubicBezTo>
                    <a:pt x="134" y="204"/>
                    <a:pt x="157" y="196"/>
                    <a:pt x="177" y="180"/>
                  </a:cubicBezTo>
                  <a:cubicBezTo>
                    <a:pt x="177" y="213"/>
                    <a:pt x="177" y="213"/>
                    <a:pt x="177" y="213"/>
                  </a:cubicBezTo>
                  <a:cubicBezTo>
                    <a:pt x="158" y="228"/>
                    <a:pt x="133" y="235"/>
                    <a:pt x="101" y="235"/>
                  </a:cubicBezTo>
                  <a:cubicBezTo>
                    <a:pt x="69" y="235"/>
                    <a:pt x="45" y="225"/>
                    <a:pt x="27" y="204"/>
                  </a:cubicBezTo>
                  <a:cubicBezTo>
                    <a:pt x="9" y="183"/>
                    <a:pt x="0" y="155"/>
                    <a:pt x="0" y="118"/>
                  </a:cubicBezTo>
                  <a:cubicBezTo>
                    <a:pt x="0" y="96"/>
                    <a:pt x="5" y="76"/>
                    <a:pt x="14" y="58"/>
                  </a:cubicBezTo>
                  <a:cubicBezTo>
                    <a:pt x="23" y="39"/>
                    <a:pt x="35" y="25"/>
                    <a:pt x="50" y="15"/>
                  </a:cubicBezTo>
                  <a:cubicBezTo>
                    <a:pt x="66" y="5"/>
                    <a:pt x="83" y="0"/>
                    <a:pt x="102" y="0"/>
                  </a:cubicBezTo>
                  <a:cubicBezTo>
                    <a:pt x="131" y="0"/>
                    <a:pt x="153" y="9"/>
                    <a:pt x="169" y="28"/>
                  </a:cubicBezTo>
                  <a:cubicBezTo>
                    <a:pt x="185" y="47"/>
                    <a:pt x="193" y="74"/>
                    <a:pt x="193" y="108"/>
                  </a:cubicBezTo>
                  <a:lnTo>
                    <a:pt x="193" y="126"/>
                  </a:lnTo>
                  <a:close/>
                  <a:moveTo>
                    <a:pt x="157" y="96"/>
                  </a:moveTo>
                  <a:cubicBezTo>
                    <a:pt x="156" y="75"/>
                    <a:pt x="152" y="59"/>
                    <a:pt x="142" y="48"/>
                  </a:cubicBezTo>
                  <a:cubicBezTo>
                    <a:pt x="132" y="36"/>
                    <a:pt x="119" y="31"/>
                    <a:pt x="102" y="31"/>
                  </a:cubicBezTo>
                  <a:cubicBezTo>
                    <a:pt x="85" y="31"/>
                    <a:pt x="71" y="37"/>
                    <a:pt x="60" y="49"/>
                  </a:cubicBezTo>
                  <a:cubicBezTo>
                    <a:pt x="48" y="60"/>
                    <a:pt x="41" y="76"/>
                    <a:pt x="38" y="96"/>
                  </a:cubicBezTo>
                  <a:lnTo>
                    <a:pt x="157"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37" name="Freeform 29"/>
            <p:cNvSpPr>
              <a:spLocks/>
            </p:cNvSpPr>
            <p:nvPr userDrawn="1"/>
          </p:nvSpPr>
          <p:spPr bwMode="auto">
            <a:xfrm>
              <a:off x="4369" y="1758"/>
              <a:ext cx="272" cy="542"/>
            </a:xfrm>
            <a:custGeom>
              <a:avLst/>
              <a:gdLst>
                <a:gd name="T0" fmla="*/ 115 w 115"/>
                <a:gd name="T1" fmla="*/ 41 h 229"/>
                <a:gd name="T2" fmla="*/ 88 w 115"/>
                <a:gd name="T3" fmla="*/ 33 h 229"/>
                <a:gd name="T4" fmla="*/ 50 w 115"/>
                <a:gd name="T5" fmla="*/ 56 h 229"/>
                <a:gd name="T6" fmla="*/ 35 w 115"/>
                <a:gd name="T7" fmla="*/ 114 h 229"/>
                <a:gd name="T8" fmla="*/ 35 w 115"/>
                <a:gd name="T9" fmla="*/ 229 h 229"/>
                <a:gd name="T10" fmla="*/ 0 w 115"/>
                <a:gd name="T11" fmla="*/ 229 h 229"/>
                <a:gd name="T12" fmla="*/ 0 w 115"/>
                <a:gd name="T13" fmla="*/ 4 h 229"/>
                <a:gd name="T14" fmla="*/ 35 w 115"/>
                <a:gd name="T15" fmla="*/ 4 h 229"/>
                <a:gd name="T16" fmla="*/ 35 w 115"/>
                <a:gd name="T17" fmla="*/ 51 h 229"/>
                <a:gd name="T18" fmla="*/ 36 w 115"/>
                <a:gd name="T19" fmla="*/ 51 h 229"/>
                <a:gd name="T20" fmla="*/ 58 w 115"/>
                <a:gd name="T21" fmla="*/ 14 h 229"/>
                <a:gd name="T22" fmla="*/ 94 w 115"/>
                <a:gd name="T23" fmla="*/ 0 h 229"/>
                <a:gd name="T24" fmla="*/ 115 w 115"/>
                <a:gd name="T25" fmla="*/ 3 h 229"/>
                <a:gd name="T26" fmla="*/ 115 w 115"/>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229">
                  <a:moveTo>
                    <a:pt x="115" y="41"/>
                  </a:moveTo>
                  <a:cubicBezTo>
                    <a:pt x="108" y="36"/>
                    <a:pt x="99" y="33"/>
                    <a:pt x="88" y="33"/>
                  </a:cubicBezTo>
                  <a:cubicBezTo>
                    <a:pt x="72" y="33"/>
                    <a:pt x="59" y="41"/>
                    <a:pt x="50" y="56"/>
                  </a:cubicBezTo>
                  <a:cubicBezTo>
                    <a:pt x="40" y="71"/>
                    <a:pt x="35" y="90"/>
                    <a:pt x="35" y="114"/>
                  </a:cubicBezTo>
                  <a:cubicBezTo>
                    <a:pt x="35" y="229"/>
                    <a:pt x="35" y="229"/>
                    <a:pt x="35" y="229"/>
                  </a:cubicBezTo>
                  <a:cubicBezTo>
                    <a:pt x="0" y="229"/>
                    <a:pt x="0" y="229"/>
                    <a:pt x="0" y="229"/>
                  </a:cubicBezTo>
                  <a:cubicBezTo>
                    <a:pt x="0" y="4"/>
                    <a:pt x="0" y="4"/>
                    <a:pt x="0" y="4"/>
                  </a:cubicBezTo>
                  <a:cubicBezTo>
                    <a:pt x="35" y="4"/>
                    <a:pt x="35" y="4"/>
                    <a:pt x="35" y="4"/>
                  </a:cubicBezTo>
                  <a:cubicBezTo>
                    <a:pt x="35" y="51"/>
                    <a:pt x="35" y="51"/>
                    <a:pt x="35" y="51"/>
                  </a:cubicBezTo>
                  <a:cubicBezTo>
                    <a:pt x="36" y="51"/>
                    <a:pt x="36" y="51"/>
                    <a:pt x="36" y="51"/>
                  </a:cubicBezTo>
                  <a:cubicBezTo>
                    <a:pt x="41" y="35"/>
                    <a:pt x="48" y="23"/>
                    <a:pt x="58" y="14"/>
                  </a:cubicBezTo>
                  <a:cubicBezTo>
                    <a:pt x="69" y="5"/>
                    <a:pt x="80" y="0"/>
                    <a:pt x="94" y="0"/>
                  </a:cubicBezTo>
                  <a:cubicBezTo>
                    <a:pt x="103" y="0"/>
                    <a:pt x="110" y="1"/>
                    <a:pt x="115" y="3"/>
                  </a:cubicBezTo>
                  <a:lnTo>
                    <a:pt x="11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38" name="Freeform 30"/>
            <p:cNvSpPr>
              <a:spLocks/>
            </p:cNvSpPr>
            <p:nvPr userDrawn="1"/>
          </p:nvSpPr>
          <p:spPr bwMode="auto">
            <a:xfrm>
              <a:off x="1379" y="2666"/>
              <a:ext cx="544" cy="769"/>
            </a:xfrm>
            <a:custGeom>
              <a:avLst/>
              <a:gdLst>
                <a:gd name="T0" fmla="*/ 230 w 230"/>
                <a:gd name="T1" fmla="*/ 307 h 325"/>
                <a:gd name="T2" fmla="*/ 145 w 230"/>
                <a:gd name="T3" fmla="*/ 325 h 325"/>
                <a:gd name="T4" fmla="*/ 69 w 230"/>
                <a:gd name="T5" fmla="*/ 306 h 325"/>
                <a:gd name="T6" fmla="*/ 17 w 230"/>
                <a:gd name="T7" fmla="*/ 250 h 325"/>
                <a:gd name="T8" fmla="*/ 0 w 230"/>
                <a:gd name="T9" fmla="*/ 169 h 325"/>
                <a:gd name="T10" fmla="*/ 20 w 230"/>
                <a:gd name="T11" fmla="*/ 82 h 325"/>
                <a:gd name="T12" fmla="*/ 76 w 230"/>
                <a:gd name="T13" fmla="*/ 22 h 325"/>
                <a:gd name="T14" fmla="*/ 157 w 230"/>
                <a:gd name="T15" fmla="*/ 0 h 325"/>
                <a:gd name="T16" fmla="*/ 230 w 230"/>
                <a:gd name="T17" fmla="*/ 13 h 325"/>
                <a:gd name="T18" fmla="*/ 230 w 230"/>
                <a:gd name="T19" fmla="*/ 52 h 325"/>
                <a:gd name="T20" fmla="*/ 157 w 230"/>
                <a:gd name="T21" fmla="*/ 33 h 325"/>
                <a:gd name="T22" fmla="*/ 95 w 230"/>
                <a:gd name="T23" fmla="*/ 50 h 325"/>
                <a:gd name="T24" fmla="*/ 52 w 230"/>
                <a:gd name="T25" fmla="*/ 97 h 325"/>
                <a:gd name="T26" fmla="*/ 37 w 230"/>
                <a:gd name="T27" fmla="*/ 166 h 325"/>
                <a:gd name="T28" fmla="*/ 51 w 230"/>
                <a:gd name="T29" fmla="*/ 232 h 325"/>
                <a:gd name="T30" fmla="*/ 91 w 230"/>
                <a:gd name="T31" fmla="*/ 276 h 325"/>
                <a:gd name="T32" fmla="*/ 150 w 230"/>
                <a:gd name="T33" fmla="*/ 292 h 325"/>
                <a:gd name="T34" fmla="*/ 230 w 230"/>
                <a:gd name="T35" fmla="*/ 271 h 325"/>
                <a:gd name="T36" fmla="*/ 230 w 230"/>
                <a:gd name="T37" fmla="*/ 307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0" h="325">
                  <a:moveTo>
                    <a:pt x="230" y="307"/>
                  </a:moveTo>
                  <a:cubicBezTo>
                    <a:pt x="207" y="319"/>
                    <a:pt x="179" y="325"/>
                    <a:pt x="145" y="325"/>
                  </a:cubicBezTo>
                  <a:cubicBezTo>
                    <a:pt x="116" y="325"/>
                    <a:pt x="91" y="319"/>
                    <a:pt x="69" y="306"/>
                  </a:cubicBezTo>
                  <a:cubicBezTo>
                    <a:pt x="47" y="293"/>
                    <a:pt x="29" y="274"/>
                    <a:pt x="17" y="250"/>
                  </a:cubicBezTo>
                  <a:cubicBezTo>
                    <a:pt x="6" y="226"/>
                    <a:pt x="0" y="199"/>
                    <a:pt x="0" y="169"/>
                  </a:cubicBezTo>
                  <a:cubicBezTo>
                    <a:pt x="0" y="137"/>
                    <a:pt x="6" y="108"/>
                    <a:pt x="20" y="82"/>
                  </a:cubicBezTo>
                  <a:cubicBezTo>
                    <a:pt x="33" y="56"/>
                    <a:pt x="52" y="36"/>
                    <a:pt x="76" y="22"/>
                  </a:cubicBezTo>
                  <a:cubicBezTo>
                    <a:pt x="100" y="7"/>
                    <a:pt x="127" y="0"/>
                    <a:pt x="157" y="0"/>
                  </a:cubicBezTo>
                  <a:cubicBezTo>
                    <a:pt x="186" y="0"/>
                    <a:pt x="210" y="5"/>
                    <a:pt x="230" y="13"/>
                  </a:cubicBezTo>
                  <a:cubicBezTo>
                    <a:pt x="230" y="52"/>
                    <a:pt x="230" y="52"/>
                    <a:pt x="230" y="52"/>
                  </a:cubicBezTo>
                  <a:cubicBezTo>
                    <a:pt x="208" y="40"/>
                    <a:pt x="183" y="33"/>
                    <a:pt x="157" y="33"/>
                  </a:cubicBezTo>
                  <a:cubicBezTo>
                    <a:pt x="133" y="33"/>
                    <a:pt x="113" y="39"/>
                    <a:pt x="95" y="50"/>
                  </a:cubicBezTo>
                  <a:cubicBezTo>
                    <a:pt x="76" y="61"/>
                    <a:pt x="62" y="76"/>
                    <a:pt x="52" y="97"/>
                  </a:cubicBezTo>
                  <a:cubicBezTo>
                    <a:pt x="42" y="117"/>
                    <a:pt x="37" y="140"/>
                    <a:pt x="37" y="166"/>
                  </a:cubicBezTo>
                  <a:cubicBezTo>
                    <a:pt x="37" y="191"/>
                    <a:pt x="42" y="213"/>
                    <a:pt x="51" y="232"/>
                  </a:cubicBezTo>
                  <a:cubicBezTo>
                    <a:pt x="61" y="251"/>
                    <a:pt x="74" y="266"/>
                    <a:pt x="91" y="276"/>
                  </a:cubicBezTo>
                  <a:cubicBezTo>
                    <a:pt x="108" y="287"/>
                    <a:pt x="128" y="292"/>
                    <a:pt x="150" y="292"/>
                  </a:cubicBezTo>
                  <a:cubicBezTo>
                    <a:pt x="181" y="292"/>
                    <a:pt x="207" y="285"/>
                    <a:pt x="230" y="271"/>
                  </a:cubicBezTo>
                  <a:lnTo>
                    <a:pt x="230" y="3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39" name="Freeform 31"/>
            <p:cNvSpPr>
              <a:spLocks noEditPoints="1"/>
            </p:cNvSpPr>
            <p:nvPr userDrawn="1"/>
          </p:nvSpPr>
          <p:spPr bwMode="auto">
            <a:xfrm>
              <a:off x="2020" y="2879"/>
              <a:ext cx="516" cy="556"/>
            </a:xfrm>
            <a:custGeom>
              <a:avLst/>
              <a:gdLst>
                <a:gd name="T0" fmla="*/ 218 w 218"/>
                <a:gd name="T1" fmla="*/ 117 h 235"/>
                <a:gd name="T2" fmla="*/ 188 w 218"/>
                <a:gd name="T3" fmla="*/ 203 h 235"/>
                <a:gd name="T4" fmla="*/ 108 w 218"/>
                <a:gd name="T5" fmla="*/ 235 h 235"/>
                <a:gd name="T6" fmla="*/ 30 w 218"/>
                <a:gd name="T7" fmla="*/ 203 h 235"/>
                <a:gd name="T8" fmla="*/ 0 w 218"/>
                <a:gd name="T9" fmla="*/ 120 h 235"/>
                <a:gd name="T10" fmla="*/ 30 w 218"/>
                <a:gd name="T11" fmla="*/ 32 h 235"/>
                <a:gd name="T12" fmla="*/ 113 w 218"/>
                <a:gd name="T13" fmla="*/ 0 h 235"/>
                <a:gd name="T14" fmla="*/ 190 w 218"/>
                <a:gd name="T15" fmla="*/ 31 h 235"/>
                <a:gd name="T16" fmla="*/ 218 w 218"/>
                <a:gd name="T17" fmla="*/ 117 h 235"/>
                <a:gd name="T18" fmla="*/ 181 w 218"/>
                <a:gd name="T19" fmla="*/ 118 h 235"/>
                <a:gd name="T20" fmla="*/ 163 w 218"/>
                <a:gd name="T21" fmla="*/ 53 h 235"/>
                <a:gd name="T22" fmla="*/ 110 w 218"/>
                <a:gd name="T23" fmla="*/ 31 h 235"/>
                <a:gd name="T24" fmla="*/ 56 w 218"/>
                <a:gd name="T25" fmla="*/ 54 h 235"/>
                <a:gd name="T26" fmla="*/ 37 w 218"/>
                <a:gd name="T27" fmla="*/ 119 h 235"/>
                <a:gd name="T28" fmla="*/ 57 w 218"/>
                <a:gd name="T29" fmla="*/ 182 h 235"/>
                <a:gd name="T30" fmla="*/ 110 w 218"/>
                <a:gd name="T31" fmla="*/ 204 h 235"/>
                <a:gd name="T32" fmla="*/ 163 w 218"/>
                <a:gd name="T33" fmla="*/ 182 h 235"/>
                <a:gd name="T34" fmla="*/ 181 w 218"/>
                <a:gd name="T35" fmla="*/ 11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8" h="235">
                  <a:moveTo>
                    <a:pt x="218" y="117"/>
                  </a:moveTo>
                  <a:cubicBezTo>
                    <a:pt x="218" y="152"/>
                    <a:pt x="208" y="181"/>
                    <a:pt x="188" y="203"/>
                  </a:cubicBezTo>
                  <a:cubicBezTo>
                    <a:pt x="168" y="224"/>
                    <a:pt x="141" y="235"/>
                    <a:pt x="108" y="235"/>
                  </a:cubicBezTo>
                  <a:cubicBezTo>
                    <a:pt x="75" y="235"/>
                    <a:pt x="49" y="225"/>
                    <a:pt x="30" y="203"/>
                  </a:cubicBezTo>
                  <a:cubicBezTo>
                    <a:pt x="10" y="182"/>
                    <a:pt x="0" y="155"/>
                    <a:pt x="0" y="120"/>
                  </a:cubicBezTo>
                  <a:cubicBezTo>
                    <a:pt x="0" y="83"/>
                    <a:pt x="10" y="54"/>
                    <a:pt x="30" y="32"/>
                  </a:cubicBezTo>
                  <a:cubicBezTo>
                    <a:pt x="50" y="11"/>
                    <a:pt x="78" y="0"/>
                    <a:pt x="113" y="0"/>
                  </a:cubicBezTo>
                  <a:cubicBezTo>
                    <a:pt x="146" y="0"/>
                    <a:pt x="171" y="10"/>
                    <a:pt x="190" y="31"/>
                  </a:cubicBezTo>
                  <a:cubicBezTo>
                    <a:pt x="208" y="52"/>
                    <a:pt x="218" y="80"/>
                    <a:pt x="218" y="117"/>
                  </a:cubicBezTo>
                  <a:close/>
                  <a:moveTo>
                    <a:pt x="181" y="118"/>
                  </a:moveTo>
                  <a:cubicBezTo>
                    <a:pt x="181" y="90"/>
                    <a:pt x="175" y="68"/>
                    <a:pt x="163" y="53"/>
                  </a:cubicBezTo>
                  <a:cubicBezTo>
                    <a:pt x="151" y="38"/>
                    <a:pt x="133" y="31"/>
                    <a:pt x="110" y="31"/>
                  </a:cubicBezTo>
                  <a:cubicBezTo>
                    <a:pt x="88" y="31"/>
                    <a:pt x="70" y="38"/>
                    <a:pt x="56" y="54"/>
                  </a:cubicBezTo>
                  <a:cubicBezTo>
                    <a:pt x="43" y="69"/>
                    <a:pt x="37" y="91"/>
                    <a:pt x="37" y="119"/>
                  </a:cubicBezTo>
                  <a:cubicBezTo>
                    <a:pt x="37" y="146"/>
                    <a:pt x="43" y="167"/>
                    <a:pt x="57" y="182"/>
                  </a:cubicBezTo>
                  <a:cubicBezTo>
                    <a:pt x="70" y="197"/>
                    <a:pt x="88" y="204"/>
                    <a:pt x="110" y="204"/>
                  </a:cubicBezTo>
                  <a:cubicBezTo>
                    <a:pt x="133" y="204"/>
                    <a:pt x="151" y="197"/>
                    <a:pt x="163" y="182"/>
                  </a:cubicBezTo>
                  <a:cubicBezTo>
                    <a:pt x="175" y="167"/>
                    <a:pt x="181" y="146"/>
                    <a:pt x="18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40" name="Freeform 32"/>
            <p:cNvSpPr>
              <a:spLocks/>
            </p:cNvSpPr>
            <p:nvPr userDrawn="1"/>
          </p:nvSpPr>
          <p:spPr bwMode="auto">
            <a:xfrm>
              <a:off x="2663" y="2879"/>
              <a:ext cx="433" cy="544"/>
            </a:xfrm>
            <a:custGeom>
              <a:avLst/>
              <a:gdLst>
                <a:gd name="T0" fmla="*/ 183 w 183"/>
                <a:gd name="T1" fmla="*/ 230 h 230"/>
                <a:gd name="T2" fmla="*/ 148 w 183"/>
                <a:gd name="T3" fmla="*/ 230 h 230"/>
                <a:gd name="T4" fmla="*/ 148 w 183"/>
                <a:gd name="T5" fmla="*/ 102 h 230"/>
                <a:gd name="T6" fmla="*/ 97 w 183"/>
                <a:gd name="T7" fmla="*/ 31 h 230"/>
                <a:gd name="T8" fmla="*/ 53 w 183"/>
                <a:gd name="T9" fmla="*/ 51 h 230"/>
                <a:gd name="T10" fmla="*/ 36 w 183"/>
                <a:gd name="T11" fmla="*/ 102 h 230"/>
                <a:gd name="T12" fmla="*/ 36 w 183"/>
                <a:gd name="T13" fmla="*/ 230 h 230"/>
                <a:gd name="T14" fmla="*/ 0 w 183"/>
                <a:gd name="T15" fmla="*/ 230 h 230"/>
                <a:gd name="T16" fmla="*/ 0 w 183"/>
                <a:gd name="T17" fmla="*/ 5 h 230"/>
                <a:gd name="T18" fmla="*/ 36 w 183"/>
                <a:gd name="T19" fmla="*/ 5 h 230"/>
                <a:gd name="T20" fmla="*/ 36 w 183"/>
                <a:gd name="T21" fmla="*/ 43 h 230"/>
                <a:gd name="T22" fmla="*/ 37 w 183"/>
                <a:gd name="T23" fmla="*/ 43 h 230"/>
                <a:gd name="T24" fmla="*/ 109 w 183"/>
                <a:gd name="T25" fmla="*/ 0 h 230"/>
                <a:gd name="T26" fmla="*/ 164 w 183"/>
                <a:gd name="T27" fmla="*/ 24 h 230"/>
                <a:gd name="T28" fmla="*/ 183 w 183"/>
                <a:gd name="T29" fmla="*/ 92 h 230"/>
                <a:gd name="T30" fmla="*/ 183 w 183"/>
                <a:gd name="T31" fmla="*/ 23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3" h="230">
                  <a:moveTo>
                    <a:pt x="183" y="230"/>
                  </a:moveTo>
                  <a:cubicBezTo>
                    <a:pt x="148" y="230"/>
                    <a:pt x="148" y="230"/>
                    <a:pt x="148" y="230"/>
                  </a:cubicBezTo>
                  <a:cubicBezTo>
                    <a:pt x="148" y="102"/>
                    <a:pt x="148" y="102"/>
                    <a:pt x="148" y="102"/>
                  </a:cubicBezTo>
                  <a:cubicBezTo>
                    <a:pt x="148" y="54"/>
                    <a:pt x="131" y="31"/>
                    <a:pt x="97" y="31"/>
                  </a:cubicBezTo>
                  <a:cubicBezTo>
                    <a:pt x="79" y="31"/>
                    <a:pt x="65" y="37"/>
                    <a:pt x="53" y="51"/>
                  </a:cubicBezTo>
                  <a:cubicBezTo>
                    <a:pt x="42" y="64"/>
                    <a:pt x="36" y="81"/>
                    <a:pt x="36" y="102"/>
                  </a:cubicBezTo>
                  <a:cubicBezTo>
                    <a:pt x="36" y="230"/>
                    <a:pt x="36" y="230"/>
                    <a:pt x="36" y="230"/>
                  </a:cubicBezTo>
                  <a:cubicBezTo>
                    <a:pt x="0" y="230"/>
                    <a:pt x="0" y="230"/>
                    <a:pt x="0" y="230"/>
                  </a:cubicBezTo>
                  <a:cubicBezTo>
                    <a:pt x="0" y="5"/>
                    <a:pt x="0" y="5"/>
                    <a:pt x="0" y="5"/>
                  </a:cubicBezTo>
                  <a:cubicBezTo>
                    <a:pt x="36" y="5"/>
                    <a:pt x="36" y="5"/>
                    <a:pt x="36" y="5"/>
                  </a:cubicBezTo>
                  <a:cubicBezTo>
                    <a:pt x="36" y="43"/>
                    <a:pt x="36" y="43"/>
                    <a:pt x="36" y="43"/>
                  </a:cubicBezTo>
                  <a:cubicBezTo>
                    <a:pt x="37" y="43"/>
                    <a:pt x="37" y="43"/>
                    <a:pt x="37" y="43"/>
                  </a:cubicBezTo>
                  <a:cubicBezTo>
                    <a:pt x="53" y="14"/>
                    <a:pt x="77" y="0"/>
                    <a:pt x="109" y="0"/>
                  </a:cubicBezTo>
                  <a:cubicBezTo>
                    <a:pt x="133" y="0"/>
                    <a:pt x="152" y="8"/>
                    <a:pt x="164" y="24"/>
                  </a:cubicBezTo>
                  <a:cubicBezTo>
                    <a:pt x="177" y="40"/>
                    <a:pt x="183" y="63"/>
                    <a:pt x="183" y="92"/>
                  </a:cubicBezTo>
                  <a:lnTo>
                    <a:pt x="183" y="2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41" name="Freeform 33"/>
            <p:cNvSpPr>
              <a:spLocks/>
            </p:cNvSpPr>
            <p:nvPr userDrawn="1"/>
          </p:nvSpPr>
          <p:spPr bwMode="auto">
            <a:xfrm>
              <a:off x="3198" y="2626"/>
              <a:ext cx="315" cy="797"/>
            </a:xfrm>
            <a:custGeom>
              <a:avLst/>
              <a:gdLst>
                <a:gd name="T0" fmla="*/ 133 w 133"/>
                <a:gd name="T1" fmla="*/ 36 h 337"/>
                <a:gd name="T2" fmla="*/ 110 w 133"/>
                <a:gd name="T3" fmla="*/ 30 h 337"/>
                <a:gd name="T4" fmla="*/ 73 w 133"/>
                <a:gd name="T5" fmla="*/ 78 h 337"/>
                <a:gd name="T6" fmla="*/ 73 w 133"/>
                <a:gd name="T7" fmla="*/ 112 h 337"/>
                <a:gd name="T8" fmla="*/ 124 w 133"/>
                <a:gd name="T9" fmla="*/ 112 h 337"/>
                <a:gd name="T10" fmla="*/ 124 w 133"/>
                <a:gd name="T11" fmla="*/ 143 h 337"/>
                <a:gd name="T12" fmla="*/ 73 w 133"/>
                <a:gd name="T13" fmla="*/ 143 h 337"/>
                <a:gd name="T14" fmla="*/ 73 w 133"/>
                <a:gd name="T15" fmla="*/ 337 h 337"/>
                <a:gd name="T16" fmla="*/ 37 w 133"/>
                <a:gd name="T17" fmla="*/ 337 h 337"/>
                <a:gd name="T18" fmla="*/ 37 w 133"/>
                <a:gd name="T19" fmla="*/ 143 h 337"/>
                <a:gd name="T20" fmla="*/ 0 w 133"/>
                <a:gd name="T21" fmla="*/ 143 h 337"/>
                <a:gd name="T22" fmla="*/ 0 w 133"/>
                <a:gd name="T23" fmla="*/ 112 h 337"/>
                <a:gd name="T24" fmla="*/ 37 w 133"/>
                <a:gd name="T25" fmla="*/ 112 h 337"/>
                <a:gd name="T26" fmla="*/ 37 w 133"/>
                <a:gd name="T27" fmla="*/ 76 h 337"/>
                <a:gd name="T28" fmla="*/ 57 w 133"/>
                <a:gd name="T29" fmla="*/ 21 h 337"/>
                <a:gd name="T30" fmla="*/ 107 w 133"/>
                <a:gd name="T31" fmla="*/ 0 h 337"/>
                <a:gd name="T32" fmla="*/ 133 w 133"/>
                <a:gd name="T33" fmla="*/ 4 h 337"/>
                <a:gd name="T34" fmla="*/ 133 w 133"/>
                <a:gd name="T35" fmla="*/ 36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3" h="337">
                  <a:moveTo>
                    <a:pt x="133" y="36"/>
                  </a:moveTo>
                  <a:cubicBezTo>
                    <a:pt x="126" y="32"/>
                    <a:pt x="118" y="30"/>
                    <a:pt x="110" y="30"/>
                  </a:cubicBezTo>
                  <a:cubicBezTo>
                    <a:pt x="85" y="30"/>
                    <a:pt x="73" y="46"/>
                    <a:pt x="73" y="78"/>
                  </a:cubicBezTo>
                  <a:cubicBezTo>
                    <a:pt x="73" y="112"/>
                    <a:pt x="73" y="112"/>
                    <a:pt x="73" y="112"/>
                  </a:cubicBezTo>
                  <a:cubicBezTo>
                    <a:pt x="124" y="112"/>
                    <a:pt x="124" y="112"/>
                    <a:pt x="124" y="112"/>
                  </a:cubicBezTo>
                  <a:cubicBezTo>
                    <a:pt x="124" y="143"/>
                    <a:pt x="124" y="143"/>
                    <a:pt x="124" y="143"/>
                  </a:cubicBezTo>
                  <a:cubicBezTo>
                    <a:pt x="73" y="143"/>
                    <a:pt x="73" y="143"/>
                    <a:pt x="73" y="143"/>
                  </a:cubicBezTo>
                  <a:cubicBezTo>
                    <a:pt x="73" y="337"/>
                    <a:pt x="73" y="337"/>
                    <a:pt x="73" y="337"/>
                  </a:cubicBezTo>
                  <a:cubicBezTo>
                    <a:pt x="37" y="337"/>
                    <a:pt x="37" y="337"/>
                    <a:pt x="37" y="337"/>
                  </a:cubicBezTo>
                  <a:cubicBezTo>
                    <a:pt x="37" y="143"/>
                    <a:pt x="37" y="143"/>
                    <a:pt x="37" y="143"/>
                  </a:cubicBezTo>
                  <a:cubicBezTo>
                    <a:pt x="0" y="143"/>
                    <a:pt x="0" y="143"/>
                    <a:pt x="0" y="143"/>
                  </a:cubicBezTo>
                  <a:cubicBezTo>
                    <a:pt x="0" y="112"/>
                    <a:pt x="0" y="112"/>
                    <a:pt x="0" y="112"/>
                  </a:cubicBezTo>
                  <a:cubicBezTo>
                    <a:pt x="37" y="112"/>
                    <a:pt x="37" y="112"/>
                    <a:pt x="37" y="112"/>
                  </a:cubicBezTo>
                  <a:cubicBezTo>
                    <a:pt x="37" y="76"/>
                    <a:pt x="37" y="76"/>
                    <a:pt x="37" y="76"/>
                  </a:cubicBezTo>
                  <a:cubicBezTo>
                    <a:pt x="37" y="53"/>
                    <a:pt x="44" y="35"/>
                    <a:pt x="57" y="21"/>
                  </a:cubicBezTo>
                  <a:cubicBezTo>
                    <a:pt x="70" y="7"/>
                    <a:pt x="87" y="0"/>
                    <a:pt x="107" y="0"/>
                  </a:cubicBezTo>
                  <a:cubicBezTo>
                    <a:pt x="118" y="0"/>
                    <a:pt x="127" y="1"/>
                    <a:pt x="133" y="4"/>
                  </a:cubicBezTo>
                  <a:lnTo>
                    <a:pt x="133"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42" name="Freeform 34"/>
            <p:cNvSpPr>
              <a:spLocks noEditPoints="1"/>
            </p:cNvSpPr>
            <p:nvPr userDrawn="1"/>
          </p:nvSpPr>
          <p:spPr bwMode="auto">
            <a:xfrm>
              <a:off x="3541" y="2879"/>
              <a:ext cx="456" cy="556"/>
            </a:xfrm>
            <a:custGeom>
              <a:avLst/>
              <a:gdLst>
                <a:gd name="T0" fmla="*/ 193 w 193"/>
                <a:gd name="T1" fmla="*/ 126 h 235"/>
                <a:gd name="T2" fmla="*/ 37 w 193"/>
                <a:gd name="T3" fmla="*/ 126 h 235"/>
                <a:gd name="T4" fmla="*/ 57 w 193"/>
                <a:gd name="T5" fmla="*/ 184 h 235"/>
                <a:gd name="T6" fmla="*/ 109 w 193"/>
                <a:gd name="T7" fmla="*/ 204 h 235"/>
                <a:gd name="T8" fmla="*/ 177 w 193"/>
                <a:gd name="T9" fmla="*/ 180 h 235"/>
                <a:gd name="T10" fmla="*/ 177 w 193"/>
                <a:gd name="T11" fmla="*/ 213 h 235"/>
                <a:gd name="T12" fmla="*/ 101 w 193"/>
                <a:gd name="T13" fmla="*/ 235 h 235"/>
                <a:gd name="T14" fmla="*/ 27 w 193"/>
                <a:gd name="T15" fmla="*/ 204 h 235"/>
                <a:gd name="T16" fmla="*/ 0 w 193"/>
                <a:gd name="T17" fmla="*/ 118 h 235"/>
                <a:gd name="T18" fmla="*/ 14 w 193"/>
                <a:gd name="T19" fmla="*/ 58 h 235"/>
                <a:gd name="T20" fmla="*/ 50 w 193"/>
                <a:gd name="T21" fmla="*/ 15 h 235"/>
                <a:gd name="T22" fmla="*/ 102 w 193"/>
                <a:gd name="T23" fmla="*/ 0 h 235"/>
                <a:gd name="T24" fmla="*/ 169 w 193"/>
                <a:gd name="T25" fmla="*/ 28 h 235"/>
                <a:gd name="T26" fmla="*/ 193 w 193"/>
                <a:gd name="T27" fmla="*/ 108 h 235"/>
                <a:gd name="T28" fmla="*/ 193 w 193"/>
                <a:gd name="T29" fmla="*/ 126 h 235"/>
                <a:gd name="T30" fmla="*/ 157 w 193"/>
                <a:gd name="T31" fmla="*/ 96 h 235"/>
                <a:gd name="T32" fmla="*/ 142 w 193"/>
                <a:gd name="T33" fmla="*/ 48 h 235"/>
                <a:gd name="T34" fmla="*/ 101 w 193"/>
                <a:gd name="T35" fmla="*/ 31 h 235"/>
                <a:gd name="T36" fmla="*/ 59 w 193"/>
                <a:gd name="T37" fmla="*/ 49 h 235"/>
                <a:gd name="T38" fmla="*/ 37 w 193"/>
                <a:gd name="T39" fmla="*/ 96 h 235"/>
                <a:gd name="T40" fmla="*/ 157 w 193"/>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235">
                  <a:moveTo>
                    <a:pt x="193" y="126"/>
                  </a:moveTo>
                  <a:cubicBezTo>
                    <a:pt x="37" y="126"/>
                    <a:pt x="37" y="126"/>
                    <a:pt x="37" y="126"/>
                  </a:cubicBezTo>
                  <a:cubicBezTo>
                    <a:pt x="38" y="152"/>
                    <a:pt x="44" y="171"/>
                    <a:pt x="57" y="184"/>
                  </a:cubicBezTo>
                  <a:cubicBezTo>
                    <a:pt x="69" y="198"/>
                    <a:pt x="87" y="204"/>
                    <a:pt x="109" y="204"/>
                  </a:cubicBezTo>
                  <a:cubicBezTo>
                    <a:pt x="134" y="204"/>
                    <a:pt x="157" y="196"/>
                    <a:pt x="177" y="180"/>
                  </a:cubicBezTo>
                  <a:cubicBezTo>
                    <a:pt x="177" y="213"/>
                    <a:pt x="177" y="213"/>
                    <a:pt x="177" y="213"/>
                  </a:cubicBezTo>
                  <a:cubicBezTo>
                    <a:pt x="158" y="228"/>
                    <a:pt x="132" y="235"/>
                    <a:pt x="101" y="235"/>
                  </a:cubicBezTo>
                  <a:cubicBezTo>
                    <a:pt x="69" y="235"/>
                    <a:pt x="45" y="225"/>
                    <a:pt x="27" y="204"/>
                  </a:cubicBezTo>
                  <a:cubicBezTo>
                    <a:pt x="9" y="183"/>
                    <a:pt x="0" y="155"/>
                    <a:pt x="0" y="118"/>
                  </a:cubicBezTo>
                  <a:cubicBezTo>
                    <a:pt x="0" y="96"/>
                    <a:pt x="5" y="76"/>
                    <a:pt x="14" y="58"/>
                  </a:cubicBezTo>
                  <a:cubicBezTo>
                    <a:pt x="22" y="39"/>
                    <a:pt x="35" y="25"/>
                    <a:pt x="50" y="15"/>
                  </a:cubicBezTo>
                  <a:cubicBezTo>
                    <a:pt x="66" y="5"/>
                    <a:pt x="83" y="0"/>
                    <a:pt x="102" y="0"/>
                  </a:cubicBezTo>
                  <a:cubicBezTo>
                    <a:pt x="130" y="0"/>
                    <a:pt x="153" y="9"/>
                    <a:pt x="169" y="28"/>
                  </a:cubicBezTo>
                  <a:cubicBezTo>
                    <a:pt x="185" y="47"/>
                    <a:pt x="193" y="74"/>
                    <a:pt x="193" y="108"/>
                  </a:cubicBezTo>
                  <a:lnTo>
                    <a:pt x="193" y="126"/>
                  </a:lnTo>
                  <a:close/>
                  <a:moveTo>
                    <a:pt x="157" y="96"/>
                  </a:moveTo>
                  <a:cubicBezTo>
                    <a:pt x="156" y="75"/>
                    <a:pt x="151" y="59"/>
                    <a:pt x="142" y="48"/>
                  </a:cubicBezTo>
                  <a:cubicBezTo>
                    <a:pt x="132" y="36"/>
                    <a:pt x="119" y="31"/>
                    <a:pt x="101" y="31"/>
                  </a:cubicBezTo>
                  <a:cubicBezTo>
                    <a:pt x="85" y="31"/>
                    <a:pt x="71" y="37"/>
                    <a:pt x="59" y="49"/>
                  </a:cubicBezTo>
                  <a:cubicBezTo>
                    <a:pt x="48" y="60"/>
                    <a:pt x="40" y="76"/>
                    <a:pt x="37" y="96"/>
                  </a:cubicBezTo>
                  <a:lnTo>
                    <a:pt x="157"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43" name="Freeform 35"/>
            <p:cNvSpPr>
              <a:spLocks/>
            </p:cNvSpPr>
            <p:nvPr userDrawn="1"/>
          </p:nvSpPr>
          <p:spPr bwMode="auto">
            <a:xfrm>
              <a:off x="4118" y="2882"/>
              <a:ext cx="274" cy="541"/>
            </a:xfrm>
            <a:custGeom>
              <a:avLst/>
              <a:gdLst>
                <a:gd name="T0" fmla="*/ 116 w 116"/>
                <a:gd name="T1" fmla="*/ 41 h 229"/>
                <a:gd name="T2" fmla="*/ 89 w 116"/>
                <a:gd name="T3" fmla="*/ 33 h 229"/>
                <a:gd name="T4" fmla="*/ 50 w 116"/>
                <a:gd name="T5" fmla="*/ 56 h 229"/>
                <a:gd name="T6" fmla="*/ 36 w 116"/>
                <a:gd name="T7" fmla="*/ 114 h 229"/>
                <a:gd name="T8" fmla="*/ 36 w 116"/>
                <a:gd name="T9" fmla="*/ 229 h 229"/>
                <a:gd name="T10" fmla="*/ 0 w 116"/>
                <a:gd name="T11" fmla="*/ 229 h 229"/>
                <a:gd name="T12" fmla="*/ 0 w 116"/>
                <a:gd name="T13" fmla="*/ 4 h 229"/>
                <a:gd name="T14" fmla="*/ 36 w 116"/>
                <a:gd name="T15" fmla="*/ 4 h 229"/>
                <a:gd name="T16" fmla="*/ 36 w 116"/>
                <a:gd name="T17" fmla="*/ 51 h 229"/>
                <a:gd name="T18" fmla="*/ 37 w 116"/>
                <a:gd name="T19" fmla="*/ 51 h 229"/>
                <a:gd name="T20" fmla="*/ 59 w 116"/>
                <a:gd name="T21" fmla="*/ 14 h 229"/>
                <a:gd name="T22" fmla="*/ 94 w 116"/>
                <a:gd name="T23" fmla="*/ 0 h 229"/>
                <a:gd name="T24" fmla="*/ 116 w 116"/>
                <a:gd name="T25" fmla="*/ 3 h 229"/>
                <a:gd name="T26" fmla="*/ 116 w 116"/>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6" h="229">
                  <a:moveTo>
                    <a:pt x="116" y="41"/>
                  </a:moveTo>
                  <a:cubicBezTo>
                    <a:pt x="109" y="36"/>
                    <a:pt x="100" y="33"/>
                    <a:pt x="89" y="33"/>
                  </a:cubicBezTo>
                  <a:cubicBezTo>
                    <a:pt x="73" y="33"/>
                    <a:pt x="60" y="41"/>
                    <a:pt x="50" y="56"/>
                  </a:cubicBezTo>
                  <a:cubicBezTo>
                    <a:pt x="41" y="71"/>
                    <a:pt x="36" y="90"/>
                    <a:pt x="36" y="114"/>
                  </a:cubicBezTo>
                  <a:cubicBezTo>
                    <a:pt x="36" y="229"/>
                    <a:pt x="36" y="229"/>
                    <a:pt x="36" y="229"/>
                  </a:cubicBezTo>
                  <a:cubicBezTo>
                    <a:pt x="0" y="229"/>
                    <a:pt x="0" y="229"/>
                    <a:pt x="0" y="229"/>
                  </a:cubicBezTo>
                  <a:cubicBezTo>
                    <a:pt x="0" y="4"/>
                    <a:pt x="0" y="4"/>
                    <a:pt x="0" y="4"/>
                  </a:cubicBezTo>
                  <a:cubicBezTo>
                    <a:pt x="36" y="4"/>
                    <a:pt x="36" y="4"/>
                    <a:pt x="36" y="4"/>
                  </a:cubicBezTo>
                  <a:cubicBezTo>
                    <a:pt x="36" y="51"/>
                    <a:pt x="36" y="51"/>
                    <a:pt x="36" y="51"/>
                  </a:cubicBezTo>
                  <a:cubicBezTo>
                    <a:pt x="37" y="51"/>
                    <a:pt x="37" y="51"/>
                    <a:pt x="37" y="51"/>
                  </a:cubicBezTo>
                  <a:cubicBezTo>
                    <a:pt x="42" y="35"/>
                    <a:pt x="49" y="23"/>
                    <a:pt x="59" y="14"/>
                  </a:cubicBezTo>
                  <a:cubicBezTo>
                    <a:pt x="69" y="5"/>
                    <a:pt x="81" y="0"/>
                    <a:pt x="94" y="0"/>
                  </a:cubicBezTo>
                  <a:cubicBezTo>
                    <a:pt x="104" y="0"/>
                    <a:pt x="111" y="1"/>
                    <a:pt x="116" y="3"/>
                  </a:cubicBezTo>
                  <a:lnTo>
                    <a:pt x="116"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44" name="Freeform 36"/>
            <p:cNvSpPr>
              <a:spLocks noEditPoints="1"/>
            </p:cNvSpPr>
            <p:nvPr userDrawn="1"/>
          </p:nvSpPr>
          <p:spPr bwMode="auto">
            <a:xfrm>
              <a:off x="4428" y="2879"/>
              <a:ext cx="457" cy="556"/>
            </a:xfrm>
            <a:custGeom>
              <a:avLst/>
              <a:gdLst>
                <a:gd name="T0" fmla="*/ 193 w 193"/>
                <a:gd name="T1" fmla="*/ 126 h 235"/>
                <a:gd name="T2" fmla="*/ 37 w 193"/>
                <a:gd name="T3" fmla="*/ 126 h 235"/>
                <a:gd name="T4" fmla="*/ 57 w 193"/>
                <a:gd name="T5" fmla="*/ 184 h 235"/>
                <a:gd name="T6" fmla="*/ 109 w 193"/>
                <a:gd name="T7" fmla="*/ 204 h 235"/>
                <a:gd name="T8" fmla="*/ 177 w 193"/>
                <a:gd name="T9" fmla="*/ 180 h 235"/>
                <a:gd name="T10" fmla="*/ 177 w 193"/>
                <a:gd name="T11" fmla="*/ 213 h 235"/>
                <a:gd name="T12" fmla="*/ 101 w 193"/>
                <a:gd name="T13" fmla="*/ 235 h 235"/>
                <a:gd name="T14" fmla="*/ 27 w 193"/>
                <a:gd name="T15" fmla="*/ 204 h 235"/>
                <a:gd name="T16" fmla="*/ 0 w 193"/>
                <a:gd name="T17" fmla="*/ 118 h 235"/>
                <a:gd name="T18" fmla="*/ 14 w 193"/>
                <a:gd name="T19" fmla="*/ 58 h 235"/>
                <a:gd name="T20" fmla="*/ 50 w 193"/>
                <a:gd name="T21" fmla="*/ 15 h 235"/>
                <a:gd name="T22" fmla="*/ 102 w 193"/>
                <a:gd name="T23" fmla="*/ 0 h 235"/>
                <a:gd name="T24" fmla="*/ 169 w 193"/>
                <a:gd name="T25" fmla="*/ 28 h 235"/>
                <a:gd name="T26" fmla="*/ 193 w 193"/>
                <a:gd name="T27" fmla="*/ 108 h 235"/>
                <a:gd name="T28" fmla="*/ 193 w 193"/>
                <a:gd name="T29" fmla="*/ 126 h 235"/>
                <a:gd name="T30" fmla="*/ 157 w 193"/>
                <a:gd name="T31" fmla="*/ 96 h 235"/>
                <a:gd name="T32" fmla="*/ 142 w 193"/>
                <a:gd name="T33" fmla="*/ 48 h 235"/>
                <a:gd name="T34" fmla="*/ 102 w 193"/>
                <a:gd name="T35" fmla="*/ 31 h 235"/>
                <a:gd name="T36" fmla="*/ 60 w 193"/>
                <a:gd name="T37" fmla="*/ 49 h 235"/>
                <a:gd name="T38" fmla="*/ 38 w 193"/>
                <a:gd name="T39" fmla="*/ 96 h 235"/>
                <a:gd name="T40" fmla="*/ 157 w 193"/>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235">
                  <a:moveTo>
                    <a:pt x="193" y="126"/>
                  </a:moveTo>
                  <a:cubicBezTo>
                    <a:pt x="37" y="126"/>
                    <a:pt x="37" y="126"/>
                    <a:pt x="37" y="126"/>
                  </a:cubicBezTo>
                  <a:cubicBezTo>
                    <a:pt x="38" y="152"/>
                    <a:pt x="44" y="171"/>
                    <a:pt x="57" y="184"/>
                  </a:cubicBezTo>
                  <a:cubicBezTo>
                    <a:pt x="69" y="198"/>
                    <a:pt x="87" y="204"/>
                    <a:pt x="109" y="204"/>
                  </a:cubicBezTo>
                  <a:cubicBezTo>
                    <a:pt x="134" y="204"/>
                    <a:pt x="157" y="196"/>
                    <a:pt x="177" y="180"/>
                  </a:cubicBezTo>
                  <a:cubicBezTo>
                    <a:pt x="177" y="213"/>
                    <a:pt x="177" y="213"/>
                    <a:pt x="177" y="213"/>
                  </a:cubicBezTo>
                  <a:cubicBezTo>
                    <a:pt x="158" y="228"/>
                    <a:pt x="133" y="235"/>
                    <a:pt x="101" y="235"/>
                  </a:cubicBezTo>
                  <a:cubicBezTo>
                    <a:pt x="69" y="235"/>
                    <a:pt x="45" y="225"/>
                    <a:pt x="27" y="204"/>
                  </a:cubicBezTo>
                  <a:cubicBezTo>
                    <a:pt x="9" y="183"/>
                    <a:pt x="0" y="155"/>
                    <a:pt x="0" y="118"/>
                  </a:cubicBezTo>
                  <a:cubicBezTo>
                    <a:pt x="0" y="96"/>
                    <a:pt x="5" y="76"/>
                    <a:pt x="14" y="58"/>
                  </a:cubicBezTo>
                  <a:cubicBezTo>
                    <a:pt x="23" y="39"/>
                    <a:pt x="35" y="25"/>
                    <a:pt x="50" y="15"/>
                  </a:cubicBezTo>
                  <a:cubicBezTo>
                    <a:pt x="66" y="5"/>
                    <a:pt x="83" y="0"/>
                    <a:pt x="102" y="0"/>
                  </a:cubicBezTo>
                  <a:cubicBezTo>
                    <a:pt x="131" y="0"/>
                    <a:pt x="153" y="9"/>
                    <a:pt x="169" y="28"/>
                  </a:cubicBezTo>
                  <a:cubicBezTo>
                    <a:pt x="185" y="47"/>
                    <a:pt x="193" y="74"/>
                    <a:pt x="193" y="108"/>
                  </a:cubicBezTo>
                  <a:lnTo>
                    <a:pt x="193" y="126"/>
                  </a:lnTo>
                  <a:close/>
                  <a:moveTo>
                    <a:pt x="157" y="96"/>
                  </a:moveTo>
                  <a:cubicBezTo>
                    <a:pt x="156" y="75"/>
                    <a:pt x="151" y="59"/>
                    <a:pt x="142" y="48"/>
                  </a:cubicBezTo>
                  <a:cubicBezTo>
                    <a:pt x="132" y="36"/>
                    <a:pt x="119" y="31"/>
                    <a:pt x="102" y="31"/>
                  </a:cubicBezTo>
                  <a:cubicBezTo>
                    <a:pt x="85" y="31"/>
                    <a:pt x="71" y="37"/>
                    <a:pt x="60" y="49"/>
                  </a:cubicBezTo>
                  <a:cubicBezTo>
                    <a:pt x="48" y="60"/>
                    <a:pt x="41" y="76"/>
                    <a:pt x="38" y="96"/>
                  </a:cubicBezTo>
                  <a:lnTo>
                    <a:pt x="157"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45" name="Freeform 37"/>
            <p:cNvSpPr>
              <a:spLocks/>
            </p:cNvSpPr>
            <p:nvPr userDrawn="1"/>
          </p:nvSpPr>
          <p:spPr bwMode="auto">
            <a:xfrm>
              <a:off x="5008" y="2879"/>
              <a:ext cx="432" cy="544"/>
            </a:xfrm>
            <a:custGeom>
              <a:avLst/>
              <a:gdLst>
                <a:gd name="T0" fmla="*/ 183 w 183"/>
                <a:gd name="T1" fmla="*/ 230 h 230"/>
                <a:gd name="T2" fmla="*/ 147 w 183"/>
                <a:gd name="T3" fmla="*/ 230 h 230"/>
                <a:gd name="T4" fmla="*/ 147 w 183"/>
                <a:gd name="T5" fmla="*/ 102 h 230"/>
                <a:gd name="T6" fmla="*/ 96 w 183"/>
                <a:gd name="T7" fmla="*/ 31 h 230"/>
                <a:gd name="T8" fmla="*/ 52 w 183"/>
                <a:gd name="T9" fmla="*/ 51 h 230"/>
                <a:gd name="T10" fmla="*/ 35 w 183"/>
                <a:gd name="T11" fmla="*/ 102 h 230"/>
                <a:gd name="T12" fmla="*/ 35 w 183"/>
                <a:gd name="T13" fmla="*/ 230 h 230"/>
                <a:gd name="T14" fmla="*/ 0 w 183"/>
                <a:gd name="T15" fmla="*/ 230 h 230"/>
                <a:gd name="T16" fmla="*/ 0 w 183"/>
                <a:gd name="T17" fmla="*/ 5 h 230"/>
                <a:gd name="T18" fmla="*/ 35 w 183"/>
                <a:gd name="T19" fmla="*/ 5 h 230"/>
                <a:gd name="T20" fmla="*/ 35 w 183"/>
                <a:gd name="T21" fmla="*/ 43 h 230"/>
                <a:gd name="T22" fmla="*/ 36 w 183"/>
                <a:gd name="T23" fmla="*/ 43 h 230"/>
                <a:gd name="T24" fmla="*/ 108 w 183"/>
                <a:gd name="T25" fmla="*/ 0 h 230"/>
                <a:gd name="T26" fmla="*/ 164 w 183"/>
                <a:gd name="T27" fmla="*/ 24 h 230"/>
                <a:gd name="T28" fmla="*/ 183 w 183"/>
                <a:gd name="T29" fmla="*/ 92 h 230"/>
                <a:gd name="T30" fmla="*/ 183 w 183"/>
                <a:gd name="T31" fmla="*/ 23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3" h="230">
                  <a:moveTo>
                    <a:pt x="183" y="230"/>
                  </a:moveTo>
                  <a:cubicBezTo>
                    <a:pt x="147" y="230"/>
                    <a:pt x="147" y="230"/>
                    <a:pt x="147" y="230"/>
                  </a:cubicBezTo>
                  <a:cubicBezTo>
                    <a:pt x="147" y="102"/>
                    <a:pt x="147" y="102"/>
                    <a:pt x="147" y="102"/>
                  </a:cubicBezTo>
                  <a:cubicBezTo>
                    <a:pt x="147" y="54"/>
                    <a:pt x="130" y="31"/>
                    <a:pt x="96" y="31"/>
                  </a:cubicBezTo>
                  <a:cubicBezTo>
                    <a:pt x="79" y="31"/>
                    <a:pt x="64" y="37"/>
                    <a:pt x="52" y="51"/>
                  </a:cubicBezTo>
                  <a:cubicBezTo>
                    <a:pt x="41" y="64"/>
                    <a:pt x="35" y="81"/>
                    <a:pt x="35" y="102"/>
                  </a:cubicBezTo>
                  <a:cubicBezTo>
                    <a:pt x="35" y="230"/>
                    <a:pt x="35" y="230"/>
                    <a:pt x="35" y="230"/>
                  </a:cubicBezTo>
                  <a:cubicBezTo>
                    <a:pt x="0" y="230"/>
                    <a:pt x="0" y="230"/>
                    <a:pt x="0" y="230"/>
                  </a:cubicBezTo>
                  <a:cubicBezTo>
                    <a:pt x="0" y="5"/>
                    <a:pt x="0" y="5"/>
                    <a:pt x="0" y="5"/>
                  </a:cubicBezTo>
                  <a:cubicBezTo>
                    <a:pt x="35" y="5"/>
                    <a:pt x="35" y="5"/>
                    <a:pt x="35" y="5"/>
                  </a:cubicBezTo>
                  <a:cubicBezTo>
                    <a:pt x="35" y="43"/>
                    <a:pt x="35" y="43"/>
                    <a:pt x="35" y="43"/>
                  </a:cubicBezTo>
                  <a:cubicBezTo>
                    <a:pt x="36" y="43"/>
                    <a:pt x="36" y="43"/>
                    <a:pt x="36" y="43"/>
                  </a:cubicBezTo>
                  <a:cubicBezTo>
                    <a:pt x="52" y="14"/>
                    <a:pt x="76" y="0"/>
                    <a:pt x="108" y="0"/>
                  </a:cubicBezTo>
                  <a:cubicBezTo>
                    <a:pt x="132" y="0"/>
                    <a:pt x="151" y="8"/>
                    <a:pt x="164" y="24"/>
                  </a:cubicBezTo>
                  <a:cubicBezTo>
                    <a:pt x="176" y="40"/>
                    <a:pt x="183" y="63"/>
                    <a:pt x="183" y="92"/>
                  </a:cubicBezTo>
                  <a:lnTo>
                    <a:pt x="183" y="2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46" name="Freeform 38"/>
            <p:cNvSpPr>
              <a:spLocks/>
            </p:cNvSpPr>
            <p:nvPr userDrawn="1"/>
          </p:nvSpPr>
          <p:spPr bwMode="auto">
            <a:xfrm>
              <a:off x="5559" y="2879"/>
              <a:ext cx="390" cy="556"/>
            </a:xfrm>
            <a:custGeom>
              <a:avLst/>
              <a:gdLst>
                <a:gd name="T0" fmla="*/ 165 w 165"/>
                <a:gd name="T1" fmla="*/ 219 h 235"/>
                <a:gd name="T2" fmla="*/ 104 w 165"/>
                <a:gd name="T3" fmla="*/ 235 h 235"/>
                <a:gd name="T4" fmla="*/ 50 w 165"/>
                <a:gd name="T5" fmla="*/ 221 h 235"/>
                <a:gd name="T6" fmla="*/ 13 w 165"/>
                <a:gd name="T7" fmla="*/ 181 h 235"/>
                <a:gd name="T8" fmla="*/ 0 w 165"/>
                <a:gd name="T9" fmla="*/ 123 h 235"/>
                <a:gd name="T10" fmla="*/ 31 w 165"/>
                <a:gd name="T11" fmla="*/ 34 h 235"/>
                <a:gd name="T12" fmla="*/ 114 w 165"/>
                <a:gd name="T13" fmla="*/ 0 h 235"/>
                <a:gd name="T14" fmla="*/ 165 w 165"/>
                <a:gd name="T15" fmla="*/ 11 h 235"/>
                <a:gd name="T16" fmla="*/ 165 w 165"/>
                <a:gd name="T17" fmla="*/ 48 h 235"/>
                <a:gd name="T18" fmla="*/ 113 w 165"/>
                <a:gd name="T19" fmla="*/ 31 h 235"/>
                <a:gd name="T20" fmla="*/ 57 w 165"/>
                <a:gd name="T21" fmla="*/ 55 h 235"/>
                <a:gd name="T22" fmla="*/ 36 w 165"/>
                <a:gd name="T23" fmla="*/ 120 h 235"/>
                <a:gd name="T24" fmla="*/ 56 w 165"/>
                <a:gd name="T25" fmla="*/ 182 h 235"/>
                <a:gd name="T26" fmla="*/ 111 w 165"/>
                <a:gd name="T27" fmla="*/ 204 h 235"/>
                <a:gd name="T28" fmla="*/ 165 w 165"/>
                <a:gd name="T29" fmla="*/ 185 h 235"/>
                <a:gd name="T30" fmla="*/ 165 w 165"/>
                <a:gd name="T31" fmla="*/ 219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5" h="235">
                  <a:moveTo>
                    <a:pt x="165" y="219"/>
                  </a:moveTo>
                  <a:cubicBezTo>
                    <a:pt x="148" y="230"/>
                    <a:pt x="128" y="235"/>
                    <a:pt x="104" y="235"/>
                  </a:cubicBezTo>
                  <a:cubicBezTo>
                    <a:pt x="84" y="235"/>
                    <a:pt x="66" y="230"/>
                    <a:pt x="50" y="221"/>
                  </a:cubicBezTo>
                  <a:cubicBezTo>
                    <a:pt x="34" y="212"/>
                    <a:pt x="22" y="198"/>
                    <a:pt x="13" y="181"/>
                  </a:cubicBezTo>
                  <a:cubicBezTo>
                    <a:pt x="4" y="164"/>
                    <a:pt x="0" y="144"/>
                    <a:pt x="0" y="123"/>
                  </a:cubicBezTo>
                  <a:cubicBezTo>
                    <a:pt x="0" y="86"/>
                    <a:pt x="10" y="56"/>
                    <a:pt x="31" y="34"/>
                  </a:cubicBezTo>
                  <a:cubicBezTo>
                    <a:pt x="52" y="11"/>
                    <a:pt x="80" y="0"/>
                    <a:pt x="114" y="0"/>
                  </a:cubicBezTo>
                  <a:cubicBezTo>
                    <a:pt x="134" y="0"/>
                    <a:pt x="151" y="4"/>
                    <a:pt x="165" y="11"/>
                  </a:cubicBezTo>
                  <a:cubicBezTo>
                    <a:pt x="165" y="48"/>
                    <a:pt x="165" y="48"/>
                    <a:pt x="165" y="48"/>
                  </a:cubicBezTo>
                  <a:cubicBezTo>
                    <a:pt x="149" y="36"/>
                    <a:pt x="131" y="31"/>
                    <a:pt x="113" y="31"/>
                  </a:cubicBezTo>
                  <a:cubicBezTo>
                    <a:pt x="90" y="31"/>
                    <a:pt x="71" y="39"/>
                    <a:pt x="57" y="55"/>
                  </a:cubicBezTo>
                  <a:cubicBezTo>
                    <a:pt x="43" y="72"/>
                    <a:pt x="36" y="93"/>
                    <a:pt x="36" y="120"/>
                  </a:cubicBezTo>
                  <a:cubicBezTo>
                    <a:pt x="36" y="146"/>
                    <a:pt x="42" y="167"/>
                    <a:pt x="56" y="182"/>
                  </a:cubicBezTo>
                  <a:cubicBezTo>
                    <a:pt x="70" y="197"/>
                    <a:pt x="88" y="204"/>
                    <a:pt x="111" y="204"/>
                  </a:cubicBezTo>
                  <a:cubicBezTo>
                    <a:pt x="130" y="204"/>
                    <a:pt x="148" y="198"/>
                    <a:pt x="165" y="185"/>
                  </a:cubicBezTo>
                  <a:lnTo>
                    <a:pt x="165" y="2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47" name="Freeform 39"/>
            <p:cNvSpPr>
              <a:spLocks noEditPoints="1"/>
            </p:cNvSpPr>
            <p:nvPr userDrawn="1"/>
          </p:nvSpPr>
          <p:spPr bwMode="auto">
            <a:xfrm>
              <a:off x="6037" y="2879"/>
              <a:ext cx="454" cy="556"/>
            </a:xfrm>
            <a:custGeom>
              <a:avLst/>
              <a:gdLst>
                <a:gd name="T0" fmla="*/ 192 w 192"/>
                <a:gd name="T1" fmla="*/ 126 h 235"/>
                <a:gd name="T2" fmla="*/ 36 w 192"/>
                <a:gd name="T3" fmla="*/ 126 h 235"/>
                <a:gd name="T4" fmla="*/ 56 w 192"/>
                <a:gd name="T5" fmla="*/ 184 h 235"/>
                <a:gd name="T6" fmla="*/ 108 w 192"/>
                <a:gd name="T7" fmla="*/ 204 h 235"/>
                <a:gd name="T8" fmla="*/ 177 w 192"/>
                <a:gd name="T9" fmla="*/ 180 h 235"/>
                <a:gd name="T10" fmla="*/ 177 w 192"/>
                <a:gd name="T11" fmla="*/ 213 h 235"/>
                <a:gd name="T12" fmla="*/ 100 w 192"/>
                <a:gd name="T13" fmla="*/ 235 h 235"/>
                <a:gd name="T14" fmla="*/ 26 w 192"/>
                <a:gd name="T15" fmla="*/ 204 h 235"/>
                <a:gd name="T16" fmla="*/ 0 w 192"/>
                <a:gd name="T17" fmla="*/ 118 h 235"/>
                <a:gd name="T18" fmla="*/ 13 w 192"/>
                <a:gd name="T19" fmla="*/ 58 h 235"/>
                <a:gd name="T20" fmla="*/ 49 w 192"/>
                <a:gd name="T21" fmla="*/ 15 h 235"/>
                <a:gd name="T22" fmla="*/ 101 w 192"/>
                <a:gd name="T23" fmla="*/ 0 h 235"/>
                <a:gd name="T24" fmla="*/ 168 w 192"/>
                <a:gd name="T25" fmla="*/ 28 h 235"/>
                <a:gd name="T26" fmla="*/ 192 w 192"/>
                <a:gd name="T27" fmla="*/ 108 h 235"/>
                <a:gd name="T28" fmla="*/ 192 w 192"/>
                <a:gd name="T29" fmla="*/ 126 h 235"/>
                <a:gd name="T30" fmla="*/ 156 w 192"/>
                <a:gd name="T31" fmla="*/ 96 h 235"/>
                <a:gd name="T32" fmla="*/ 141 w 192"/>
                <a:gd name="T33" fmla="*/ 48 h 235"/>
                <a:gd name="T34" fmla="*/ 101 w 192"/>
                <a:gd name="T35" fmla="*/ 31 h 235"/>
                <a:gd name="T36" fmla="*/ 59 w 192"/>
                <a:gd name="T37" fmla="*/ 49 h 235"/>
                <a:gd name="T38" fmla="*/ 37 w 192"/>
                <a:gd name="T39" fmla="*/ 96 h 235"/>
                <a:gd name="T40" fmla="*/ 156 w 192"/>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2" h="235">
                  <a:moveTo>
                    <a:pt x="192" y="126"/>
                  </a:moveTo>
                  <a:cubicBezTo>
                    <a:pt x="36" y="126"/>
                    <a:pt x="36" y="126"/>
                    <a:pt x="36" y="126"/>
                  </a:cubicBezTo>
                  <a:cubicBezTo>
                    <a:pt x="37" y="152"/>
                    <a:pt x="43" y="171"/>
                    <a:pt x="56" y="184"/>
                  </a:cubicBezTo>
                  <a:cubicBezTo>
                    <a:pt x="69" y="198"/>
                    <a:pt x="86" y="204"/>
                    <a:pt x="108" y="204"/>
                  </a:cubicBezTo>
                  <a:cubicBezTo>
                    <a:pt x="133" y="204"/>
                    <a:pt x="156" y="196"/>
                    <a:pt x="177" y="180"/>
                  </a:cubicBezTo>
                  <a:cubicBezTo>
                    <a:pt x="177" y="213"/>
                    <a:pt x="177" y="213"/>
                    <a:pt x="177" y="213"/>
                  </a:cubicBezTo>
                  <a:cubicBezTo>
                    <a:pt x="157" y="228"/>
                    <a:pt x="132" y="235"/>
                    <a:pt x="100" y="235"/>
                  </a:cubicBezTo>
                  <a:cubicBezTo>
                    <a:pt x="68" y="235"/>
                    <a:pt x="44" y="225"/>
                    <a:pt x="26" y="204"/>
                  </a:cubicBezTo>
                  <a:cubicBezTo>
                    <a:pt x="8" y="183"/>
                    <a:pt x="0" y="155"/>
                    <a:pt x="0" y="118"/>
                  </a:cubicBezTo>
                  <a:cubicBezTo>
                    <a:pt x="0" y="96"/>
                    <a:pt x="4" y="76"/>
                    <a:pt x="13" y="58"/>
                  </a:cubicBezTo>
                  <a:cubicBezTo>
                    <a:pt x="22" y="39"/>
                    <a:pt x="34" y="25"/>
                    <a:pt x="49" y="15"/>
                  </a:cubicBezTo>
                  <a:cubicBezTo>
                    <a:pt x="65" y="5"/>
                    <a:pt x="82" y="0"/>
                    <a:pt x="101" y="0"/>
                  </a:cubicBezTo>
                  <a:cubicBezTo>
                    <a:pt x="130" y="0"/>
                    <a:pt x="152" y="9"/>
                    <a:pt x="168" y="28"/>
                  </a:cubicBezTo>
                  <a:cubicBezTo>
                    <a:pt x="184" y="47"/>
                    <a:pt x="192" y="74"/>
                    <a:pt x="192" y="108"/>
                  </a:cubicBezTo>
                  <a:lnTo>
                    <a:pt x="192" y="126"/>
                  </a:lnTo>
                  <a:close/>
                  <a:moveTo>
                    <a:pt x="156" y="96"/>
                  </a:moveTo>
                  <a:cubicBezTo>
                    <a:pt x="156" y="75"/>
                    <a:pt x="151" y="59"/>
                    <a:pt x="141" y="48"/>
                  </a:cubicBezTo>
                  <a:cubicBezTo>
                    <a:pt x="132" y="36"/>
                    <a:pt x="118" y="31"/>
                    <a:pt x="101" y="31"/>
                  </a:cubicBezTo>
                  <a:cubicBezTo>
                    <a:pt x="84" y="31"/>
                    <a:pt x="70" y="37"/>
                    <a:pt x="59" y="49"/>
                  </a:cubicBezTo>
                  <a:cubicBezTo>
                    <a:pt x="47" y="60"/>
                    <a:pt x="40" y="76"/>
                    <a:pt x="37" y="96"/>
                  </a:cubicBezTo>
                  <a:lnTo>
                    <a:pt x="156"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48" name="Freeform 40"/>
            <p:cNvSpPr>
              <a:spLocks/>
            </p:cNvSpPr>
            <p:nvPr userDrawn="1"/>
          </p:nvSpPr>
          <p:spPr bwMode="auto">
            <a:xfrm>
              <a:off x="1388" y="3830"/>
              <a:ext cx="282" cy="404"/>
            </a:xfrm>
            <a:custGeom>
              <a:avLst/>
              <a:gdLst>
                <a:gd name="T0" fmla="*/ 282 w 282"/>
                <a:gd name="T1" fmla="*/ 42 h 404"/>
                <a:gd name="T2" fmla="*/ 166 w 282"/>
                <a:gd name="T3" fmla="*/ 42 h 404"/>
                <a:gd name="T4" fmla="*/ 166 w 282"/>
                <a:gd name="T5" fmla="*/ 404 h 404"/>
                <a:gd name="T6" fmla="*/ 119 w 282"/>
                <a:gd name="T7" fmla="*/ 404 h 404"/>
                <a:gd name="T8" fmla="*/ 119 w 282"/>
                <a:gd name="T9" fmla="*/ 42 h 404"/>
                <a:gd name="T10" fmla="*/ 0 w 282"/>
                <a:gd name="T11" fmla="*/ 42 h 404"/>
                <a:gd name="T12" fmla="*/ 0 w 282"/>
                <a:gd name="T13" fmla="*/ 0 h 404"/>
                <a:gd name="T14" fmla="*/ 282 w 282"/>
                <a:gd name="T15" fmla="*/ 0 h 404"/>
                <a:gd name="T16" fmla="*/ 282 w 282"/>
                <a:gd name="T17" fmla="*/ 42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2" h="404">
                  <a:moveTo>
                    <a:pt x="282" y="42"/>
                  </a:moveTo>
                  <a:lnTo>
                    <a:pt x="166" y="42"/>
                  </a:lnTo>
                  <a:lnTo>
                    <a:pt x="166" y="404"/>
                  </a:lnTo>
                  <a:lnTo>
                    <a:pt x="119" y="404"/>
                  </a:lnTo>
                  <a:lnTo>
                    <a:pt x="119" y="42"/>
                  </a:lnTo>
                  <a:lnTo>
                    <a:pt x="0" y="42"/>
                  </a:lnTo>
                  <a:lnTo>
                    <a:pt x="0" y="0"/>
                  </a:lnTo>
                  <a:lnTo>
                    <a:pt x="282" y="0"/>
                  </a:lnTo>
                  <a:lnTo>
                    <a:pt x="282"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49" name="Freeform 41"/>
            <p:cNvSpPr>
              <a:spLocks noEditPoints="1"/>
            </p:cNvSpPr>
            <p:nvPr userDrawn="1"/>
          </p:nvSpPr>
          <p:spPr bwMode="auto">
            <a:xfrm>
              <a:off x="1646" y="3939"/>
              <a:ext cx="284" cy="302"/>
            </a:xfrm>
            <a:custGeom>
              <a:avLst/>
              <a:gdLst>
                <a:gd name="T0" fmla="*/ 120 w 120"/>
                <a:gd name="T1" fmla="*/ 64 h 128"/>
                <a:gd name="T2" fmla="*/ 104 w 120"/>
                <a:gd name="T3" fmla="*/ 110 h 128"/>
                <a:gd name="T4" fmla="*/ 59 w 120"/>
                <a:gd name="T5" fmla="*/ 128 h 128"/>
                <a:gd name="T6" fmla="*/ 16 w 120"/>
                <a:gd name="T7" fmla="*/ 111 h 128"/>
                <a:gd name="T8" fmla="*/ 0 w 120"/>
                <a:gd name="T9" fmla="*/ 65 h 128"/>
                <a:gd name="T10" fmla="*/ 16 w 120"/>
                <a:gd name="T11" fmla="*/ 18 h 128"/>
                <a:gd name="T12" fmla="*/ 62 w 120"/>
                <a:gd name="T13" fmla="*/ 0 h 128"/>
                <a:gd name="T14" fmla="*/ 105 w 120"/>
                <a:gd name="T15" fmla="*/ 17 h 128"/>
                <a:gd name="T16" fmla="*/ 120 w 120"/>
                <a:gd name="T17" fmla="*/ 64 h 128"/>
                <a:gd name="T18" fmla="*/ 100 w 120"/>
                <a:gd name="T19" fmla="*/ 64 h 128"/>
                <a:gd name="T20" fmla="*/ 90 w 120"/>
                <a:gd name="T21" fmla="*/ 29 h 128"/>
                <a:gd name="T22" fmla="*/ 61 w 120"/>
                <a:gd name="T23" fmla="*/ 17 h 128"/>
                <a:gd name="T24" fmla="*/ 31 w 120"/>
                <a:gd name="T25" fmla="*/ 29 h 128"/>
                <a:gd name="T26" fmla="*/ 20 w 120"/>
                <a:gd name="T27" fmla="*/ 65 h 128"/>
                <a:gd name="T28" fmla="*/ 31 w 120"/>
                <a:gd name="T29" fmla="*/ 99 h 128"/>
                <a:gd name="T30" fmla="*/ 61 w 120"/>
                <a:gd name="T31" fmla="*/ 111 h 128"/>
                <a:gd name="T32" fmla="*/ 90 w 120"/>
                <a:gd name="T33" fmla="*/ 99 h 128"/>
                <a:gd name="T34" fmla="*/ 100 w 120"/>
                <a:gd name="T35" fmla="*/ 6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 h="128">
                  <a:moveTo>
                    <a:pt x="120" y="64"/>
                  </a:moveTo>
                  <a:cubicBezTo>
                    <a:pt x="120" y="83"/>
                    <a:pt x="115" y="99"/>
                    <a:pt x="104" y="110"/>
                  </a:cubicBezTo>
                  <a:cubicBezTo>
                    <a:pt x="93" y="122"/>
                    <a:pt x="78" y="128"/>
                    <a:pt x="59" y="128"/>
                  </a:cubicBezTo>
                  <a:cubicBezTo>
                    <a:pt x="41" y="128"/>
                    <a:pt x="27" y="122"/>
                    <a:pt x="16" y="111"/>
                  </a:cubicBezTo>
                  <a:cubicBezTo>
                    <a:pt x="5" y="99"/>
                    <a:pt x="0" y="84"/>
                    <a:pt x="0" y="65"/>
                  </a:cubicBezTo>
                  <a:cubicBezTo>
                    <a:pt x="0" y="45"/>
                    <a:pt x="5" y="29"/>
                    <a:pt x="16" y="18"/>
                  </a:cubicBezTo>
                  <a:cubicBezTo>
                    <a:pt x="27" y="6"/>
                    <a:pt x="43" y="0"/>
                    <a:pt x="62" y="0"/>
                  </a:cubicBezTo>
                  <a:cubicBezTo>
                    <a:pt x="80" y="0"/>
                    <a:pt x="94" y="6"/>
                    <a:pt x="105" y="17"/>
                  </a:cubicBezTo>
                  <a:cubicBezTo>
                    <a:pt x="115" y="28"/>
                    <a:pt x="120" y="44"/>
                    <a:pt x="120" y="64"/>
                  </a:cubicBezTo>
                  <a:close/>
                  <a:moveTo>
                    <a:pt x="100" y="64"/>
                  </a:moveTo>
                  <a:cubicBezTo>
                    <a:pt x="100" y="49"/>
                    <a:pt x="97" y="37"/>
                    <a:pt x="90" y="29"/>
                  </a:cubicBezTo>
                  <a:cubicBezTo>
                    <a:pt x="83" y="21"/>
                    <a:pt x="73" y="17"/>
                    <a:pt x="61" y="17"/>
                  </a:cubicBezTo>
                  <a:cubicBezTo>
                    <a:pt x="48" y="17"/>
                    <a:pt x="38" y="21"/>
                    <a:pt x="31" y="29"/>
                  </a:cubicBezTo>
                  <a:cubicBezTo>
                    <a:pt x="24" y="38"/>
                    <a:pt x="20" y="50"/>
                    <a:pt x="20" y="65"/>
                  </a:cubicBezTo>
                  <a:cubicBezTo>
                    <a:pt x="20" y="79"/>
                    <a:pt x="24" y="91"/>
                    <a:pt x="31" y="99"/>
                  </a:cubicBezTo>
                  <a:cubicBezTo>
                    <a:pt x="38" y="107"/>
                    <a:pt x="48" y="111"/>
                    <a:pt x="61" y="111"/>
                  </a:cubicBezTo>
                  <a:cubicBezTo>
                    <a:pt x="73" y="111"/>
                    <a:pt x="83" y="107"/>
                    <a:pt x="90" y="99"/>
                  </a:cubicBezTo>
                  <a:cubicBezTo>
                    <a:pt x="97" y="91"/>
                    <a:pt x="100" y="79"/>
                    <a:pt x="100"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50" name="Freeform 42"/>
            <p:cNvSpPr>
              <a:spLocks/>
            </p:cNvSpPr>
            <p:nvPr userDrawn="1"/>
          </p:nvSpPr>
          <p:spPr bwMode="auto">
            <a:xfrm>
              <a:off x="2001" y="3941"/>
              <a:ext cx="151" cy="293"/>
            </a:xfrm>
            <a:custGeom>
              <a:avLst/>
              <a:gdLst>
                <a:gd name="T0" fmla="*/ 64 w 64"/>
                <a:gd name="T1" fmla="*/ 22 h 124"/>
                <a:gd name="T2" fmla="*/ 49 w 64"/>
                <a:gd name="T3" fmla="*/ 18 h 124"/>
                <a:gd name="T4" fmla="*/ 28 w 64"/>
                <a:gd name="T5" fmla="*/ 30 h 124"/>
                <a:gd name="T6" fmla="*/ 20 w 64"/>
                <a:gd name="T7" fmla="*/ 62 h 124"/>
                <a:gd name="T8" fmla="*/ 20 w 64"/>
                <a:gd name="T9" fmla="*/ 124 h 124"/>
                <a:gd name="T10" fmla="*/ 0 w 64"/>
                <a:gd name="T11" fmla="*/ 124 h 124"/>
                <a:gd name="T12" fmla="*/ 0 w 64"/>
                <a:gd name="T13" fmla="*/ 2 h 124"/>
                <a:gd name="T14" fmla="*/ 20 w 64"/>
                <a:gd name="T15" fmla="*/ 2 h 124"/>
                <a:gd name="T16" fmla="*/ 20 w 64"/>
                <a:gd name="T17" fmla="*/ 27 h 124"/>
                <a:gd name="T18" fmla="*/ 20 w 64"/>
                <a:gd name="T19" fmla="*/ 27 h 124"/>
                <a:gd name="T20" fmla="*/ 33 w 64"/>
                <a:gd name="T21" fmla="*/ 7 h 124"/>
                <a:gd name="T22" fmla="*/ 52 w 64"/>
                <a:gd name="T23" fmla="*/ 0 h 124"/>
                <a:gd name="T24" fmla="*/ 64 w 64"/>
                <a:gd name="T25" fmla="*/ 2 h 124"/>
                <a:gd name="T26" fmla="*/ 64 w 64"/>
                <a:gd name="T27" fmla="*/ 2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124">
                  <a:moveTo>
                    <a:pt x="64" y="22"/>
                  </a:moveTo>
                  <a:cubicBezTo>
                    <a:pt x="61" y="19"/>
                    <a:pt x="56" y="18"/>
                    <a:pt x="49" y="18"/>
                  </a:cubicBezTo>
                  <a:cubicBezTo>
                    <a:pt x="40" y="18"/>
                    <a:pt x="33" y="22"/>
                    <a:pt x="28" y="30"/>
                  </a:cubicBezTo>
                  <a:cubicBezTo>
                    <a:pt x="23" y="38"/>
                    <a:pt x="20" y="49"/>
                    <a:pt x="20" y="62"/>
                  </a:cubicBezTo>
                  <a:cubicBezTo>
                    <a:pt x="20" y="124"/>
                    <a:pt x="20" y="124"/>
                    <a:pt x="20" y="124"/>
                  </a:cubicBezTo>
                  <a:cubicBezTo>
                    <a:pt x="0" y="124"/>
                    <a:pt x="0" y="124"/>
                    <a:pt x="0" y="124"/>
                  </a:cubicBezTo>
                  <a:cubicBezTo>
                    <a:pt x="0" y="2"/>
                    <a:pt x="0" y="2"/>
                    <a:pt x="0" y="2"/>
                  </a:cubicBezTo>
                  <a:cubicBezTo>
                    <a:pt x="20" y="2"/>
                    <a:pt x="20" y="2"/>
                    <a:pt x="20" y="2"/>
                  </a:cubicBezTo>
                  <a:cubicBezTo>
                    <a:pt x="20" y="27"/>
                    <a:pt x="20" y="27"/>
                    <a:pt x="20" y="27"/>
                  </a:cubicBezTo>
                  <a:cubicBezTo>
                    <a:pt x="20" y="27"/>
                    <a:pt x="20" y="27"/>
                    <a:pt x="20" y="27"/>
                  </a:cubicBezTo>
                  <a:cubicBezTo>
                    <a:pt x="23" y="19"/>
                    <a:pt x="27" y="12"/>
                    <a:pt x="33" y="7"/>
                  </a:cubicBezTo>
                  <a:cubicBezTo>
                    <a:pt x="39" y="2"/>
                    <a:pt x="45" y="0"/>
                    <a:pt x="52" y="0"/>
                  </a:cubicBezTo>
                  <a:cubicBezTo>
                    <a:pt x="57" y="0"/>
                    <a:pt x="61" y="0"/>
                    <a:pt x="64" y="2"/>
                  </a:cubicBezTo>
                  <a:lnTo>
                    <a:pt x="6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51" name="Freeform 43"/>
            <p:cNvSpPr>
              <a:spLocks noEditPoints="1"/>
            </p:cNvSpPr>
            <p:nvPr userDrawn="1"/>
          </p:nvSpPr>
          <p:spPr bwMode="auto">
            <a:xfrm>
              <a:off x="2174" y="3939"/>
              <a:ext cx="283" cy="302"/>
            </a:xfrm>
            <a:custGeom>
              <a:avLst/>
              <a:gdLst>
                <a:gd name="T0" fmla="*/ 120 w 120"/>
                <a:gd name="T1" fmla="*/ 64 h 128"/>
                <a:gd name="T2" fmla="*/ 104 w 120"/>
                <a:gd name="T3" fmla="*/ 110 h 128"/>
                <a:gd name="T4" fmla="*/ 59 w 120"/>
                <a:gd name="T5" fmla="*/ 128 h 128"/>
                <a:gd name="T6" fmla="*/ 16 w 120"/>
                <a:gd name="T7" fmla="*/ 111 h 128"/>
                <a:gd name="T8" fmla="*/ 0 w 120"/>
                <a:gd name="T9" fmla="*/ 65 h 128"/>
                <a:gd name="T10" fmla="*/ 16 w 120"/>
                <a:gd name="T11" fmla="*/ 18 h 128"/>
                <a:gd name="T12" fmla="*/ 62 w 120"/>
                <a:gd name="T13" fmla="*/ 0 h 128"/>
                <a:gd name="T14" fmla="*/ 105 w 120"/>
                <a:gd name="T15" fmla="*/ 17 h 128"/>
                <a:gd name="T16" fmla="*/ 120 w 120"/>
                <a:gd name="T17" fmla="*/ 64 h 128"/>
                <a:gd name="T18" fmla="*/ 100 w 120"/>
                <a:gd name="T19" fmla="*/ 64 h 128"/>
                <a:gd name="T20" fmla="*/ 90 w 120"/>
                <a:gd name="T21" fmla="*/ 29 h 128"/>
                <a:gd name="T22" fmla="*/ 61 w 120"/>
                <a:gd name="T23" fmla="*/ 17 h 128"/>
                <a:gd name="T24" fmla="*/ 31 w 120"/>
                <a:gd name="T25" fmla="*/ 29 h 128"/>
                <a:gd name="T26" fmla="*/ 20 w 120"/>
                <a:gd name="T27" fmla="*/ 65 h 128"/>
                <a:gd name="T28" fmla="*/ 31 w 120"/>
                <a:gd name="T29" fmla="*/ 99 h 128"/>
                <a:gd name="T30" fmla="*/ 61 w 120"/>
                <a:gd name="T31" fmla="*/ 111 h 128"/>
                <a:gd name="T32" fmla="*/ 90 w 120"/>
                <a:gd name="T33" fmla="*/ 99 h 128"/>
                <a:gd name="T34" fmla="*/ 100 w 120"/>
                <a:gd name="T35" fmla="*/ 6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 h="128">
                  <a:moveTo>
                    <a:pt x="120" y="64"/>
                  </a:moveTo>
                  <a:cubicBezTo>
                    <a:pt x="120" y="83"/>
                    <a:pt x="115" y="99"/>
                    <a:pt x="104" y="110"/>
                  </a:cubicBezTo>
                  <a:cubicBezTo>
                    <a:pt x="93" y="122"/>
                    <a:pt x="78" y="128"/>
                    <a:pt x="59" y="128"/>
                  </a:cubicBezTo>
                  <a:cubicBezTo>
                    <a:pt x="41" y="128"/>
                    <a:pt x="27" y="122"/>
                    <a:pt x="16" y="111"/>
                  </a:cubicBezTo>
                  <a:cubicBezTo>
                    <a:pt x="5" y="99"/>
                    <a:pt x="0" y="84"/>
                    <a:pt x="0" y="65"/>
                  </a:cubicBezTo>
                  <a:cubicBezTo>
                    <a:pt x="0" y="45"/>
                    <a:pt x="5" y="29"/>
                    <a:pt x="16" y="18"/>
                  </a:cubicBezTo>
                  <a:cubicBezTo>
                    <a:pt x="27" y="6"/>
                    <a:pt x="43" y="0"/>
                    <a:pt x="62" y="0"/>
                  </a:cubicBezTo>
                  <a:cubicBezTo>
                    <a:pt x="80" y="0"/>
                    <a:pt x="94" y="6"/>
                    <a:pt x="105" y="17"/>
                  </a:cubicBezTo>
                  <a:cubicBezTo>
                    <a:pt x="115" y="28"/>
                    <a:pt x="120" y="44"/>
                    <a:pt x="120" y="64"/>
                  </a:cubicBezTo>
                  <a:close/>
                  <a:moveTo>
                    <a:pt x="100" y="64"/>
                  </a:moveTo>
                  <a:cubicBezTo>
                    <a:pt x="100" y="49"/>
                    <a:pt x="97" y="37"/>
                    <a:pt x="90" y="29"/>
                  </a:cubicBezTo>
                  <a:cubicBezTo>
                    <a:pt x="83" y="21"/>
                    <a:pt x="73" y="17"/>
                    <a:pt x="61" y="17"/>
                  </a:cubicBezTo>
                  <a:cubicBezTo>
                    <a:pt x="48" y="17"/>
                    <a:pt x="38" y="21"/>
                    <a:pt x="31" y="29"/>
                  </a:cubicBezTo>
                  <a:cubicBezTo>
                    <a:pt x="24" y="38"/>
                    <a:pt x="20" y="50"/>
                    <a:pt x="20" y="65"/>
                  </a:cubicBezTo>
                  <a:cubicBezTo>
                    <a:pt x="20" y="79"/>
                    <a:pt x="24" y="91"/>
                    <a:pt x="31" y="99"/>
                  </a:cubicBezTo>
                  <a:cubicBezTo>
                    <a:pt x="38" y="107"/>
                    <a:pt x="48" y="111"/>
                    <a:pt x="61" y="111"/>
                  </a:cubicBezTo>
                  <a:cubicBezTo>
                    <a:pt x="73" y="111"/>
                    <a:pt x="83" y="107"/>
                    <a:pt x="90" y="99"/>
                  </a:cubicBezTo>
                  <a:cubicBezTo>
                    <a:pt x="97" y="91"/>
                    <a:pt x="100" y="79"/>
                    <a:pt x="100"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52" name="Freeform 44"/>
            <p:cNvSpPr>
              <a:spLocks/>
            </p:cNvSpPr>
            <p:nvPr userDrawn="1"/>
          </p:nvSpPr>
          <p:spPr bwMode="auto">
            <a:xfrm>
              <a:off x="2528" y="3939"/>
              <a:ext cx="242" cy="295"/>
            </a:xfrm>
            <a:custGeom>
              <a:avLst/>
              <a:gdLst>
                <a:gd name="T0" fmla="*/ 102 w 102"/>
                <a:gd name="T1" fmla="*/ 125 h 125"/>
                <a:gd name="T2" fmla="*/ 82 w 102"/>
                <a:gd name="T3" fmla="*/ 125 h 125"/>
                <a:gd name="T4" fmla="*/ 82 w 102"/>
                <a:gd name="T5" fmla="*/ 55 h 125"/>
                <a:gd name="T6" fmla="*/ 54 w 102"/>
                <a:gd name="T7" fmla="*/ 17 h 125"/>
                <a:gd name="T8" fmla="*/ 30 w 102"/>
                <a:gd name="T9" fmla="*/ 28 h 125"/>
                <a:gd name="T10" fmla="*/ 20 w 102"/>
                <a:gd name="T11" fmla="*/ 55 h 125"/>
                <a:gd name="T12" fmla="*/ 20 w 102"/>
                <a:gd name="T13" fmla="*/ 125 h 125"/>
                <a:gd name="T14" fmla="*/ 0 w 102"/>
                <a:gd name="T15" fmla="*/ 125 h 125"/>
                <a:gd name="T16" fmla="*/ 0 w 102"/>
                <a:gd name="T17" fmla="*/ 3 h 125"/>
                <a:gd name="T18" fmla="*/ 20 w 102"/>
                <a:gd name="T19" fmla="*/ 3 h 125"/>
                <a:gd name="T20" fmla="*/ 20 w 102"/>
                <a:gd name="T21" fmla="*/ 23 h 125"/>
                <a:gd name="T22" fmla="*/ 20 w 102"/>
                <a:gd name="T23" fmla="*/ 23 h 125"/>
                <a:gd name="T24" fmla="*/ 60 w 102"/>
                <a:gd name="T25" fmla="*/ 0 h 125"/>
                <a:gd name="T26" fmla="*/ 91 w 102"/>
                <a:gd name="T27" fmla="*/ 13 h 125"/>
                <a:gd name="T28" fmla="*/ 102 w 102"/>
                <a:gd name="T29" fmla="*/ 50 h 125"/>
                <a:gd name="T30" fmla="*/ 102 w 102"/>
                <a:gd name="T31"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2" h="125">
                  <a:moveTo>
                    <a:pt x="102" y="125"/>
                  </a:moveTo>
                  <a:cubicBezTo>
                    <a:pt x="82" y="125"/>
                    <a:pt x="82" y="125"/>
                    <a:pt x="82" y="125"/>
                  </a:cubicBezTo>
                  <a:cubicBezTo>
                    <a:pt x="82" y="55"/>
                    <a:pt x="82" y="55"/>
                    <a:pt x="82" y="55"/>
                  </a:cubicBezTo>
                  <a:cubicBezTo>
                    <a:pt x="82" y="30"/>
                    <a:pt x="73" y="17"/>
                    <a:pt x="54" y="17"/>
                  </a:cubicBezTo>
                  <a:cubicBezTo>
                    <a:pt x="44" y="17"/>
                    <a:pt x="36" y="20"/>
                    <a:pt x="30" y="28"/>
                  </a:cubicBezTo>
                  <a:cubicBezTo>
                    <a:pt x="23" y="35"/>
                    <a:pt x="20" y="44"/>
                    <a:pt x="20" y="55"/>
                  </a:cubicBezTo>
                  <a:cubicBezTo>
                    <a:pt x="20" y="125"/>
                    <a:pt x="20" y="125"/>
                    <a:pt x="20" y="125"/>
                  </a:cubicBezTo>
                  <a:cubicBezTo>
                    <a:pt x="0" y="125"/>
                    <a:pt x="0" y="125"/>
                    <a:pt x="0" y="125"/>
                  </a:cubicBezTo>
                  <a:cubicBezTo>
                    <a:pt x="0" y="3"/>
                    <a:pt x="0" y="3"/>
                    <a:pt x="0" y="3"/>
                  </a:cubicBezTo>
                  <a:cubicBezTo>
                    <a:pt x="20" y="3"/>
                    <a:pt x="20" y="3"/>
                    <a:pt x="20" y="3"/>
                  </a:cubicBezTo>
                  <a:cubicBezTo>
                    <a:pt x="20" y="23"/>
                    <a:pt x="20" y="23"/>
                    <a:pt x="20" y="23"/>
                  </a:cubicBezTo>
                  <a:cubicBezTo>
                    <a:pt x="20" y="23"/>
                    <a:pt x="20" y="23"/>
                    <a:pt x="20" y="23"/>
                  </a:cubicBezTo>
                  <a:cubicBezTo>
                    <a:pt x="29" y="8"/>
                    <a:pt x="43" y="0"/>
                    <a:pt x="60" y="0"/>
                  </a:cubicBezTo>
                  <a:cubicBezTo>
                    <a:pt x="74" y="0"/>
                    <a:pt x="84" y="4"/>
                    <a:pt x="91" y="13"/>
                  </a:cubicBezTo>
                  <a:cubicBezTo>
                    <a:pt x="98" y="22"/>
                    <a:pt x="102" y="34"/>
                    <a:pt x="102" y="50"/>
                  </a:cubicBezTo>
                  <a:lnTo>
                    <a:pt x="102"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53" name="Freeform 45"/>
            <p:cNvSpPr>
              <a:spLocks/>
            </p:cNvSpPr>
            <p:nvPr userDrawn="1"/>
          </p:nvSpPr>
          <p:spPr bwMode="auto">
            <a:xfrm>
              <a:off x="2822" y="3861"/>
              <a:ext cx="168" cy="380"/>
            </a:xfrm>
            <a:custGeom>
              <a:avLst/>
              <a:gdLst>
                <a:gd name="T0" fmla="*/ 71 w 71"/>
                <a:gd name="T1" fmla="*/ 157 h 161"/>
                <a:gd name="T2" fmla="*/ 53 w 71"/>
                <a:gd name="T3" fmla="*/ 161 h 161"/>
                <a:gd name="T4" fmla="*/ 21 w 71"/>
                <a:gd name="T5" fmla="*/ 125 h 161"/>
                <a:gd name="T6" fmla="*/ 21 w 71"/>
                <a:gd name="T7" fmla="*/ 53 h 161"/>
                <a:gd name="T8" fmla="*/ 0 w 71"/>
                <a:gd name="T9" fmla="*/ 53 h 161"/>
                <a:gd name="T10" fmla="*/ 0 w 71"/>
                <a:gd name="T11" fmla="*/ 36 h 161"/>
                <a:gd name="T12" fmla="*/ 21 w 71"/>
                <a:gd name="T13" fmla="*/ 36 h 161"/>
                <a:gd name="T14" fmla="*/ 21 w 71"/>
                <a:gd name="T15" fmla="*/ 6 h 161"/>
                <a:gd name="T16" fmla="*/ 40 w 71"/>
                <a:gd name="T17" fmla="*/ 0 h 161"/>
                <a:gd name="T18" fmla="*/ 40 w 71"/>
                <a:gd name="T19" fmla="*/ 36 h 161"/>
                <a:gd name="T20" fmla="*/ 71 w 71"/>
                <a:gd name="T21" fmla="*/ 36 h 161"/>
                <a:gd name="T22" fmla="*/ 71 w 71"/>
                <a:gd name="T23" fmla="*/ 53 h 161"/>
                <a:gd name="T24" fmla="*/ 40 w 71"/>
                <a:gd name="T25" fmla="*/ 53 h 161"/>
                <a:gd name="T26" fmla="*/ 40 w 71"/>
                <a:gd name="T27" fmla="*/ 122 h 161"/>
                <a:gd name="T28" fmla="*/ 45 w 71"/>
                <a:gd name="T29" fmla="*/ 139 h 161"/>
                <a:gd name="T30" fmla="*/ 59 w 71"/>
                <a:gd name="T31" fmla="*/ 144 h 161"/>
                <a:gd name="T32" fmla="*/ 71 w 71"/>
                <a:gd name="T33" fmla="*/ 140 h 161"/>
                <a:gd name="T34" fmla="*/ 71 w 71"/>
                <a:gd name="T35" fmla="*/ 157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1" h="161">
                  <a:moveTo>
                    <a:pt x="71" y="157"/>
                  </a:moveTo>
                  <a:cubicBezTo>
                    <a:pt x="66" y="160"/>
                    <a:pt x="60" y="161"/>
                    <a:pt x="53" y="161"/>
                  </a:cubicBezTo>
                  <a:cubicBezTo>
                    <a:pt x="31" y="161"/>
                    <a:pt x="21" y="149"/>
                    <a:pt x="21" y="125"/>
                  </a:cubicBezTo>
                  <a:cubicBezTo>
                    <a:pt x="21" y="53"/>
                    <a:pt x="21" y="53"/>
                    <a:pt x="21" y="53"/>
                  </a:cubicBezTo>
                  <a:cubicBezTo>
                    <a:pt x="0" y="53"/>
                    <a:pt x="0" y="53"/>
                    <a:pt x="0" y="53"/>
                  </a:cubicBezTo>
                  <a:cubicBezTo>
                    <a:pt x="0" y="36"/>
                    <a:pt x="0" y="36"/>
                    <a:pt x="0" y="36"/>
                  </a:cubicBezTo>
                  <a:cubicBezTo>
                    <a:pt x="21" y="36"/>
                    <a:pt x="21" y="36"/>
                    <a:pt x="21" y="36"/>
                  </a:cubicBezTo>
                  <a:cubicBezTo>
                    <a:pt x="21" y="6"/>
                    <a:pt x="21" y="6"/>
                    <a:pt x="21" y="6"/>
                  </a:cubicBezTo>
                  <a:cubicBezTo>
                    <a:pt x="40" y="0"/>
                    <a:pt x="40" y="0"/>
                    <a:pt x="40" y="0"/>
                  </a:cubicBezTo>
                  <a:cubicBezTo>
                    <a:pt x="40" y="36"/>
                    <a:pt x="40" y="36"/>
                    <a:pt x="40" y="36"/>
                  </a:cubicBezTo>
                  <a:cubicBezTo>
                    <a:pt x="71" y="36"/>
                    <a:pt x="71" y="36"/>
                    <a:pt x="71" y="36"/>
                  </a:cubicBezTo>
                  <a:cubicBezTo>
                    <a:pt x="71" y="53"/>
                    <a:pt x="71" y="53"/>
                    <a:pt x="71" y="53"/>
                  </a:cubicBezTo>
                  <a:cubicBezTo>
                    <a:pt x="40" y="53"/>
                    <a:pt x="40" y="53"/>
                    <a:pt x="40" y="53"/>
                  </a:cubicBezTo>
                  <a:cubicBezTo>
                    <a:pt x="40" y="122"/>
                    <a:pt x="40" y="122"/>
                    <a:pt x="40" y="122"/>
                  </a:cubicBezTo>
                  <a:cubicBezTo>
                    <a:pt x="40" y="130"/>
                    <a:pt x="42" y="136"/>
                    <a:pt x="45" y="139"/>
                  </a:cubicBezTo>
                  <a:cubicBezTo>
                    <a:pt x="47" y="142"/>
                    <a:pt x="52" y="144"/>
                    <a:pt x="59" y="144"/>
                  </a:cubicBezTo>
                  <a:cubicBezTo>
                    <a:pt x="63" y="144"/>
                    <a:pt x="68" y="143"/>
                    <a:pt x="71" y="140"/>
                  </a:cubicBezTo>
                  <a:lnTo>
                    <a:pt x="71" y="1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54" name="Freeform 46"/>
            <p:cNvSpPr>
              <a:spLocks noEditPoints="1"/>
            </p:cNvSpPr>
            <p:nvPr userDrawn="1"/>
          </p:nvSpPr>
          <p:spPr bwMode="auto">
            <a:xfrm>
              <a:off x="3030" y="3939"/>
              <a:ext cx="284" cy="302"/>
            </a:xfrm>
            <a:custGeom>
              <a:avLst/>
              <a:gdLst>
                <a:gd name="T0" fmla="*/ 120 w 120"/>
                <a:gd name="T1" fmla="*/ 64 h 128"/>
                <a:gd name="T2" fmla="*/ 104 w 120"/>
                <a:gd name="T3" fmla="*/ 110 h 128"/>
                <a:gd name="T4" fmla="*/ 59 w 120"/>
                <a:gd name="T5" fmla="*/ 128 h 128"/>
                <a:gd name="T6" fmla="*/ 16 w 120"/>
                <a:gd name="T7" fmla="*/ 111 h 128"/>
                <a:gd name="T8" fmla="*/ 0 w 120"/>
                <a:gd name="T9" fmla="*/ 65 h 128"/>
                <a:gd name="T10" fmla="*/ 17 w 120"/>
                <a:gd name="T11" fmla="*/ 18 h 128"/>
                <a:gd name="T12" fmla="*/ 62 w 120"/>
                <a:gd name="T13" fmla="*/ 0 h 128"/>
                <a:gd name="T14" fmla="*/ 105 w 120"/>
                <a:gd name="T15" fmla="*/ 17 h 128"/>
                <a:gd name="T16" fmla="*/ 120 w 120"/>
                <a:gd name="T17" fmla="*/ 64 h 128"/>
                <a:gd name="T18" fmla="*/ 100 w 120"/>
                <a:gd name="T19" fmla="*/ 64 h 128"/>
                <a:gd name="T20" fmla="*/ 90 w 120"/>
                <a:gd name="T21" fmla="*/ 29 h 128"/>
                <a:gd name="T22" fmla="*/ 61 w 120"/>
                <a:gd name="T23" fmla="*/ 17 h 128"/>
                <a:gd name="T24" fmla="*/ 31 w 120"/>
                <a:gd name="T25" fmla="*/ 29 h 128"/>
                <a:gd name="T26" fmla="*/ 20 w 120"/>
                <a:gd name="T27" fmla="*/ 65 h 128"/>
                <a:gd name="T28" fmla="*/ 31 w 120"/>
                <a:gd name="T29" fmla="*/ 99 h 128"/>
                <a:gd name="T30" fmla="*/ 61 w 120"/>
                <a:gd name="T31" fmla="*/ 111 h 128"/>
                <a:gd name="T32" fmla="*/ 90 w 120"/>
                <a:gd name="T33" fmla="*/ 99 h 128"/>
                <a:gd name="T34" fmla="*/ 100 w 120"/>
                <a:gd name="T35" fmla="*/ 6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 h="128">
                  <a:moveTo>
                    <a:pt x="120" y="64"/>
                  </a:moveTo>
                  <a:cubicBezTo>
                    <a:pt x="120" y="83"/>
                    <a:pt x="115" y="99"/>
                    <a:pt x="104" y="110"/>
                  </a:cubicBezTo>
                  <a:cubicBezTo>
                    <a:pt x="93" y="122"/>
                    <a:pt x="78" y="128"/>
                    <a:pt x="59" y="128"/>
                  </a:cubicBezTo>
                  <a:cubicBezTo>
                    <a:pt x="41" y="128"/>
                    <a:pt x="27" y="122"/>
                    <a:pt x="16" y="111"/>
                  </a:cubicBezTo>
                  <a:cubicBezTo>
                    <a:pt x="5" y="99"/>
                    <a:pt x="0" y="84"/>
                    <a:pt x="0" y="65"/>
                  </a:cubicBezTo>
                  <a:cubicBezTo>
                    <a:pt x="0" y="45"/>
                    <a:pt x="5" y="29"/>
                    <a:pt x="17" y="18"/>
                  </a:cubicBezTo>
                  <a:cubicBezTo>
                    <a:pt x="28" y="6"/>
                    <a:pt x="43" y="0"/>
                    <a:pt x="62" y="0"/>
                  </a:cubicBezTo>
                  <a:cubicBezTo>
                    <a:pt x="80" y="0"/>
                    <a:pt x="95" y="6"/>
                    <a:pt x="105" y="17"/>
                  </a:cubicBezTo>
                  <a:cubicBezTo>
                    <a:pt x="115" y="28"/>
                    <a:pt x="120" y="44"/>
                    <a:pt x="120" y="64"/>
                  </a:cubicBezTo>
                  <a:close/>
                  <a:moveTo>
                    <a:pt x="100" y="64"/>
                  </a:moveTo>
                  <a:cubicBezTo>
                    <a:pt x="100" y="49"/>
                    <a:pt x="97" y="37"/>
                    <a:pt x="90" y="29"/>
                  </a:cubicBezTo>
                  <a:cubicBezTo>
                    <a:pt x="83" y="21"/>
                    <a:pt x="73" y="17"/>
                    <a:pt x="61" y="17"/>
                  </a:cubicBezTo>
                  <a:cubicBezTo>
                    <a:pt x="48" y="17"/>
                    <a:pt x="38" y="21"/>
                    <a:pt x="31" y="29"/>
                  </a:cubicBezTo>
                  <a:cubicBezTo>
                    <a:pt x="24" y="38"/>
                    <a:pt x="20" y="50"/>
                    <a:pt x="20" y="65"/>
                  </a:cubicBezTo>
                  <a:cubicBezTo>
                    <a:pt x="20" y="79"/>
                    <a:pt x="24" y="91"/>
                    <a:pt x="31" y="99"/>
                  </a:cubicBezTo>
                  <a:cubicBezTo>
                    <a:pt x="38" y="107"/>
                    <a:pt x="48" y="111"/>
                    <a:pt x="61" y="111"/>
                  </a:cubicBezTo>
                  <a:cubicBezTo>
                    <a:pt x="74" y="111"/>
                    <a:pt x="83" y="107"/>
                    <a:pt x="90" y="99"/>
                  </a:cubicBezTo>
                  <a:cubicBezTo>
                    <a:pt x="97" y="91"/>
                    <a:pt x="100" y="79"/>
                    <a:pt x="100"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55" name="Freeform 47"/>
            <p:cNvSpPr>
              <a:spLocks/>
            </p:cNvSpPr>
            <p:nvPr userDrawn="1"/>
          </p:nvSpPr>
          <p:spPr bwMode="auto">
            <a:xfrm>
              <a:off x="3349" y="4170"/>
              <a:ext cx="78" cy="140"/>
            </a:xfrm>
            <a:custGeom>
              <a:avLst/>
              <a:gdLst>
                <a:gd name="T0" fmla="*/ 78 w 78"/>
                <a:gd name="T1" fmla="*/ 0 h 140"/>
                <a:gd name="T2" fmla="*/ 33 w 78"/>
                <a:gd name="T3" fmla="*/ 140 h 140"/>
                <a:gd name="T4" fmla="*/ 0 w 78"/>
                <a:gd name="T5" fmla="*/ 140 h 140"/>
                <a:gd name="T6" fmla="*/ 33 w 78"/>
                <a:gd name="T7" fmla="*/ 0 h 140"/>
                <a:gd name="T8" fmla="*/ 78 w 78"/>
                <a:gd name="T9" fmla="*/ 0 h 140"/>
              </a:gdLst>
              <a:ahLst/>
              <a:cxnLst>
                <a:cxn ang="0">
                  <a:pos x="T0" y="T1"/>
                </a:cxn>
                <a:cxn ang="0">
                  <a:pos x="T2" y="T3"/>
                </a:cxn>
                <a:cxn ang="0">
                  <a:pos x="T4" y="T5"/>
                </a:cxn>
                <a:cxn ang="0">
                  <a:pos x="T6" y="T7"/>
                </a:cxn>
                <a:cxn ang="0">
                  <a:pos x="T8" y="T9"/>
                </a:cxn>
              </a:cxnLst>
              <a:rect l="0" t="0" r="r" b="b"/>
              <a:pathLst>
                <a:path w="78" h="140">
                  <a:moveTo>
                    <a:pt x="78" y="0"/>
                  </a:moveTo>
                  <a:lnTo>
                    <a:pt x="33" y="140"/>
                  </a:lnTo>
                  <a:lnTo>
                    <a:pt x="0" y="140"/>
                  </a:lnTo>
                  <a:lnTo>
                    <a:pt x="33" y="0"/>
                  </a:lnTo>
                  <a:lnTo>
                    <a:pt x="7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56" name="Freeform 48"/>
            <p:cNvSpPr>
              <a:spLocks/>
            </p:cNvSpPr>
            <p:nvPr userDrawn="1"/>
          </p:nvSpPr>
          <p:spPr bwMode="auto">
            <a:xfrm>
              <a:off x="3626" y="3823"/>
              <a:ext cx="300" cy="418"/>
            </a:xfrm>
            <a:custGeom>
              <a:avLst/>
              <a:gdLst>
                <a:gd name="T0" fmla="*/ 127 w 127"/>
                <a:gd name="T1" fmla="*/ 167 h 177"/>
                <a:gd name="T2" fmla="*/ 80 w 127"/>
                <a:gd name="T3" fmla="*/ 177 h 177"/>
                <a:gd name="T4" fmla="*/ 38 w 127"/>
                <a:gd name="T5" fmla="*/ 166 h 177"/>
                <a:gd name="T6" fmla="*/ 10 w 127"/>
                <a:gd name="T7" fmla="*/ 136 h 177"/>
                <a:gd name="T8" fmla="*/ 0 w 127"/>
                <a:gd name="T9" fmla="*/ 92 h 177"/>
                <a:gd name="T10" fmla="*/ 11 w 127"/>
                <a:gd name="T11" fmla="*/ 45 h 177"/>
                <a:gd name="T12" fmla="*/ 42 w 127"/>
                <a:gd name="T13" fmla="*/ 12 h 177"/>
                <a:gd name="T14" fmla="*/ 87 w 127"/>
                <a:gd name="T15" fmla="*/ 0 h 177"/>
                <a:gd name="T16" fmla="*/ 127 w 127"/>
                <a:gd name="T17" fmla="*/ 7 h 177"/>
                <a:gd name="T18" fmla="*/ 127 w 127"/>
                <a:gd name="T19" fmla="*/ 29 h 177"/>
                <a:gd name="T20" fmla="*/ 87 w 127"/>
                <a:gd name="T21" fmla="*/ 18 h 177"/>
                <a:gd name="T22" fmla="*/ 52 w 127"/>
                <a:gd name="T23" fmla="*/ 27 h 177"/>
                <a:gd name="T24" fmla="*/ 29 w 127"/>
                <a:gd name="T25" fmla="*/ 53 h 177"/>
                <a:gd name="T26" fmla="*/ 21 w 127"/>
                <a:gd name="T27" fmla="*/ 91 h 177"/>
                <a:gd name="T28" fmla="*/ 28 w 127"/>
                <a:gd name="T29" fmla="*/ 127 h 177"/>
                <a:gd name="T30" fmla="*/ 50 w 127"/>
                <a:gd name="T31" fmla="*/ 151 h 177"/>
                <a:gd name="T32" fmla="*/ 83 w 127"/>
                <a:gd name="T33" fmla="*/ 159 h 177"/>
                <a:gd name="T34" fmla="*/ 127 w 127"/>
                <a:gd name="T35" fmla="*/ 148 h 177"/>
                <a:gd name="T36" fmla="*/ 127 w 127"/>
                <a:gd name="T37" fmla="*/ 16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177">
                  <a:moveTo>
                    <a:pt x="127" y="167"/>
                  </a:moveTo>
                  <a:cubicBezTo>
                    <a:pt x="115" y="174"/>
                    <a:pt x="99" y="177"/>
                    <a:pt x="80" y="177"/>
                  </a:cubicBezTo>
                  <a:cubicBezTo>
                    <a:pt x="64" y="177"/>
                    <a:pt x="50" y="174"/>
                    <a:pt x="38" y="166"/>
                  </a:cubicBezTo>
                  <a:cubicBezTo>
                    <a:pt x="26" y="159"/>
                    <a:pt x="16" y="149"/>
                    <a:pt x="10" y="136"/>
                  </a:cubicBezTo>
                  <a:cubicBezTo>
                    <a:pt x="3" y="123"/>
                    <a:pt x="0" y="109"/>
                    <a:pt x="0" y="92"/>
                  </a:cubicBezTo>
                  <a:cubicBezTo>
                    <a:pt x="0" y="74"/>
                    <a:pt x="3" y="59"/>
                    <a:pt x="11" y="45"/>
                  </a:cubicBezTo>
                  <a:cubicBezTo>
                    <a:pt x="18" y="31"/>
                    <a:pt x="29" y="20"/>
                    <a:pt x="42" y="12"/>
                  </a:cubicBezTo>
                  <a:cubicBezTo>
                    <a:pt x="55" y="4"/>
                    <a:pt x="70" y="0"/>
                    <a:pt x="87" y="0"/>
                  </a:cubicBezTo>
                  <a:cubicBezTo>
                    <a:pt x="103" y="0"/>
                    <a:pt x="116" y="3"/>
                    <a:pt x="127" y="7"/>
                  </a:cubicBezTo>
                  <a:cubicBezTo>
                    <a:pt x="127" y="29"/>
                    <a:pt x="127" y="29"/>
                    <a:pt x="127" y="29"/>
                  </a:cubicBezTo>
                  <a:cubicBezTo>
                    <a:pt x="115" y="22"/>
                    <a:pt x="101" y="18"/>
                    <a:pt x="87" y="18"/>
                  </a:cubicBezTo>
                  <a:cubicBezTo>
                    <a:pt x="74" y="18"/>
                    <a:pt x="62" y="21"/>
                    <a:pt x="52" y="27"/>
                  </a:cubicBezTo>
                  <a:cubicBezTo>
                    <a:pt x="42" y="33"/>
                    <a:pt x="34" y="42"/>
                    <a:pt x="29" y="53"/>
                  </a:cubicBezTo>
                  <a:cubicBezTo>
                    <a:pt x="23" y="64"/>
                    <a:pt x="21" y="76"/>
                    <a:pt x="21" y="91"/>
                  </a:cubicBezTo>
                  <a:cubicBezTo>
                    <a:pt x="21" y="104"/>
                    <a:pt x="23" y="116"/>
                    <a:pt x="28" y="127"/>
                  </a:cubicBezTo>
                  <a:cubicBezTo>
                    <a:pt x="34" y="137"/>
                    <a:pt x="41" y="145"/>
                    <a:pt x="50" y="151"/>
                  </a:cubicBezTo>
                  <a:cubicBezTo>
                    <a:pt x="60" y="156"/>
                    <a:pt x="71" y="159"/>
                    <a:pt x="83" y="159"/>
                  </a:cubicBezTo>
                  <a:cubicBezTo>
                    <a:pt x="100" y="159"/>
                    <a:pt x="115" y="155"/>
                    <a:pt x="127" y="148"/>
                  </a:cubicBezTo>
                  <a:lnTo>
                    <a:pt x="127" y="1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57" name="Freeform 49"/>
            <p:cNvSpPr>
              <a:spLocks noEditPoints="1"/>
            </p:cNvSpPr>
            <p:nvPr userDrawn="1"/>
          </p:nvSpPr>
          <p:spPr bwMode="auto">
            <a:xfrm>
              <a:off x="3979" y="3939"/>
              <a:ext cx="229" cy="302"/>
            </a:xfrm>
            <a:custGeom>
              <a:avLst/>
              <a:gdLst>
                <a:gd name="T0" fmla="*/ 97 w 97"/>
                <a:gd name="T1" fmla="*/ 125 h 128"/>
                <a:gd name="T2" fmla="*/ 77 w 97"/>
                <a:gd name="T3" fmla="*/ 125 h 128"/>
                <a:gd name="T4" fmla="*/ 77 w 97"/>
                <a:gd name="T5" fmla="*/ 106 h 128"/>
                <a:gd name="T6" fmla="*/ 77 w 97"/>
                <a:gd name="T7" fmla="*/ 106 h 128"/>
                <a:gd name="T8" fmla="*/ 39 w 97"/>
                <a:gd name="T9" fmla="*/ 128 h 128"/>
                <a:gd name="T10" fmla="*/ 11 w 97"/>
                <a:gd name="T11" fmla="*/ 118 h 128"/>
                <a:gd name="T12" fmla="*/ 0 w 97"/>
                <a:gd name="T13" fmla="*/ 93 h 128"/>
                <a:gd name="T14" fmla="*/ 41 w 97"/>
                <a:gd name="T15" fmla="*/ 53 h 128"/>
                <a:gd name="T16" fmla="*/ 77 w 97"/>
                <a:gd name="T17" fmla="*/ 48 h 128"/>
                <a:gd name="T18" fmla="*/ 52 w 97"/>
                <a:gd name="T19" fmla="*/ 17 h 128"/>
                <a:gd name="T20" fmla="*/ 12 w 97"/>
                <a:gd name="T21" fmla="*/ 32 h 128"/>
                <a:gd name="T22" fmla="*/ 12 w 97"/>
                <a:gd name="T23" fmla="*/ 12 h 128"/>
                <a:gd name="T24" fmla="*/ 31 w 97"/>
                <a:gd name="T25" fmla="*/ 4 h 128"/>
                <a:gd name="T26" fmla="*/ 54 w 97"/>
                <a:gd name="T27" fmla="*/ 0 h 128"/>
                <a:gd name="T28" fmla="*/ 97 w 97"/>
                <a:gd name="T29" fmla="*/ 46 h 128"/>
                <a:gd name="T30" fmla="*/ 97 w 97"/>
                <a:gd name="T31" fmla="*/ 125 h 128"/>
                <a:gd name="T32" fmla="*/ 77 w 97"/>
                <a:gd name="T33" fmla="*/ 63 h 128"/>
                <a:gd name="T34" fmla="*/ 48 w 97"/>
                <a:gd name="T35" fmla="*/ 68 h 128"/>
                <a:gd name="T36" fmla="*/ 27 w 97"/>
                <a:gd name="T37" fmla="*/ 75 h 128"/>
                <a:gd name="T38" fmla="*/ 20 w 97"/>
                <a:gd name="T39" fmla="*/ 91 h 128"/>
                <a:gd name="T40" fmla="*/ 27 w 97"/>
                <a:gd name="T41" fmla="*/ 106 h 128"/>
                <a:gd name="T42" fmla="*/ 44 w 97"/>
                <a:gd name="T43" fmla="*/ 111 h 128"/>
                <a:gd name="T44" fmla="*/ 68 w 97"/>
                <a:gd name="T45" fmla="*/ 101 h 128"/>
                <a:gd name="T46" fmla="*/ 77 w 97"/>
                <a:gd name="T47" fmla="*/ 76 h 128"/>
                <a:gd name="T48" fmla="*/ 77 w 97"/>
                <a:gd name="T49" fmla="*/ 6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7" h="128">
                  <a:moveTo>
                    <a:pt x="97" y="125"/>
                  </a:moveTo>
                  <a:cubicBezTo>
                    <a:pt x="77" y="125"/>
                    <a:pt x="77" y="125"/>
                    <a:pt x="77" y="125"/>
                  </a:cubicBezTo>
                  <a:cubicBezTo>
                    <a:pt x="77" y="106"/>
                    <a:pt x="77" y="106"/>
                    <a:pt x="77" y="106"/>
                  </a:cubicBezTo>
                  <a:cubicBezTo>
                    <a:pt x="77" y="106"/>
                    <a:pt x="77" y="106"/>
                    <a:pt x="77" y="106"/>
                  </a:cubicBezTo>
                  <a:cubicBezTo>
                    <a:pt x="68" y="121"/>
                    <a:pt x="56" y="128"/>
                    <a:pt x="39" y="128"/>
                  </a:cubicBezTo>
                  <a:cubicBezTo>
                    <a:pt x="28" y="128"/>
                    <a:pt x="18" y="125"/>
                    <a:pt x="11" y="118"/>
                  </a:cubicBezTo>
                  <a:cubicBezTo>
                    <a:pt x="4" y="112"/>
                    <a:pt x="0" y="103"/>
                    <a:pt x="0" y="93"/>
                  </a:cubicBezTo>
                  <a:cubicBezTo>
                    <a:pt x="0" y="70"/>
                    <a:pt x="14" y="57"/>
                    <a:pt x="41" y="53"/>
                  </a:cubicBezTo>
                  <a:cubicBezTo>
                    <a:pt x="77" y="48"/>
                    <a:pt x="77" y="48"/>
                    <a:pt x="77" y="48"/>
                  </a:cubicBezTo>
                  <a:cubicBezTo>
                    <a:pt x="77" y="27"/>
                    <a:pt x="69" y="17"/>
                    <a:pt x="52" y="17"/>
                  </a:cubicBezTo>
                  <a:cubicBezTo>
                    <a:pt x="38" y="17"/>
                    <a:pt x="24" y="22"/>
                    <a:pt x="12" y="32"/>
                  </a:cubicBezTo>
                  <a:cubicBezTo>
                    <a:pt x="12" y="12"/>
                    <a:pt x="12" y="12"/>
                    <a:pt x="12" y="12"/>
                  </a:cubicBezTo>
                  <a:cubicBezTo>
                    <a:pt x="16" y="9"/>
                    <a:pt x="22" y="6"/>
                    <a:pt x="31" y="4"/>
                  </a:cubicBezTo>
                  <a:cubicBezTo>
                    <a:pt x="39" y="1"/>
                    <a:pt x="47" y="0"/>
                    <a:pt x="54" y="0"/>
                  </a:cubicBezTo>
                  <a:cubicBezTo>
                    <a:pt x="83" y="0"/>
                    <a:pt x="97" y="15"/>
                    <a:pt x="97" y="46"/>
                  </a:cubicBezTo>
                  <a:lnTo>
                    <a:pt x="97" y="125"/>
                  </a:lnTo>
                  <a:close/>
                  <a:moveTo>
                    <a:pt x="77" y="63"/>
                  </a:moveTo>
                  <a:cubicBezTo>
                    <a:pt x="48" y="68"/>
                    <a:pt x="48" y="68"/>
                    <a:pt x="48" y="68"/>
                  </a:cubicBezTo>
                  <a:cubicBezTo>
                    <a:pt x="38" y="69"/>
                    <a:pt x="31" y="71"/>
                    <a:pt x="27" y="75"/>
                  </a:cubicBezTo>
                  <a:cubicBezTo>
                    <a:pt x="23" y="78"/>
                    <a:pt x="20" y="84"/>
                    <a:pt x="20" y="91"/>
                  </a:cubicBezTo>
                  <a:cubicBezTo>
                    <a:pt x="20" y="97"/>
                    <a:pt x="23" y="102"/>
                    <a:pt x="27" y="106"/>
                  </a:cubicBezTo>
                  <a:cubicBezTo>
                    <a:pt x="31" y="110"/>
                    <a:pt x="37" y="111"/>
                    <a:pt x="44" y="111"/>
                  </a:cubicBezTo>
                  <a:cubicBezTo>
                    <a:pt x="54" y="111"/>
                    <a:pt x="62" y="108"/>
                    <a:pt x="68" y="101"/>
                  </a:cubicBezTo>
                  <a:cubicBezTo>
                    <a:pt x="74" y="94"/>
                    <a:pt x="77" y="86"/>
                    <a:pt x="77" y="76"/>
                  </a:cubicBezTo>
                  <a:lnTo>
                    <a:pt x="77"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58" name="Freeform 50"/>
            <p:cNvSpPr>
              <a:spLocks/>
            </p:cNvSpPr>
            <p:nvPr userDrawn="1"/>
          </p:nvSpPr>
          <p:spPr bwMode="auto">
            <a:xfrm>
              <a:off x="4296" y="3939"/>
              <a:ext cx="238" cy="295"/>
            </a:xfrm>
            <a:custGeom>
              <a:avLst/>
              <a:gdLst>
                <a:gd name="T0" fmla="*/ 101 w 101"/>
                <a:gd name="T1" fmla="*/ 125 h 125"/>
                <a:gd name="T2" fmla="*/ 82 w 101"/>
                <a:gd name="T3" fmla="*/ 125 h 125"/>
                <a:gd name="T4" fmla="*/ 82 w 101"/>
                <a:gd name="T5" fmla="*/ 55 h 125"/>
                <a:gd name="T6" fmla="*/ 53 w 101"/>
                <a:gd name="T7" fmla="*/ 17 h 125"/>
                <a:gd name="T8" fmla="*/ 29 w 101"/>
                <a:gd name="T9" fmla="*/ 28 h 125"/>
                <a:gd name="T10" fmla="*/ 19 w 101"/>
                <a:gd name="T11" fmla="*/ 55 h 125"/>
                <a:gd name="T12" fmla="*/ 19 w 101"/>
                <a:gd name="T13" fmla="*/ 125 h 125"/>
                <a:gd name="T14" fmla="*/ 0 w 101"/>
                <a:gd name="T15" fmla="*/ 125 h 125"/>
                <a:gd name="T16" fmla="*/ 0 w 101"/>
                <a:gd name="T17" fmla="*/ 3 h 125"/>
                <a:gd name="T18" fmla="*/ 19 w 101"/>
                <a:gd name="T19" fmla="*/ 3 h 125"/>
                <a:gd name="T20" fmla="*/ 19 w 101"/>
                <a:gd name="T21" fmla="*/ 23 h 125"/>
                <a:gd name="T22" fmla="*/ 20 w 101"/>
                <a:gd name="T23" fmla="*/ 23 h 125"/>
                <a:gd name="T24" fmla="*/ 60 w 101"/>
                <a:gd name="T25" fmla="*/ 0 h 125"/>
                <a:gd name="T26" fmla="*/ 91 w 101"/>
                <a:gd name="T27" fmla="*/ 13 h 125"/>
                <a:gd name="T28" fmla="*/ 101 w 101"/>
                <a:gd name="T29" fmla="*/ 50 h 125"/>
                <a:gd name="T30" fmla="*/ 101 w 101"/>
                <a:gd name="T31"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1" h="125">
                  <a:moveTo>
                    <a:pt x="101" y="125"/>
                  </a:moveTo>
                  <a:cubicBezTo>
                    <a:pt x="82" y="125"/>
                    <a:pt x="82" y="125"/>
                    <a:pt x="82" y="125"/>
                  </a:cubicBezTo>
                  <a:cubicBezTo>
                    <a:pt x="82" y="55"/>
                    <a:pt x="82" y="55"/>
                    <a:pt x="82" y="55"/>
                  </a:cubicBezTo>
                  <a:cubicBezTo>
                    <a:pt x="82" y="30"/>
                    <a:pt x="72" y="17"/>
                    <a:pt x="53" y="17"/>
                  </a:cubicBezTo>
                  <a:cubicBezTo>
                    <a:pt x="44" y="17"/>
                    <a:pt x="36" y="20"/>
                    <a:pt x="29" y="28"/>
                  </a:cubicBezTo>
                  <a:cubicBezTo>
                    <a:pt x="23" y="35"/>
                    <a:pt x="19" y="44"/>
                    <a:pt x="19" y="55"/>
                  </a:cubicBezTo>
                  <a:cubicBezTo>
                    <a:pt x="19" y="125"/>
                    <a:pt x="19" y="125"/>
                    <a:pt x="19" y="125"/>
                  </a:cubicBezTo>
                  <a:cubicBezTo>
                    <a:pt x="0" y="125"/>
                    <a:pt x="0" y="125"/>
                    <a:pt x="0" y="125"/>
                  </a:cubicBezTo>
                  <a:cubicBezTo>
                    <a:pt x="0" y="3"/>
                    <a:pt x="0" y="3"/>
                    <a:pt x="0" y="3"/>
                  </a:cubicBezTo>
                  <a:cubicBezTo>
                    <a:pt x="19" y="3"/>
                    <a:pt x="19" y="3"/>
                    <a:pt x="19" y="3"/>
                  </a:cubicBezTo>
                  <a:cubicBezTo>
                    <a:pt x="19" y="23"/>
                    <a:pt x="19" y="23"/>
                    <a:pt x="19" y="23"/>
                  </a:cubicBezTo>
                  <a:cubicBezTo>
                    <a:pt x="20" y="23"/>
                    <a:pt x="20" y="23"/>
                    <a:pt x="20" y="23"/>
                  </a:cubicBezTo>
                  <a:cubicBezTo>
                    <a:pt x="29" y="8"/>
                    <a:pt x="42" y="0"/>
                    <a:pt x="60" y="0"/>
                  </a:cubicBezTo>
                  <a:cubicBezTo>
                    <a:pt x="73" y="0"/>
                    <a:pt x="84" y="4"/>
                    <a:pt x="91" y="13"/>
                  </a:cubicBezTo>
                  <a:cubicBezTo>
                    <a:pt x="98" y="22"/>
                    <a:pt x="101" y="34"/>
                    <a:pt x="101" y="50"/>
                  </a:cubicBezTo>
                  <a:lnTo>
                    <a:pt x="101"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59" name="Freeform 51"/>
            <p:cNvSpPr>
              <a:spLocks noEditPoints="1"/>
            </p:cNvSpPr>
            <p:nvPr userDrawn="1"/>
          </p:nvSpPr>
          <p:spPr bwMode="auto">
            <a:xfrm>
              <a:off x="4598" y="3939"/>
              <a:ext cx="227" cy="302"/>
            </a:xfrm>
            <a:custGeom>
              <a:avLst/>
              <a:gdLst>
                <a:gd name="T0" fmla="*/ 96 w 96"/>
                <a:gd name="T1" fmla="*/ 125 h 128"/>
                <a:gd name="T2" fmla="*/ 77 w 96"/>
                <a:gd name="T3" fmla="*/ 125 h 128"/>
                <a:gd name="T4" fmla="*/ 77 w 96"/>
                <a:gd name="T5" fmla="*/ 106 h 128"/>
                <a:gd name="T6" fmla="*/ 76 w 96"/>
                <a:gd name="T7" fmla="*/ 106 h 128"/>
                <a:gd name="T8" fmla="*/ 39 w 96"/>
                <a:gd name="T9" fmla="*/ 128 h 128"/>
                <a:gd name="T10" fmla="*/ 11 w 96"/>
                <a:gd name="T11" fmla="*/ 118 h 128"/>
                <a:gd name="T12" fmla="*/ 0 w 96"/>
                <a:gd name="T13" fmla="*/ 93 h 128"/>
                <a:gd name="T14" fmla="*/ 40 w 96"/>
                <a:gd name="T15" fmla="*/ 53 h 128"/>
                <a:gd name="T16" fmla="*/ 77 w 96"/>
                <a:gd name="T17" fmla="*/ 48 h 128"/>
                <a:gd name="T18" fmla="*/ 52 w 96"/>
                <a:gd name="T19" fmla="*/ 17 h 128"/>
                <a:gd name="T20" fmla="*/ 12 w 96"/>
                <a:gd name="T21" fmla="*/ 32 h 128"/>
                <a:gd name="T22" fmla="*/ 12 w 96"/>
                <a:gd name="T23" fmla="*/ 12 h 128"/>
                <a:gd name="T24" fmla="*/ 30 w 96"/>
                <a:gd name="T25" fmla="*/ 4 h 128"/>
                <a:gd name="T26" fmla="*/ 53 w 96"/>
                <a:gd name="T27" fmla="*/ 0 h 128"/>
                <a:gd name="T28" fmla="*/ 96 w 96"/>
                <a:gd name="T29" fmla="*/ 46 h 128"/>
                <a:gd name="T30" fmla="*/ 96 w 96"/>
                <a:gd name="T31" fmla="*/ 125 h 128"/>
                <a:gd name="T32" fmla="*/ 77 w 96"/>
                <a:gd name="T33" fmla="*/ 63 h 128"/>
                <a:gd name="T34" fmla="*/ 47 w 96"/>
                <a:gd name="T35" fmla="*/ 68 h 128"/>
                <a:gd name="T36" fmla="*/ 26 w 96"/>
                <a:gd name="T37" fmla="*/ 75 h 128"/>
                <a:gd name="T38" fmla="*/ 20 w 96"/>
                <a:gd name="T39" fmla="*/ 91 h 128"/>
                <a:gd name="T40" fmla="*/ 27 w 96"/>
                <a:gd name="T41" fmla="*/ 106 h 128"/>
                <a:gd name="T42" fmla="*/ 43 w 96"/>
                <a:gd name="T43" fmla="*/ 111 h 128"/>
                <a:gd name="T44" fmla="*/ 67 w 96"/>
                <a:gd name="T45" fmla="*/ 101 h 128"/>
                <a:gd name="T46" fmla="*/ 77 w 96"/>
                <a:gd name="T47" fmla="*/ 76 h 128"/>
                <a:gd name="T48" fmla="*/ 77 w 96"/>
                <a:gd name="T49" fmla="*/ 6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6" h="128">
                  <a:moveTo>
                    <a:pt x="96" y="125"/>
                  </a:moveTo>
                  <a:cubicBezTo>
                    <a:pt x="77" y="125"/>
                    <a:pt x="77" y="125"/>
                    <a:pt x="77" y="125"/>
                  </a:cubicBezTo>
                  <a:cubicBezTo>
                    <a:pt x="77" y="106"/>
                    <a:pt x="77" y="106"/>
                    <a:pt x="77" y="106"/>
                  </a:cubicBezTo>
                  <a:cubicBezTo>
                    <a:pt x="76" y="106"/>
                    <a:pt x="76" y="106"/>
                    <a:pt x="76" y="106"/>
                  </a:cubicBezTo>
                  <a:cubicBezTo>
                    <a:pt x="68" y="121"/>
                    <a:pt x="55" y="128"/>
                    <a:pt x="39" y="128"/>
                  </a:cubicBezTo>
                  <a:cubicBezTo>
                    <a:pt x="27" y="128"/>
                    <a:pt x="18" y="125"/>
                    <a:pt x="11" y="118"/>
                  </a:cubicBezTo>
                  <a:cubicBezTo>
                    <a:pt x="3" y="112"/>
                    <a:pt x="0" y="103"/>
                    <a:pt x="0" y="93"/>
                  </a:cubicBezTo>
                  <a:cubicBezTo>
                    <a:pt x="0" y="70"/>
                    <a:pt x="13" y="57"/>
                    <a:pt x="40" y="53"/>
                  </a:cubicBezTo>
                  <a:cubicBezTo>
                    <a:pt x="77" y="48"/>
                    <a:pt x="77" y="48"/>
                    <a:pt x="77" y="48"/>
                  </a:cubicBezTo>
                  <a:cubicBezTo>
                    <a:pt x="77" y="27"/>
                    <a:pt x="68" y="17"/>
                    <a:pt x="52" y="17"/>
                  </a:cubicBezTo>
                  <a:cubicBezTo>
                    <a:pt x="37" y="17"/>
                    <a:pt x="24" y="22"/>
                    <a:pt x="12" y="32"/>
                  </a:cubicBezTo>
                  <a:cubicBezTo>
                    <a:pt x="12" y="12"/>
                    <a:pt x="12" y="12"/>
                    <a:pt x="12" y="12"/>
                  </a:cubicBezTo>
                  <a:cubicBezTo>
                    <a:pt x="15" y="9"/>
                    <a:pt x="22" y="6"/>
                    <a:pt x="30" y="4"/>
                  </a:cubicBezTo>
                  <a:cubicBezTo>
                    <a:pt x="39" y="1"/>
                    <a:pt x="47" y="0"/>
                    <a:pt x="53" y="0"/>
                  </a:cubicBezTo>
                  <a:cubicBezTo>
                    <a:pt x="82" y="0"/>
                    <a:pt x="96" y="15"/>
                    <a:pt x="96" y="46"/>
                  </a:cubicBezTo>
                  <a:lnTo>
                    <a:pt x="96" y="125"/>
                  </a:lnTo>
                  <a:close/>
                  <a:moveTo>
                    <a:pt x="77" y="63"/>
                  </a:moveTo>
                  <a:cubicBezTo>
                    <a:pt x="47" y="68"/>
                    <a:pt x="47" y="68"/>
                    <a:pt x="47" y="68"/>
                  </a:cubicBezTo>
                  <a:cubicBezTo>
                    <a:pt x="37" y="69"/>
                    <a:pt x="30" y="71"/>
                    <a:pt x="26" y="75"/>
                  </a:cubicBezTo>
                  <a:cubicBezTo>
                    <a:pt x="22" y="78"/>
                    <a:pt x="20" y="84"/>
                    <a:pt x="20" y="91"/>
                  </a:cubicBezTo>
                  <a:cubicBezTo>
                    <a:pt x="20" y="97"/>
                    <a:pt x="22" y="102"/>
                    <a:pt x="27" y="106"/>
                  </a:cubicBezTo>
                  <a:cubicBezTo>
                    <a:pt x="31" y="110"/>
                    <a:pt x="37" y="111"/>
                    <a:pt x="43" y="111"/>
                  </a:cubicBezTo>
                  <a:cubicBezTo>
                    <a:pt x="53" y="111"/>
                    <a:pt x="61" y="108"/>
                    <a:pt x="67" y="101"/>
                  </a:cubicBezTo>
                  <a:cubicBezTo>
                    <a:pt x="74" y="94"/>
                    <a:pt x="77" y="86"/>
                    <a:pt x="77" y="76"/>
                  </a:cubicBezTo>
                  <a:lnTo>
                    <a:pt x="77"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60" name="Freeform 52"/>
            <p:cNvSpPr>
              <a:spLocks noEditPoints="1"/>
            </p:cNvSpPr>
            <p:nvPr userDrawn="1"/>
          </p:nvSpPr>
          <p:spPr bwMode="auto">
            <a:xfrm>
              <a:off x="4892" y="3806"/>
              <a:ext cx="267" cy="435"/>
            </a:xfrm>
            <a:custGeom>
              <a:avLst/>
              <a:gdLst>
                <a:gd name="T0" fmla="*/ 113 w 113"/>
                <a:gd name="T1" fmla="*/ 181 h 184"/>
                <a:gd name="T2" fmla="*/ 93 w 113"/>
                <a:gd name="T3" fmla="*/ 181 h 184"/>
                <a:gd name="T4" fmla="*/ 93 w 113"/>
                <a:gd name="T5" fmla="*/ 160 h 184"/>
                <a:gd name="T6" fmla="*/ 92 w 113"/>
                <a:gd name="T7" fmla="*/ 160 h 184"/>
                <a:gd name="T8" fmla="*/ 51 w 113"/>
                <a:gd name="T9" fmla="*/ 184 h 184"/>
                <a:gd name="T10" fmla="*/ 14 w 113"/>
                <a:gd name="T11" fmla="*/ 167 h 184"/>
                <a:gd name="T12" fmla="*/ 0 w 113"/>
                <a:gd name="T13" fmla="*/ 123 h 184"/>
                <a:gd name="T14" fmla="*/ 15 w 113"/>
                <a:gd name="T15" fmla="*/ 74 h 184"/>
                <a:gd name="T16" fmla="*/ 56 w 113"/>
                <a:gd name="T17" fmla="*/ 56 h 184"/>
                <a:gd name="T18" fmla="*/ 92 w 113"/>
                <a:gd name="T19" fmla="*/ 76 h 184"/>
                <a:gd name="T20" fmla="*/ 93 w 113"/>
                <a:gd name="T21" fmla="*/ 76 h 184"/>
                <a:gd name="T22" fmla="*/ 93 w 113"/>
                <a:gd name="T23" fmla="*/ 0 h 184"/>
                <a:gd name="T24" fmla="*/ 113 w 113"/>
                <a:gd name="T25" fmla="*/ 0 h 184"/>
                <a:gd name="T26" fmla="*/ 113 w 113"/>
                <a:gd name="T27" fmla="*/ 181 h 184"/>
                <a:gd name="T28" fmla="*/ 93 w 113"/>
                <a:gd name="T29" fmla="*/ 126 h 184"/>
                <a:gd name="T30" fmla="*/ 93 w 113"/>
                <a:gd name="T31" fmla="*/ 108 h 184"/>
                <a:gd name="T32" fmla="*/ 83 w 113"/>
                <a:gd name="T33" fmla="*/ 83 h 184"/>
                <a:gd name="T34" fmla="*/ 58 w 113"/>
                <a:gd name="T35" fmla="*/ 73 h 184"/>
                <a:gd name="T36" fmla="*/ 30 w 113"/>
                <a:gd name="T37" fmla="*/ 86 h 184"/>
                <a:gd name="T38" fmla="*/ 20 w 113"/>
                <a:gd name="T39" fmla="*/ 122 h 184"/>
                <a:gd name="T40" fmla="*/ 30 w 113"/>
                <a:gd name="T41" fmla="*/ 155 h 184"/>
                <a:gd name="T42" fmla="*/ 56 w 113"/>
                <a:gd name="T43" fmla="*/ 167 h 184"/>
                <a:gd name="T44" fmla="*/ 83 w 113"/>
                <a:gd name="T45" fmla="*/ 156 h 184"/>
                <a:gd name="T46" fmla="*/ 93 w 113"/>
                <a:gd name="T47" fmla="*/ 126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3" h="184">
                  <a:moveTo>
                    <a:pt x="113" y="181"/>
                  </a:moveTo>
                  <a:cubicBezTo>
                    <a:pt x="93" y="181"/>
                    <a:pt x="93" y="181"/>
                    <a:pt x="93" y="181"/>
                  </a:cubicBezTo>
                  <a:cubicBezTo>
                    <a:pt x="93" y="160"/>
                    <a:pt x="93" y="160"/>
                    <a:pt x="93" y="160"/>
                  </a:cubicBezTo>
                  <a:cubicBezTo>
                    <a:pt x="92" y="160"/>
                    <a:pt x="92" y="160"/>
                    <a:pt x="92" y="160"/>
                  </a:cubicBezTo>
                  <a:cubicBezTo>
                    <a:pt x="83" y="176"/>
                    <a:pt x="69" y="184"/>
                    <a:pt x="51" y="184"/>
                  </a:cubicBezTo>
                  <a:cubicBezTo>
                    <a:pt x="35" y="184"/>
                    <a:pt x="23" y="179"/>
                    <a:pt x="14" y="167"/>
                  </a:cubicBezTo>
                  <a:cubicBezTo>
                    <a:pt x="5" y="156"/>
                    <a:pt x="0" y="142"/>
                    <a:pt x="0" y="123"/>
                  </a:cubicBezTo>
                  <a:cubicBezTo>
                    <a:pt x="0" y="103"/>
                    <a:pt x="5" y="87"/>
                    <a:pt x="15" y="74"/>
                  </a:cubicBezTo>
                  <a:cubicBezTo>
                    <a:pt x="25" y="62"/>
                    <a:pt x="39" y="56"/>
                    <a:pt x="56" y="56"/>
                  </a:cubicBezTo>
                  <a:cubicBezTo>
                    <a:pt x="73" y="56"/>
                    <a:pt x="85" y="63"/>
                    <a:pt x="92" y="76"/>
                  </a:cubicBezTo>
                  <a:cubicBezTo>
                    <a:pt x="93" y="76"/>
                    <a:pt x="93" y="76"/>
                    <a:pt x="93" y="76"/>
                  </a:cubicBezTo>
                  <a:cubicBezTo>
                    <a:pt x="93" y="0"/>
                    <a:pt x="93" y="0"/>
                    <a:pt x="93" y="0"/>
                  </a:cubicBezTo>
                  <a:cubicBezTo>
                    <a:pt x="113" y="0"/>
                    <a:pt x="113" y="0"/>
                    <a:pt x="113" y="0"/>
                  </a:cubicBezTo>
                  <a:lnTo>
                    <a:pt x="113" y="181"/>
                  </a:lnTo>
                  <a:close/>
                  <a:moveTo>
                    <a:pt x="93" y="126"/>
                  </a:moveTo>
                  <a:cubicBezTo>
                    <a:pt x="93" y="108"/>
                    <a:pt x="93" y="108"/>
                    <a:pt x="93" y="108"/>
                  </a:cubicBezTo>
                  <a:cubicBezTo>
                    <a:pt x="93" y="98"/>
                    <a:pt x="90" y="89"/>
                    <a:pt x="83" y="83"/>
                  </a:cubicBezTo>
                  <a:cubicBezTo>
                    <a:pt x="76" y="76"/>
                    <a:pt x="68" y="73"/>
                    <a:pt x="58" y="73"/>
                  </a:cubicBezTo>
                  <a:cubicBezTo>
                    <a:pt x="47" y="73"/>
                    <a:pt x="37" y="77"/>
                    <a:pt x="30" y="86"/>
                  </a:cubicBezTo>
                  <a:cubicBezTo>
                    <a:pt x="23" y="94"/>
                    <a:pt x="20" y="107"/>
                    <a:pt x="20" y="122"/>
                  </a:cubicBezTo>
                  <a:cubicBezTo>
                    <a:pt x="20" y="136"/>
                    <a:pt x="23" y="147"/>
                    <a:pt x="30" y="155"/>
                  </a:cubicBezTo>
                  <a:cubicBezTo>
                    <a:pt x="36" y="163"/>
                    <a:pt x="45" y="167"/>
                    <a:pt x="56" y="167"/>
                  </a:cubicBezTo>
                  <a:cubicBezTo>
                    <a:pt x="67" y="167"/>
                    <a:pt x="76" y="164"/>
                    <a:pt x="83" y="156"/>
                  </a:cubicBezTo>
                  <a:cubicBezTo>
                    <a:pt x="90" y="148"/>
                    <a:pt x="93" y="138"/>
                    <a:pt x="93"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61" name="Freeform 53"/>
            <p:cNvSpPr>
              <a:spLocks noEditPoints="1"/>
            </p:cNvSpPr>
            <p:nvPr userDrawn="1"/>
          </p:nvSpPr>
          <p:spPr bwMode="auto">
            <a:xfrm>
              <a:off x="5228" y="3939"/>
              <a:ext cx="229" cy="302"/>
            </a:xfrm>
            <a:custGeom>
              <a:avLst/>
              <a:gdLst>
                <a:gd name="T0" fmla="*/ 97 w 97"/>
                <a:gd name="T1" fmla="*/ 125 h 128"/>
                <a:gd name="T2" fmla="*/ 77 w 97"/>
                <a:gd name="T3" fmla="*/ 125 h 128"/>
                <a:gd name="T4" fmla="*/ 77 w 97"/>
                <a:gd name="T5" fmla="*/ 106 h 128"/>
                <a:gd name="T6" fmla="*/ 77 w 97"/>
                <a:gd name="T7" fmla="*/ 106 h 128"/>
                <a:gd name="T8" fmla="*/ 39 w 97"/>
                <a:gd name="T9" fmla="*/ 128 h 128"/>
                <a:gd name="T10" fmla="*/ 11 w 97"/>
                <a:gd name="T11" fmla="*/ 118 h 128"/>
                <a:gd name="T12" fmla="*/ 0 w 97"/>
                <a:gd name="T13" fmla="*/ 93 h 128"/>
                <a:gd name="T14" fmla="*/ 40 w 97"/>
                <a:gd name="T15" fmla="*/ 53 h 128"/>
                <a:gd name="T16" fmla="*/ 77 w 97"/>
                <a:gd name="T17" fmla="*/ 48 h 128"/>
                <a:gd name="T18" fmla="*/ 52 w 97"/>
                <a:gd name="T19" fmla="*/ 17 h 128"/>
                <a:gd name="T20" fmla="*/ 12 w 97"/>
                <a:gd name="T21" fmla="*/ 32 h 128"/>
                <a:gd name="T22" fmla="*/ 12 w 97"/>
                <a:gd name="T23" fmla="*/ 12 h 128"/>
                <a:gd name="T24" fmla="*/ 30 w 97"/>
                <a:gd name="T25" fmla="*/ 4 h 128"/>
                <a:gd name="T26" fmla="*/ 54 w 97"/>
                <a:gd name="T27" fmla="*/ 0 h 128"/>
                <a:gd name="T28" fmla="*/ 97 w 97"/>
                <a:gd name="T29" fmla="*/ 46 h 128"/>
                <a:gd name="T30" fmla="*/ 97 w 97"/>
                <a:gd name="T31" fmla="*/ 125 h 128"/>
                <a:gd name="T32" fmla="*/ 77 w 97"/>
                <a:gd name="T33" fmla="*/ 63 h 128"/>
                <a:gd name="T34" fmla="*/ 47 w 97"/>
                <a:gd name="T35" fmla="*/ 68 h 128"/>
                <a:gd name="T36" fmla="*/ 26 w 97"/>
                <a:gd name="T37" fmla="*/ 75 h 128"/>
                <a:gd name="T38" fmla="*/ 20 w 97"/>
                <a:gd name="T39" fmla="*/ 91 h 128"/>
                <a:gd name="T40" fmla="*/ 27 w 97"/>
                <a:gd name="T41" fmla="*/ 106 h 128"/>
                <a:gd name="T42" fmla="*/ 44 w 97"/>
                <a:gd name="T43" fmla="*/ 111 h 128"/>
                <a:gd name="T44" fmla="*/ 68 w 97"/>
                <a:gd name="T45" fmla="*/ 101 h 128"/>
                <a:gd name="T46" fmla="*/ 77 w 97"/>
                <a:gd name="T47" fmla="*/ 76 h 128"/>
                <a:gd name="T48" fmla="*/ 77 w 97"/>
                <a:gd name="T49" fmla="*/ 6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7" h="128">
                  <a:moveTo>
                    <a:pt x="97" y="125"/>
                  </a:moveTo>
                  <a:cubicBezTo>
                    <a:pt x="77" y="125"/>
                    <a:pt x="77" y="125"/>
                    <a:pt x="77" y="125"/>
                  </a:cubicBezTo>
                  <a:cubicBezTo>
                    <a:pt x="77" y="106"/>
                    <a:pt x="77" y="106"/>
                    <a:pt x="77" y="106"/>
                  </a:cubicBezTo>
                  <a:cubicBezTo>
                    <a:pt x="77" y="106"/>
                    <a:pt x="77" y="106"/>
                    <a:pt x="77" y="106"/>
                  </a:cubicBezTo>
                  <a:cubicBezTo>
                    <a:pt x="68" y="121"/>
                    <a:pt x="56" y="128"/>
                    <a:pt x="39" y="128"/>
                  </a:cubicBezTo>
                  <a:cubicBezTo>
                    <a:pt x="27" y="128"/>
                    <a:pt x="18" y="125"/>
                    <a:pt x="11" y="118"/>
                  </a:cubicBezTo>
                  <a:cubicBezTo>
                    <a:pt x="4" y="112"/>
                    <a:pt x="0" y="103"/>
                    <a:pt x="0" y="93"/>
                  </a:cubicBezTo>
                  <a:cubicBezTo>
                    <a:pt x="0" y="70"/>
                    <a:pt x="14" y="57"/>
                    <a:pt x="40" y="53"/>
                  </a:cubicBezTo>
                  <a:cubicBezTo>
                    <a:pt x="77" y="48"/>
                    <a:pt x="77" y="48"/>
                    <a:pt x="77" y="48"/>
                  </a:cubicBezTo>
                  <a:cubicBezTo>
                    <a:pt x="77" y="27"/>
                    <a:pt x="69" y="17"/>
                    <a:pt x="52" y="17"/>
                  </a:cubicBezTo>
                  <a:cubicBezTo>
                    <a:pt x="37" y="17"/>
                    <a:pt x="24" y="22"/>
                    <a:pt x="12" y="32"/>
                  </a:cubicBezTo>
                  <a:cubicBezTo>
                    <a:pt x="12" y="12"/>
                    <a:pt x="12" y="12"/>
                    <a:pt x="12" y="12"/>
                  </a:cubicBezTo>
                  <a:cubicBezTo>
                    <a:pt x="16" y="9"/>
                    <a:pt x="22" y="6"/>
                    <a:pt x="30" y="4"/>
                  </a:cubicBezTo>
                  <a:cubicBezTo>
                    <a:pt x="39" y="1"/>
                    <a:pt x="47" y="0"/>
                    <a:pt x="54" y="0"/>
                  </a:cubicBezTo>
                  <a:cubicBezTo>
                    <a:pt x="82" y="0"/>
                    <a:pt x="97" y="15"/>
                    <a:pt x="97" y="46"/>
                  </a:cubicBezTo>
                  <a:lnTo>
                    <a:pt x="97" y="125"/>
                  </a:lnTo>
                  <a:close/>
                  <a:moveTo>
                    <a:pt x="77" y="63"/>
                  </a:moveTo>
                  <a:cubicBezTo>
                    <a:pt x="47" y="68"/>
                    <a:pt x="47" y="68"/>
                    <a:pt x="47" y="68"/>
                  </a:cubicBezTo>
                  <a:cubicBezTo>
                    <a:pt x="37" y="69"/>
                    <a:pt x="30" y="71"/>
                    <a:pt x="26" y="75"/>
                  </a:cubicBezTo>
                  <a:cubicBezTo>
                    <a:pt x="22" y="78"/>
                    <a:pt x="20" y="84"/>
                    <a:pt x="20" y="91"/>
                  </a:cubicBezTo>
                  <a:cubicBezTo>
                    <a:pt x="20" y="97"/>
                    <a:pt x="22" y="102"/>
                    <a:pt x="27" y="106"/>
                  </a:cubicBezTo>
                  <a:cubicBezTo>
                    <a:pt x="31" y="110"/>
                    <a:pt x="37" y="111"/>
                    <a:pt x="44" y="111"/>
                  </a:cubicBezTo>
                  <a:cubicBezTo>
                    <a:pt x="53" y="111"/>
                    <a:pt x="61" y="108"/>
                    <a:pt x="68" y="101"/>
                  </a:cubicBezTo>
                  <a:cubicBezTo>
                    <a:pt x="74" y="94"/>
                    <a:pt x="77" y="86"/>
                    <a:pt x="77" y="76"/>
                  </a:cubicBezTo>
                  <a:lnTo>
                    <a:pt x="77"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62" name="Freeform 54"/>
            <p:cNvSpPr>
              <a:spLocks/>
            </p:cNvSpPr>
            <p:nvPr userDrawn="1"/>
          </p:nvSpPr>
          <p:spPr bwMode="auto">
            <a:xfrm>
              <a:off x="1386" y="4610"/>
              <a:ext cx="151" cy="412"/>
            </a:xfrm>
            <a:custGeom>
              <a:avLst/>
              <a:gdLst>
                <a:gd name="T0" fmla="*/ 64 w 64"/>
                <a:gd name="T1" fmla="*/ 110 h 174"/>
                <a:gd name="T2" fmla="*/ 51 w 64"/>
                <a:gd name="T3" fmla="*/ 157 h 174"/>
                <a:gd name="T4" fmla="*/ 16 w 64"/>
                <a:gd name="T5" fmla="*/ 174 h 174"/>
                <a:gd name="T6" fmla="*/ 0 w 64"/>
                <a:gd name="T7" fmla="*/ 171 h 174"/>
                <a:gd name="T8" fmla="*/ 0 w 64"/>
                <a:gd name="T9" fmla="*/ 151 h 174"/>
                <a:gd name="T10" fmla="*/ 17 w 64"/>
                <a:gd name="T11" fmla="*/ 156 h 174"/>
                <a:gd name="T12" fmla="*/ 44 w 64"/>
                <a:gd name="T13" fmla="*/ 110 h 174"/>
                <a:gd name="T14" fmla="*/ 44 w 64"/>
                <a:gd name="T15" fmla="*/ 0 h 174"/>
                <a:gd name="T16" fmla="*/ 64 w 64"/>
                <a:gd name="T17" fmla="*/ 0 h 174"/>
                <a:gd name="T18" fmla="*/ 64 w 64"/>
                <a:gd name="T19" fmla="*/ 11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174">
                  <a:moveTo>
                    <a:pt x="64" y="110"/>
                  </a:moveTo>
                  <a:cubicBezTo>
                    <a:pt x="64" y="129"/>
                    <a:pt x="59" y="145"/>
                    <a:pt x="51" y="157"/>
                  </a:cubicBezTo>
                  <a:cubicBezTo>
                    <a:pt x="43" y="168"/>
                    <a:pt x="31" y="174"/>
                    <a:pt x="16" y="174"/>
                  </a:cubicBezTo>
                  <a:cubicBezTo>
                    <a:pt x="10" y="174"/>
                    <a:pt x="4" y="173"/>
                    <a:pt x="0" y="171"/>
                  </a:cubicBezTo>
                  <a:cubicBezTo>
                    <a:pt x="0" y="151"/>
                    <a:pt x="0" y="151"/>
                    <a:pt x="0" y="151"/>
                  </a:cubicBezTo>
                  <a:cubicBezTo>
                    <a:pt x="4" y="154"/>
                    <a:pt x="10" y="156"/>
                    <a:pt x="17" y="156"/>
                  </a:cubicBezTo>
                  <a:cubicBezTo>
                    <a:pt x="35" y="156"/>
                    <a:pt x="44" y="140"/>
                    <a:pt x="44" y="110"/>
                  </a:cubicBezTo>
                  <a:cubicBezTo>
                    <a:pt x="44" y="0"/>
                    <a:pt x="44" y="0"/>
                    <a:pt x="44" y="0"/>
                  </a:cubicBezTo>
                  <a:cubicBezTo>
                    <a:pt x="64" y="0"/>
                    <a:pt x="64" y="0"/>
                    <a:pt x="64" y="0"/>
                  </a:cubicBezTo>
                  <a:lnTo>
                    <a:pt x="64"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63" name="Freeform 55"/>
            <p:cNvSpPr>
              <a:spLocks/>
            </p:cNvSpPr>
            <p:nvPr userDrawn="1"/>
          </p:nvSpPr>
          <p:spPr bwMode="auto">
            <a:xfrm>
              <a:off x="1627" y="4726"/>
              <a:ext cx="239" cy="296"/>
            </a:xfrm>
            <a:custGeom>
              <a:avLst/>
              <a:gdLst>
                <a:gd name="T0" fmla="*/ 101 w 101"/>
                <a:gd name="T1" fmla="*/ 122 h 125"/>
                <a:gd name="T2" fmla="*/ 82 w 101"/>
                <a:gd name="T3" fmla="*/ 122 h 125"/>
                <a:gd name="T4" fmla="*/ 82 w 101"/>
                <a:gd name="T5" fmla="*/ 103 h 125"/>
                <a:gd name="T6" fmla="*/ 81 w 101"/>
                <a:gd name="T7" fmla="*/ 103 h 125"/>
                <a:gd name="T8" fmla="*/ 43 w 101"/>
                <a:gd name="T9" fmla="*/ 125 h 125"/>
                <a:gd name="T10" fmla="*/ 0 w 101"/>
                <a:gd name="T11" fmla="*/ 73 h 125"/>
                <a:gd name="T12" fmla="*/ 0 w 101"/>
                <a:gd name="T13" fmla="*/ 0 h 125"/>
                <a:gd name="T14" fmla="*/ 19 w 101"/>
                <a:gd name="T15" fmla="*/ 0 h 125"/>
                <a:gd name="T16" fmla="*/ 19 w 101"/>
                <a:gd name="T17" fmla="*/ 70 h 125"/>
                <a:gd name="T18" fmla="*/ 49 w 101"/>
                <a:gd name="T19" fmla="*/ 108 h 125"/>
                <a:gd name="T20" fmla="*/ 72 w 101"/>
                <a:gd name="T21" fmla="*/ 98 h 125"/>
                <a:gd name="T22" fmla="*/ 82 w 101"/>
                <a:gd name="T23" fmla="*/ 70 h 125"/>
                <a:gd name="T24" fmla="*/ 82 w 101"/>
                <a:gd name="T25" fmla="*/ 0 h 125"/>
                <a:gd name="T26" fmla="*/ 101 w 101"/>
                <a:gd name="T27" fmla="*/ 0 h 125"/>
                <a:gd name="T28" fmla="*/ 101 w 101"/>
                <a:gd name="T29" fmla="*/ 12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1" h="125">
                  <a:moveTo>
                    <a:pt x="101" y="122"/>
                  </a:moveTo>
                  <a:cubicBezTo>
                    <a:pt x="82" y="122"/>
                    <a:pt x="82" y="122"/>
                    <a:pt x="82" y="122"/>
                  </a:cubicBezTo>
                  <a:cubicBezTo>
                    <a:pt x="82" y="103"/>
                    <a:pt x="82" y="103"/>
                    <a:pt x="82" y="103"/>
                  </a:cubicBezTo>
                  <a:cubicBezTo>
                    <a:pt x="81" y="103"/>
                    <a:pt x="81" y="103"/>
                    <a:pt x="81" y="103"/>
                  </a:cubicBezTo>
                  <a:cubicBezTo>
                    <a:pt x="73" y="117"/>
                    <a:pt x="60" y="125"/>
                    <a:pt x="43" y="125"/>
                  </a:cubicBezTo>
                  <a:cubicBezTo>
                    <a:pt x="14" y="125"/>
                    <a:pt x="0" y="108"/>
                    <a:pt x="0" y="73"/>
                  </a:cubicBezTo>
                  <a:cubicBezTo>
                    <a:pt x="0" y="0"/>
                    <a:pt x="0" y="0"/>
                    <a:pt x="0" y="0"/>
                  </a:cubicBezTo>
                  <a:cubicBezTo>
                    <a:pt x="19" y="0"/>
                    <a:pt x="19" y="0"/>
                    <a:pt x="19" y="0"/>
                  </a:cubicBezTo>
                  <a:cubicBezTo>
                    <a:pt x="19" y="70"/>
                    <a:pt x="19" y="70"/>
                    <a:pt x="19" y="70"/>
                  </a:cubicBezTo>
                  <a:cubicBezTo>
                    <a:pt x="19" y="95"/>
                    <a:pt x="29" y="108"/>
                    <a:pt x="49" y="108"/>
                  </a:cubicBezTo>
                  <a:cubicBezTo>
                    <a:pt x="59" y="108"/>
                    <a:pt x="66" y="105"/>
                    <a:pt x="72" y="98"/>
                  </a:cubicBezTo>
                  <a:cubicBezTo>
                    <a:pt x="78" y="91"/>
                    <a:pt x="82" y="81"/>
                    <a:pt x="82" y="70"/>
                  </a:cubicBezTo>
                  <a:cubicBezTo>
                    <a:pt x="82" y="0"/>
                    <a:pt x="82" y="0"/>
                    <a:pt x="82" y="0"/>
                  </a:cubicBezTo>
                  <a:cubicBezTo>
                    <a:pt x="101" y="0"/>
                    <a:pt x="101" y="0"/>
                    <a:pt x="101" y="0"/>
                  </a:cubicBezTo>
                  <a:lnTo>
                    <a:pt x="101"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64" name="Rectangle 56"/>
            <p:cNvSpPr>
              <a:spLocks noChangeArrowheads="1"/>
            </p:cNvSpPr>
            <p:nvPr userDrawn="1"/>
          </p:nvSpPr>
          <p:spPr bwMode="auto">
            <a:xfrm>
              <a:off x="1961" y="4587"/>
              <a:ext cx="45" cy="42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65" name="Freeform 57"/>
            <p:cNvSpPr>
              <a:spLocks/>
            </p:cNvSpPr>
            <p:nvPr userDrawn="1"/>
          </p:nvSpPr>
          <p:spPr bwMode="auto">
            <a:xfrm>
              <a:off x="2058" y="4726"/>
              <a:ext cx="272" cy="423"/>
            </a:xfrm>
            <a:custGeom>
              <a:avLst/>
              <a:gdLst>
                <a:gd name="T0" fmla="*/ 115 w 115"/>
                <a:gd name="T1" fmla="*/ 0 h 179"/>
                <a:gd name="T2" fmla="*/ 59 w 115"/>
                <a:gd name="T3" fmla="*/ 141 h 179"/>
                <a:gd name="T4" fmla="*/ 17 w 115"/>
                <a:gd name="T5" fmla="*/ 179 h 179"/>
                <a:gd name="T6" fmla="*/ 4 w 115"/>
                <a:gd name="T7" fmla="*/ 178 h 179"/>
                <a:gd name="T8" fmla="*/ 4 w 115"/>
                <a:gd name="T9" fmla="*/ 160 h 179"/>
                <a:gd name="T10" fmla="*/ 15 w 115"/>
                <a:gd name="T11" fmla="*/ 162 h 179"/>
                <a:gd name="T12" fmla="*/ 38 w 115"/>
                <a:gd name="T13" fmla="*/ 145 h 179"/>
                <a:gd name="T14" fmla="*/ 47 w 115"/>
                <a:gd name="T15" fmla="*/ 122 h 179"/>
                <a:gd name="T16" fmla="*/ 0 w 115"/>
                <a:gd name="T17" fmla="*/ 0 h 179"/>
                <a:gd name="T18" fmla="*/ 21 w 115"/>
                <a:gd name="T19" fmla="*/ 0 h 179"/>
                <a:gd name="T20" fmla="*/ 54 w 115"/>
                <a:gd name="T21" fmla="*/ 94 h 179"/>
                <a:gd name="T22" fmla="*/ 57 w 115"/>
                <a:gd name="T23" fmla="*/ 103 h 179"/>
                <a:gd name="T24" fmla="*/ 58 w 115"/>
                <a:gd name="T25" fmla="*/ 103 h 179"/>
                <a:gd name="T26" fmla="*/ 60 w 115"/>
                <a:gd name="T27" fmla="*/ 94 h 179"/>
                <a:gd name="T28" fmla="*/ 95 w 115"/>
                <a:gd name="T29" fmla="*/ 0 h 179"/>
                <a:gd name="T30" fmla="*/ 115 w 115"/>
                <a:gd name="T31"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179">
                  <a:moveTo>
                    <a:pt x="115" y="0"/>
                  </a:moveTo>
                  <a:cubicBezTo>
                    <a:pt x="59" y="141"/>
                    <a:pt x="59" y="141"/>
                    <a:pt x="59" y="141"/>
                  </a:cubicBezTo>
                  <a:cubicBezTo>
                    <a:pt x="49" y="167"/>
                    <a:pt x="35" y="179"/>
                    <a:pt x="17" y="179"/>
                  </a:cubicBezTo>
                  <a:cubicBezTo>
                    <a:pt x="11" y="179"/>
                    <a:pt x="7" y="179"/>
                    <a:pt x="4" y="178"/>
                  </a:cubicBezTo>
                  <a:cubicBezTo>
                    <a:pt x="4" y="160"/>
                    <a:pt x="4" y="160"/>
                    <a:pt x="4" y="160"/>
                  </a:cubicBezTo>
                  <a:cubicBezTo>
                    <a:pt x="8" y="162"/>
                    <a:pt x="12" y="162"/>
                    <a:pt x="15" y="162"/>
                  </a:cubicBezTo>
                  <a:cubicBezTo>
                    <a:pt x="25" y="162"/>
                    <a:pt x="33" y="157"/>
                    <a:pt x="38" y="145"/>
                  </a:cubicBezTo>
                  <a:cubicBezTo>
                    <a:pt x="47" y="122"/>
                    <a:pt x="47" y="122"/>
                    <a:pt x="47" y="122"/>
                  </a:cubicBezTo>
                  <a:cubicBezTo>
                    <a:pt x="0" y="0"/>
                    <a:pt x="0" y="0"/>
                    <a:pt x="0" y="0"/>
                  </a:cubicBezTo>
                  <a:cubicBezTo>
                    <a:pt x="21" y="0"/>
                    <a:pt x="21" y="0"/>
                    <a:pt x="21" y="0"/>
                  </a:cubicBezTo>
                  <a:cubicBezTo>
                    <a:pt x="54" y="94"/>
                    <a:pt x="54" y="94"/>
                    <a:pt x="54" y="94"/>
                  </a:cubicBezTo>
                  <a:cubicBezTo>
                    <a:pt x="57" y="103"/>
                    <a:pt x="57" y="103"/>
                    <a:pt x="57" y="103"/>
                  </a:cubicBezTo>
                  <a:cubicBezTo>
                    <a:pt x="58" y="103"/>
                    <a:pt x="58" y="103"/>
                    <a:pt x="58" y="103"/>
                  </a:cubicBezTo>
                  <a:cubicBezTo>
                    <a:pt x="58" y="101"/>
                    <a:pt x="59" y="98"/>
                    <a:pt x="60" y="94"/>
                  </a:cubicBezTo>
                  <a:cubicBezTo>
                    <a:pt x="95" y="0"/>
                    <a:pt x="95" y="0"/>
                    <a:pt x="95" y="0"/>
                  </a:cubicBezTo>
                  <a:lnTo>
                    <a:pt x="1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66" name="Freeform 58"/>
            <p:cNvSpPr>
              <a:spLocks/>
            </p:cNvSpPr>
            <p:nvPr userDrawn="1"/>
          </p:nvSpPr>
          <p:spPr bwMode="auto">
            <a:xfrm>
              <a:off x="2469" y="4601"/>
              <a:ext cx="140" cy="414"/>
            </a:xfrm>
            <a:custGeom>
              <a:avLst/>
              <a:gdLst>
                <a:gd name="T0" fmla="*/ 40 w 59"/>
                <a:gd name="T1" fmla="*/ 175 h 175"/>
                <a:gd name="T2" fmla="*/ 40 w 59"/>
                <a:gd name="T3" fmla="*/ 27 h 175"/>
                <a:gd name="T4" fmla="*/ 22 w 59"/>
                <a:gd name="T5" fmla="*/ 39 h 175"/>
                <a:gd name="T6" fmla="*/ 0 w 59"/>
                <a:gd name="T7" fmla="*/ 47 h 175"/>
                <a:gd name="T8" fmla="*/ 0 w 59"/>
                <a:gd name="T9" fmla="*/ 28 h 175"/>
                <a:gd name="T10" fmla="*/ 28 w 59"/>
                <a:gd name="T11" fmla="*/ 16 h 175"/>
                <a:gd name="T12" fmla="*/ 52 w 59"/>
                <a:gd name="T13" fmla="*/ 0 h 175"/>
                <a:gd name="T14" fmla="*/ 59 w 59"/>
                <a:gd name="T15" fmla="*/ 0 h 175"/>
                <a:gd name="T16" fmla="*/ 59 w 59"/>
                <a:gd name="T17" fmla="*/ 175 h 175"/>
                <a:gd name="T18" fmla="*/ 40 w 59"/>
                <a:gd name="T19"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175">
                  <a:moveTo>
                    <a:pt x="40" y="175"/>
                  </a:moveTo>
                  <a:cubicBezTo>
                    <a:pt x="40" y="27"/>
                    <a:pt x="40" y="27"/>
                    <a:pt x="40" y="27"/>
                  </a:cubicBezTo>
                  <a:cubicBezTo>
                    <a:pt x="36" y="31"/>
                    <a:pt x="30" y="34"/>
                    <a:pt x="22" y="39"/>
                  </a:cubicBezTo>
                  <a:cubicBezTo>
                    <a:pt x="14" y="43"/>
                    <a:pt x="7" y="46"/>
                    <a:pt x="0" y="47"/>
                  </a:cubicBezTo>
                  <a:cubicBezTo>
                    <a:pt x="0" y="28"/>
                    <a:pt x="0" y="28"/>
                    <a:pt x="0" y="28"/>
                  </a:cubicBezTo>
                  <a:cubicBezTo>
                    <a:pt x="9" y="25"/>
                    <a:pt x="18" y="21"/>
                    <a:pt x="28" y="16"/>
                  </a:cubicBezTo>
                  <a:cubicBezTo>
                    <a:pt x="38" y="11"/>
                    <a:pt x="46" y="5"/>
                    <a:pt x="52" y="0"/>
                  </a:cubicBezTo>
                  <a:cubicBezTo>
                    <a:pt x="59" y="0"/>
                    <a:pt x="59" y="0"/>
                    <a:pt x="59" y="0"/>
                  </a:cubicBezTo>
                  <a:cubicBezTo>
                    <a:pt x="59" y="175"/>
                    <a:pt x="59" y="175"/>
                    <a:pt x="59" y="175"/>
                  </a:cubicBezTo>
                  <a:lnTo>
                    <a:pt x="4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67" name="Freeform 59"/>
            <p:cNvSpPr>
              <a:spLocks noEditPoints="1"/>
            </p:cNvSpPr>
            <p:nvPr userDrawn="1"/>
          </p:nvSpPr>
          <p:spPr bwMode="auto">
            <a:xfrm>
              <a:off x="2696" y="4603"/>
              <a:ext cx="263" cy="419"/>
            </a:xfrm>
            <a:custGeom>
              <a:avLst/>
              <a:gdLst>
                <a:gd name="T0" fmla="*/ 111 w 111"/>
                <a:gd name="T1" fmla="*/ 88 h 177"/>
                <a:gd name="T2" fmla="*/ 96 w 111"/>
                <a:gd name="T3" fmla="*/ 153 h 177"/>
                <a:gd name="T4" fmla="*/ 54 w 111"/>
                <a:gd name="T5" fmla="*/ 177 h 177"/>
                <a:gd name="T6" fmla="*/ 14 w 111"/>
                <a:gd name="T7" fmla="*/ 155 h 177"/>
                <a:gd name="T8" fmla="*/ 0 w 111"/>
                <a:gd name="T9" fmla="*/ 92 h 177"/>
                <a:gd name="T10" fmla="*/ 14 w 111"/>
                <a:gd name="T11" fmla="*/ 24 h 177"/>
                <a:gd name="T12" fmla="*/ 57 w 111"/>
                <a:gd name="T13" fmla="*/ 0 h 177"/>
                <a:gd name="T14" fmla="*/ 111 w 111"/>
                <a:gd name="T15" fmla="*/ 88 h 177"/>
                <a:gd name="T16" fmla="*/ 91 w 111"/>
                <a:gd name="T17" fmla="*/ 90 h 177"/>
                <a:gd name="T18" fmla="*/ 56 w 111"/>
                <a:gd name="T19" fmla="*/ 17 h 177"/>
                <a:gd name="T20" fmla="*/ 20 w 111"/>
                <a:gd name="T21" fmla="*/ 91 h 177"/>
                <a:gd name="T22" fmla="*/ 55 w 111"/>
                <a:gd name="T23" fmla="*/ 160 h 177"/>
                <a:gd name="T24" fmla="*/ 91 w 111"/>
                <a:gd name="T25" fmla="*/ 9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177">
                  <a:moveTo>
                    <a:pt x="111" y="88"/>
                  </a:moveTo>
                  <a:cubicBezTo>
                    <a:pt x="111" y="116"/>
                    <a:pt x="106" y="138"/>
                    <a:pt x="96" y="153"/>
                  </a:cubicBezTo>
                  <a:cubicBezTo>
                    <a:pt x="86" y="169"/>
                    <a:pt x="72" y="177"/>
                    <a:pt x="54" y="177"/>
                  </a:cubicBezTo>
                  <a:cubicBezTo>
                    <a:pt x="36" y="177"/>
                    <a:pt x="23" y="170"/>
                    <a:pt x="14" y="155"/>
                  </a:cubicBezTo>
                  <a:cubicBezTo>
                    <a:pt x="4" y="140"/>
                    <a:pt x="0" y="119"/>
                    <a:pt x="0" y="92"/>
                  </a:cubicBezTo>
                  <a:cubicBezTo>
                    <a:pt x="0" y="62"/>
                    <a:pt x="4" y="39"/>
                    <a:pt x="14" y="24"/>
                  </a:cubicBezTo>
                  <a:cubicBezTo>
                    <a:pt x="24" y="8"/>
                    <a:pt x="38" y="0"/>
                    <a:pt x="57" y="0"/>
                  </a:cubicBezTo>
                  <a:cubicBezTo>
                    <a:pt x="93" y="0"/>
                    <a:pt x="111" y="29"/>
                    <a:pt x="111" y="88"/>
                  </a:cubicBezTo>
                  <a:close/>
                  <a:moveTo>
                    <a:pt x="91" y="90"/>
                  </a:moveTo>
                  <a:cubicBezTo>
                    <a:pt x="91" y="41"/>
                    <a:pt x="79" y="17"/>
                    <a:pt x="56" y="17"/>
                  </a:cubicBezTo>
                  <a:cubicBezTo>
                    <a:pt x="32" y="17"/>
                    <a:pt x="20" y="41"/>
                    <a:pt x="20" y="91"/>
                  </a:cubicBezTo>
                  <a:cubicBezTo>
                    <a:pt x="20" y="137"/>
                    <a:pt x="32" y="160"/>
                    <a:pt x="55" y="160"/>
                  </a:cubicBezTo>
                  <a:cubicBezTo>
                    <a:pt x="79" y="160"/>
                    <a:pt x="91" y="137"/>
                    <a:pt x="91"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68" name="Rectangle 60"/>
            <p:cNvSpPr>
              <a:spLocks noChangeArrowheads="1"/>
            </p:cNvSpPr>
            <p:nvPr userDrawn="1"/>
          </p:nvSpPr>
          <p:spPr bwMode="auto">
            <a:xfrm>
              <a:off x="3030" y="4835"/>
              <a:ext cx="154" cy="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69" name="Freeform 61"/>
            <p:cNvSpPr>
              <a:spLocks/>
            </p:cNvSpPr>
            <p:nvPr userDrawn="1"/>
          </p:nvSpPr>
          <p:spPr bwMode="auto">
            <a:xfrm>
              <a:off x="3236" y="4601"/>
              <a:ext cx="142" cy="414"/>
            </a:xfrm>
            <a:custGeom>
              <a:avLst/>
              <a:gdLst>
                <a:gd name="T0" fmla="*/ 40 w 60"/>
                <a:gd name="T1" fmla="*/ 175 h 175"/>
                <a:gd name="T2" fmla="*/ 40 w 60"/>
                <a:gd name="T3" fmla="*/ 27 h 175"/>
                <a:gd name="T4" fmla="*/ 23 w 60"/>
                <a:gd name="T5" fmla="*/ 39 h 175"/>
                <a:gd name="T6" fmla="*/ 0 w 60"/>
                <a:gd name="T7" fmla="*/ 47 h 175"/>
                <a:gd name="T8" fmla="*/ 0 w 60"/>
                <a:gd name="T9" fmla="*/ 28 h 175"/>
                <a:gd name="T10" fmla="*/ 28 w 60"/>
                <a:gd name="T11" fmla="*/ 16 h 175"/>
                <a:gd name="T12" fmla="*/ 52 w 60"/>
                <a:gd name="T13" fmla="*/ 0 h 175"/>
                <a:gd name="T14" fmla="*/ 60 w 60"/>
                <a:gd name="T15" fmla="*/ 0 h 175"/>
                <a:gd name="T16" fmla="*/ 60 w 60"/>
                <a:gd name="T17" fmla="*/ 175 h 175"/>
                <a:gd name="T18" fmla="*/ 40 w 60"/>
                <a:gd name="T19"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75">
                  <a:moveTo>
                    <a:pt x="40" y="175"/>
                  </a:moveTo>
                  <a:cubicBezTo>
                    <a:pt x="40" y="27"/>
                    <a:pt x="40" y="27"/>
                    <a:pt x="40" y="27"/>
                  </a:cubicBezTo>
                  <a:cubicBezTo>
                    <a:pt x="37" y="31"/>
                    <a:pt x="31" y="34"/>
                    <a:pt x="23" y="39"/>
                  </a:cubicBezTo>
                  <a:cubicBezTo>
                    <a:pt x="14" y="43"/>
                    <a:pt x="7" y="46"/>
                    <a:pt x="0" y="47"/>
                  </a:cubicBezTo>
                  <a:cubicBezTo>
                    <a:pt x="0" y="28"/>
                    <a:pt x="0" y="28"/>
                    <a:pt x="0" y="28"/>
                  </a:cubicBezTo>
                  <a:cubicBezTo>
                    <a:pt x="9" y="25"/>
                    <a:pt x="18" y="21"/>
                    <a:pt x="28" y="16"/>
                  </a:cubicBezTo>
                  <a:cubicBezTo>
                    <a:pt x="38" y="11"/>
                    <a:pt x="46" y="5"/>
                    <a:pt x="52" y="0"/>
                  </a:cubicBezTo>
                  <a:cubicBezTo>
                    <a:pt x="60" y="0"/>
                    <a:pt x="60" y="0"/>
                    <a:pt x="60" y="0"/>
                  </a:cubicBezTo>
                  <a:cubicBezTo>
                    <a:pt x="60" y="175"/>
                    <a:pt x="60" y="175"/>
                    <a:pt x="60" y="175"/>
                  </a:cubicBezTo>
                  <a:lnTo>
                    <a:pt x="4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70" name="Freeform 62"/>
            <p:cNvSpPr>
              <a:spLocks noEditPoints="1"/>
            </p:cNvSpPr>
            <p:nvPr userDrawn="1"/>
          </p:nvSpPr>
          <p:spPr bwMode="auto">
            <a:xfrm>
              <a:off x="3453" y="4610"/>
              <a:ext cx="298" cy="405"/>
            </a:xfrm>
            <a:custGeom>
              <a:avLst/>
              <a:gdLst>
                <a:gd name="T0" fmla="*/ 99 w 126"/>
                <a:gd name="T1" fmla="*/ 0 h 171"/>
                <a:gd name="T2" fmla="*/ 99 w 126"/>
                <a:gd name="T3" fmla="*/ 113 h 171"/>
                <a:gd name="T4" fmla="*/ 126 w 126"/>
                <a:gd name="T5" fmla="*/ 113 h 171"/>
                <a:gd name="T6" fmla="*/ 126 w 126"/>
                <a:gd name="T7" fmla="*/ 131 h 171"/>
                <a:gd name="T8" fmla="*/ 99 w 126"/>
                <a:gd name="T9" fmla="*/ 131 h 171"/>
                <a:gd name="T10" fmla="*/ 99 w 126"/>
                <a:gd name="T11" fmla="*/ 171 h 171"/>
                <a:gd name="T12" fmla="*/ 80 w 126"/>
                <a:gd name="T13" fmla="*/ 171 h 171"/>
                <a:gd name="T14" fmla="*/ 80 w 126"/>
                <a:gd name="T15" fmla="*/ 131 h 171"/>
                <a:gd name="T16" fmla="*/ 0 w 126"/>
                <a:gd name="T17" fmla="*/ 131 h 171"/>
                <a:gd name="T18" fmla="*/ 0 w 126"/>
                <a:gd name="T19" fmla="*/ 114 h 171"/>
                <a:gd name="T20" fmla="*/ 46 w 126"/>
                <a:gd name="T21" fmla="*/ 55 h 171"/>
                <a:gd name="T22" fmla="*/ 78 w 126"/>
                <a:gd name="T23" fmla="*/ 0 h 171"/>
                <a:gd name="T24" fmla="*/ 99 w 126"/>
                <a:gd name="T25" fmla="*/ 0 h 171"/>
                <a:gd name="T26" fmla="*/ 22 w 126"/>
                <a:gd name="T27" fmla="*/ 113 h 171"/>
                <a:gd name="T28" fmla="*/ 80 w 126"/>
                <a:gd name="T29" fmla="*/ 113 h 171"/>
                <a:gd name="T30" fmla="*/ 80 w 126"/>
                <a:gd name="T31" fmla="*/ 29 h 171"/>
                <a:gd name="T32" fmla="*/ 34 w 126"/>
                <a:gd name="T33" fmla="*/ 97 h 171"/>
                <a:gd name="T34" fmla="*/ 22 w 126"/>
                <a:gd name="T35"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6" h="171">
                  <a:moveTo>
                    <a:pt x="99" y="0"/>
                  </a:moveTo>
                  <a:cubicBezTo>
                    <a:pt x="99" y="113"/>
                    <a:pt x="99" y="113"/>
                    <a:pt x="99" y="113"/>
                  </a:cubicBezTo>
                  <a:cubicBezTo>
                    <a:pt x="126" y="113"/>
                    <a:pt x="126" y="113"/>
                    <a:pt x="126" y="113"/>
                  </a:cubicBezTo>
                  <a:cubicBezTo>
                    <a:pt x="126" y="131"/>
                    <a:pt x="126" y="131"/>
                    <a:pt x="126" y="131"/>
                  </a:cubicBezTo>
                  <a:cubicBezTo>
                    <a:pt x="99" y="131"/>
                    <a:pt x="99" y="131"/>
                    <a:pt x="99" y="131"/>
                  </a:cubicBezTo>
                  <a:cubicBezTo>
                    <a:pt x="99" y="171"/>
                    <a:pt x="99" y="171"/>
                    <a:pt x="99" y="171"/>
                  </a:cubicBezTo>
                  <a:cubicBezTo>
                    <a:pt x="80" y="171"/>
                    <a:pt x="80" y="171"/>
                    <a:pt x="80" y="171"/>
                  </a:cubicBezTo>
                  <a:cubicBezTo>
                    <a:pt x="80" y="131"/>
                    <a:pt x="80" y="131"/>
                    <a:pt x="80" y="131"/>
                  </a:cubicBezTo>
                  <a:cubicBezTo>
                    <a:pt x="0" y="131"/>
                    <a:pt x="0" y="131"/>
                    <a:pt x="0" y="131"/>
                  </a:cubicBezTo>
                  <a:cubicBezTo>
                    <a:pt x="0" y="114"/>
                    <a:pt x="0" y="114"/>
                    <a:pt x="0" y="114"/>
                  </a:cubicBezTo>
                  <a:cubicBezTo>
                    <a:pt x="17" y="95"/>
                    <a:pt x="32" y="75"/>
                    <a:pt x="46" y="55"/>
                  </a:cubicBezTo>
                  <a:cubicBezTo>
                    <a:pt x="60" y="34"/>
                    <a:pt x="71" y="16"/>
                    <a:pt x="78" y="0"/>
                  </a:cubicBezTo>
                  <a:lnTo>
                    <a:pt x="99" y="0"/>
                  </a:lnTo>
                  <a:close/>
                  <a:moveTo>
                    <a:pt x="22" y="113"/>
                  </a:moveTo>
                  <a:cubicBezTo>
                    <a:pt x="80" y="113"/>
                    <a:pt x="80" y="113"/>
                    <a:pt x="80" y="113"/>
                  </a:cubicBezTo>
                  <a:cubicBezTo>
                    <a:pt x="80" y="29"/>
                    <a:pt x="80" y="29"/>
                    <a:pt x="80" y="29"/>
                  </a:cubicBezTo>
                  <a:cubicBezTo>
                    <a:pt x="65" y="56"/>
                    <a:pt x="50" y="78"/>
                    <a:pt x="34" y="97"/>
                  </a:cubicBezTo>
                  <a:lnTo>
                    <a:pt x="22"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71" name="Freeform 63"/>
            <p:cNvSpPr>
              <a:spLocks/>
            </p:cNvSpPr>
            <p:nvPr userDrawn="1"/>
          </p:nvSpPr>
          <p:spPr bwMode="auto">
            <a:xfrm>
              <a:off x="3773" y="4951"/>
              <a:ext cx="78" cy="137"/>
            </a:xfrm>
            <a:custGeom>
              <a:avLst/>
              <a:gdLst>
                <a:gd name="T0" fmla="*/ 78 w 78"/>
                <a:gd name="T1" fmla="*/ 0 h 137"/>
                <a:gd name="T2" fmla="*/ 33 w 78"/>
                <a:gd name="T3" fmla="*/ 137 h 137"/>
                <a:gd name="T4" fmla="*/ 0 w 78"/>
                <a:gd name="T5" fmla="*/ 137 h 137"/>
                <a:gd name="T6" fmla="*/ 33 w 78"/>
                <a:gd name="T7" fmla="*/ 0 h 137"/>
                <a:gd name="T8" fmla="*/ 78 w 78"/>
                <a:gd name="T9" fmla="*/ 0 h 137"/>
              </a:gdLst>
              <a:ahLst/>
              <a:cxnLst>
                <a:cxn ang="0">
                  <a:pos x="T0" y="T1"/>
                </a:cxn>
                <a:cxn ang="0">
                  <a:pos x="T2" y="T3"/>
                </a:cxn>
                <a:cxn ang="0">
                  <a:pos x="T4" y="T5"/>
                </a:cxn>
                <a:cxn ang="0">
                  <a:pos x="T6" y="T7"/>
                </a:cxn>
                <a:cxn ang="0">
                  <a:pos x="T8" y="T9"/>
                </a:cxn>
              </a:cxnLst>
              <a:rect l="0" t="0" r="r" b="b"/>
              <a:pathLst>
                <a:path w="78" h="137">
                  <a:moveTo>
                    <a:pt x="78" y="0"/>
                  </a:moveTo>
                  <a:lnTo>
                    <a:pt x="33" y="137"/>
                  </a:lnTo>
                  <a:lnTo>
                    <a:pt x="0" y="137"/>
                  </a:lnTo>
                  <a:lnTo>
                    <a:pt x="33" y="0"/>
                  </a:lnTo>
                  <a:lnTo>
                    <a:pt x="7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72" name="Freeform 64"/>
            <p:cNvSpPr>
              <a:spLocks/>
            </p:cNvSpPr>
            <p:nvPr userDrawn="1"/>
          </p:nvSpPr>
          <p:spPr bwMode="auto">
            <a:xfrm>
              <a:off x="4052" y="4603"/>
              <a:ext cx="251" cy="412"/>
            </a:xfrm>
            <a:custGeom>
              <a:avLst/>
              <a:gdLst>
                <a:gd name="T0" fmla="*/ 79 w 106"/>
                <a:gd name="T1" fmla="*/ 48 h 174"/>
                <a:gd name="T2" fmla="*/ 71 w 106"/>
                <a:gd name="T3" fmla="*/ 25 h 174"/>
                <a:gd name="T4" fmla="*/ 48 w 106"/>
                <a:gd name="T5" fmla="*/ 17 h 174"/>
                <a:gd name="T6" fmla="*/ 27 w 106"/>
                <a:gd name="T7" fmla="*/ 22 h 174"/>
                <a:gd name="T8" fmla="*/ 7 w 106"/>
                <a:gd name="T9" fmla="*/ 38 h 174"/>
                <a:gd name="T10" fmla="*/ 7 w 106"/>
                <a:gd name="T11" fmla="*/ 17 h 174"/>
                <a:gd name="T12" fmla="*/ 25 w 106"/>
                <a:gd name="T13" fmla="*/ 4 h 174"/>
                <a:gd name="T14" fmla="*/ 50 w 106"/>
                <a:gd name="T15" fmla="*/ 0 h 174"/>
                <a:gd name="T16" fmla="*/ 86 w 106"/>
                <a:gd name="T17" fmla="*/ 13 h 174"/>
                <a:gd name="T18" fmla="*/ 99 w 106"/>
                <a:gd name="T19" fmla="*/ 46 h 174"/>
                <a:gd name="T20" fmla="*/ 91 w 106"/>
                <a:gd name="T21" fmla="*/ 78 h 174"/>
                <a:gd name="T22" fmla="*/ 61 w 106"/>
                <a:gd name="T23" fmla="*/ 108 h 174"/>
                <a:gd name="T24" fmla="*/ 33 w 106"/>
                <a:gd name="T25" fmla="*/ 129 h 174"/>
                <a:gd name="T26" fmla="*/ 24 w 106"/>
                <a:gd name="T27" fmla="*/ 142 h 174"/>
                <a:gd name="T28" fmla="*/ 21 w 106"/>
                <a:gd name="T29" fmla="*/ 156 h 174"/>
                <a:gd name="T30" fmla="*/ 106 w 106"/>
                <a:gd name="T31" fmla="*/ 156 h 174"/>
                <a:gd name="T32" fmla="*/ 106 w 106"/>
                <a:gd name="T33" fmla="*/ 174 h 174"/>
                <a:gd name="T34" fmla="*/ 0 w 106"/>
                <a:gd name="T35" fmla="*/ 174 h 174"/>
                <a:gd name="T36" fmla="*/ 0 w 106"/>
                <a:gd name="T37" fmla="*/ 165 h 174"/>
                <a:gd name="T38" fmla="*/ 4 w 106"/>
                <a:gd name="T39" fmla="*/ 142 h 174"/>
                <a:gd name="T40" fmla="*/ 16 w 106"/>
                <a:gd name="T41" fmla="*/ 124 h 174"/>
                <a:gd name="T42" fmla="*/ 47 w 106"/>
                <a:gd name="T43" fmla="*/ 98 h 174"/>
                <a:gd name="T44" fmla="*/ 72 w 106"/>
                <a:gd name="T45" fmla="*/ 74 h 174"/>
                <a:gd name="T46" fmla="*/ 79 w 106"/>
                <a:gd name="T47" fmla="*/ 48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174">
                  <a:moveTo>
                    <a:pt x="79" y="48"/>
                  </a:moveTo>
                  <a:cubicBezTo>
                    <a:pt x="79" y="38"/>
                    <a:pt x="77" y="31"/>
                    <a:pt x="71" y="25"/>
                  </a:cubicBezTo>
                  <a:cubicBezTo>
                    <a:pt x="65" y="19"/>
                    <a:pt x="58" y="17"/>
                    <a:pt x="48" y="17"/>
                  </a:cubicBezTo>
                  <a:cubicBezTo>
                    <a:pt x="41" y="17"/>
                    <a:pt x="34" y="19"/>
                    <a:pt x="27" y="22"/>
                  </a:cubicBezTo>
                  <a:cubicBezTo>
                    <a:pt x="19" y="26"/>
                    <a:pt x="13" y="31"/>
                    <a:pt x="7" y="38"/>
                  </a:cubicBezTo>
                  <a:cubicBezTo>
                    <a:pt x="7" y="17"/>
                    <a:pt x="7" y="17"/>
                    <a:pt x="7" y="17"/>
                  </a:cubicBezTo>
                  <a:cubicBezTo>
                    <a:pt x="13" y="11"/>
                    <a:pt x="19" y="7"/>
                    <a:pt x="25" y="4"/>
                  </a:cubicBezTo>
                  <a:cubicBezTo>
                    <a:pt x="32" y="2"/>
                    <a:pt x="41" y="0"/>
                    <a:pt x="50" y="0"/>
                  </a:cubicBezTo>
                  <a:cubicBezTo>
                    <a:pt x="65" y="0"/>
                    <a:pt x="77" y="4"/>
                    <a:pt x="86" y="13"/>
                  </a:cubicBezTo>
                  <a:cubicBezTo>
                    <a:pt x="95" y="21"/>
                    <a:pt x="99" y="32"/>
                    <a:pt x="99" y="46"/>
                  </a:cubicBezTo>
                  <a:cubicBezTo>
                    <a:pt x="99" y="58"/>
                    <a:pt x="97" y="69"/>
                    <a:pt x="91" y="78"/>
                  </a:cubicBezTo>
                  <a:cubicBezTo>
                    <a:pt x="85" y="88"/>
                    <a:pt x="75" y="97"/>
                    <a:pt x="61" y="108"/>
                  </a:cubicBezTo>
                  <a:cubicBezTo>
                    <a:pt x="47" y="118"/>
                    <a:pt x="38" y="125"/>
                    <a:pt x="33" y="129"/>
                  </a:cubicBezTo>
                  <a:cubicBezTo>
                    <a:pt x="29" y="133"/>
                    <a:pt x="25" y="138"/>
                    <a:pt x="24" y="142"/>
                  </a:cubicBezTo>
                  <a:cubicBezTo>
                    <a:pt x="22" y="146"/>
                    <a:pt x="21" y="151"/>
                    <a:pt x="21" y="156"/>
                  </a:cubicBezTo>
                  <a:cubicBezTo>
                    <a:pt x="106" y="156"/>
                    <a:pt x="106" y="156"/>
                    <a:pt x="106" y="156"/>
                  </a:cubicBezTo>
                  <a:cubicBezTo>
                    <a:pt x="106" y="174"/>
                    <a:pt x="106" y="174"/>
                    <a:pt x="106" y="174"/>
                  </a:cubicBezTo>
                  <a:cubicBezTo>
                    <a:pt x="0" y="174"/>
                    <a:pt x="0" y="174"/>
                    <a:pt x="0" y="174"/>
                  </a:cubicBezTo>
                  <a:cubicBezTo>
                    <a:pt x="0" y="165"/>
                    <a:pt x="0" y="165"/>
                    <a:pt x="0" y="165"/>
                  </a:cubicBezTo>
                  <a:cubicBezTo>
                    <a:pt x="0" y="156"/>
                    <a:pt x="2" y="149"/>
                    <a:pt x="4" y="142"/>
                  </a:cubicBezTo>
                  <a:cubicBezTo>
                    <a:pt x="6" y="136"/>
                    <a:pt x="10" y="130"/>
                    <a:pt x="16" y="124"/>
                  </a:cubicBezTo>
                  <a:cubicBezTo>
                    <a:pt x="22" y="118"/>
                    <a:pt x="32" y="109"/>
                    <a:pt x="47" y="98"/>
                  </a:cubicBezTo>
                  <a:cubicBezTo>
                    <a:pt x="59" y="90"/>
                    <a:pt x="67" y="82"/>
                    <a:pt x="72" y="74"/>
                  </a:cubicBezTo>
                  <a:cubicBezTo>
                    <a:pt x="77" y="66"/>
                    <a:pt x="79" y="58"/>
                    <a:pt x="79"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73" name="Freeform 65"/>
            <p:cNvSpPr>
              <a:spLocks noEditPoints="1"/>
            </p:cNvSpPr>
            <p:nvPr userDrawn="1"/>
          </p:nvSpPr>
          <p:spPr bwMode="auto">
            <a:xfrm>
              <a:off x="4357" y="4603"/>
              <a:ext cx="265" cy="419"/>
            </a:xfrm>
            <a:custGeom>
              <a:avLst/>
              <a:gdLst>
                <a:gd name="T0" fmla="*/ 112 w 112"/>
                <a:gd name="T1" fmla="*/ 88 h 177"/>
                <a:gd name="T2" fmla="*/ 97 w 112"/>
                <a:gd name="T3" fmla="*/ 153 h 177"/>
                <a:gd name="T4" fmla="*/ 54 w 112"/>
                <a:gd name="T5" fmla="*/ 177 h 177"/>
                <a:gd name="T6" fmla="*/ 14 w 112"/>
                <a:gd name="T7" fmla="*/ 155 h 177"/>
                <a:gd name="T8" fmla="*/ 0 w 112"/>
                <a:gd name="T9" fmla="*/ 92 h 177"/>
                <a:gd name="T10" fmla="*/ 15 w 112"/>
                <a:gd name="T11" fmla="*/ 24 h 177"/>
                <a:gd name="T12" fmla="*/ 58 w 112"/>
                <a:gd name="T13" fmla="*/ 0 h 177"/>
                <a:gd name="T14" fmla="*/ 112 w 112"/>
                <a:gd name="T15" fmla="*/ 88 h 177"/>
                <a:gd name="T16" fmla="*/ 92 w 112"/>
                <a:gd name="T17" fmla="*/ 90 h 177"/>
                <a:gd name="T18" fmla="*/ 57 w 112"/>
                <a:gd name="T19" fmla="*/ 17 h 177"/>
                <a:gd name="T20" fmla="*/ 20 w 112"/>
                <a:gd name="T21" fmla="*/ 91 h 177"/>
                <a:gd name="T22" fmla="*/ 56 w 112"/>
                <a:gd name="T23" fmla="*/ 160 h 177"/>
                <a:gd name="T24" fmla="*/ 92 w 112"/>
                <a:gd name="T25" fmla="*/ 9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2" h="177">
                  <a:moveTo>
                    <a:pt x="112" y="88"/>
                  </a:moveTo>
                  <a:cubicBezTo>
                    <a:pt x="112" y="116"/>
                    <a:pt x="107" y="138"/>
                    <a:pt x="97" y="153"/>
                  </a:cubicBezTo>
                  <a:cubicBezTo>
                    <a:pt x="87" y="169"/>
                    <a:pt x="73" y="177"/>
                    <a:pt x="54" y="177"/>
                  </a:cubicBezTo>
                  <a:cubicBezTo>
                    <a:pt x="37" y="177"/>
                    <a:pt x="24" y="170"/>
                    <a:pt x="14" y="155"/>
                  </a:cubicBezTo>
                  <a:cubicBezTo>
                    <a:pt x="5" y="140"/>
                    <a:pt x="0" y="119"/>
                    <a:pt x="0" y="92"/>
                  </a:cubicBezTo>
                  <a:cubicBezTo>
                    <a:pt x="0" y="62"/>
                    <a:pt x="5" y="39"/>
                    <a:pt x="15" y="24"/>
                  </a:cubicBezTo>
                  <a:cubicBezTo>
                    <a:pt x="25" y="8"/>
                    <a:pt x="39" y="0"/>
                    <a:pt x="58" y="0"/>
                  </a:cubicBezTo>
                  <a:cubicBezTo>
                    <a:pt x="94" y="0"/>
                    <a:pt x="112" y="29"/>
                    <a:pt x="112" y="88"/>
                  </a:cubicBezTo>
                  <a:close/>
                  <a:moveTo>
                    <a:pt x="92" y="90"/>
                  </a:moveTo>
                  <a:cubicBezTo>
                    <a:pt x="92" y="41"/>
                    <a:pt x="80" y="17"/>
                    <a:pt x="57" y="17"/>
                  </a:cubicBezTo>
                  <a:cubicBezTo>
                    <a:pt x="32" y="17"/>
                    <a:pt x="20" y="41"/>
                    <a:pt x="20" y="91"/>
                  </a:cubicBezTo>
                  <a:cubicBezTo>
                    <a:pt x="20" y="137"/>
                    <a:pt x="32" y="160"/>
                    <a:pt x="56" y="160"/>
                  </a:cubicBezTo>
                  <a:cubicBezTo>
                    <a:pt x="80" y="160"/>
                    <a:pt x="92" y="137"/>
                    <a:pt x="92"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74" name="Freeform 66"/>
            <p:cNvSpPr>
              <a:spLocks/>
            </p:cNvSpPr>
            <p:nvPr userDrawn="1"/>
          </p:nvSpPr>
          <p:spPr bwMode="auto">
            <a:xfrm>
              <a:off x="4667" y="4601"/>
              <a:ext cx="142" cy="414"/>
            </a:xfrm>
            <a:custGeom>
              <a:avLst/>
              <a:gdLst>
                <a:gd name="T0" fmla="*/ 40 w 60"/>
                <a:gd name="T1" fmla="*/ 175 h 175"/>
                <a:gd name="T2" fmla="*/ 40 w 60"/>
                <a:gd name="T3" fmla="*/ 27 h 175"/>
                <a:gd name="T4" fmla="*/ 23 w 60"/>
                <a:gd name="T5" fmla="*/ 39 h 175"/>
                <a:gd name="T6" fmla="*/ 0 w 60"/>
                <a:gd name="T7" fmla="*/ 47 h 175"/>
                <a:gd name="T8" fmla="*/ 0 w 60"/>
                <a:gd name="T9" fmla="*/ 28 h 175"/>
                <a:gd name="T10" fmla="*/ 28 w 60"/>
                <a:gd name="T11" fmla="*/ 16 h 175"/>
                <a:gd name="T12" fmla="*/ 52 w 60"/>
                <a:gd name="T13" fmla="*/ 0 h 175"/>
                <a:gd name="T14" fmla="*/ 60 w 60"/>
                <a:gd name="T15" fmla="*/ 0 h 175"/>
                <a:gd name="T16" fmla="*/ 60 w 60"/>
                <a:gd name="T17" fmla="*/ 175 h 175"/>
                <a:gd name="T18" fmla="*/ 40 w 60"/>
                <a:gd name="T19"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75">
                  <a:moveTo>
                    <a:pt x="40" y="175"/>
                  </a:moveTo>
                  <a:cubicBezTo>
                    <a:pt x="40" y="27"/>
                    <a:pt x="40" y="27"/>
                    <a:pt x="40" y="27"/>
                  </a:cubicBezTo>
                  <a:cubicBezTo>
                    <a:pt x="37" y="31"/>
                    <a:pt x="31" y="34"/>
                    <a:pt x="23" y="39"/>
                  </a:cubicBezTo>
                  <a:cubicBezTo>
                    <a:pt x="15" y="43"/>
                    <a:pt x="7" y="46"/>
                    <a:pt x="0" y="47"/>
                  </a:cubicBezTo>
                  <a:cubicBezTo>
                    <a:pt x="0" y="28"/>
                    <a:pt x="0" y="28"/>
                    <a:pt x="0" y="28"/>
                  </a:cubicBezTo>
                  <a:cubicBezTo>
                    <a:pt x="9" y="25"/>
                    <a:pt x="18" y="21"/>
                    <a:pt x="28" y="16"/>
                  </a:cubicBezTo>
                  <a:cubicBezTo>
                    <a:pt x="38" y="11"/>
                    <a:pt x="46" y="5"/>
                    <a:pt x="52" y="0"/>
                  </a:cubicBezTo>
                  <a:cubicBezTo>
                    <a:pt x="60" y="0"/>
                    <a:pt x="60" y="0"/>
                    <a:pt x="60" y="0"/>
                  </a:cubicBezTo>
                  <a:cubicBezTo>
                    <a:pt x="60" y="175"/>
                    <a:pt x="60" y="175"/>
                    <a:pt x="60" y="175"/>
                  </a:cubicBezTo>
                  <a:lnTo>
                    <a:pt x="4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sp>
          <p:nvSpPr>
            <p:cNvPr id="75" name="Freeform 67"/>
            <p:cNvSpPr>
              <a:spLocks noEditPoints="1"/>
            </p:cNvSpPr>
            <p:nvPr userDrawn="1"/>
          </p:nvSpPr>
          <p:spPr bwMode="auto">
            <a:xfrm>
              <a:off x="4901" y="4603"/>
              <a:ext cx="258" cy="419"/>
            </a:xfrm>
            <a:custGeom>
              <a:avLst/>
              <a:gdLst>
                <a:gd name="T0" fmla="*/ 109 w 109"/>
                <a:gd name="T1" fmla="*/ 120 h 177"/>
                <a:gd name="T2" fmla="*/ 102 w 109"/>
                <a:gd name="T3" fmla="*/ 149 h 177"/>
                <a:gd name="T4" fmla="*/ 82 w 109"/>
                <a:gd name="T5" fmla="*/ 170 h 177"/>
                <a:gd name="T6" fmla="*/ 55 w 109"/>
                <a:gd name="T7" fmla="*/ 177 h 177"/>
                <a:gd name="T8" fmla="*/ 15 w 109"/>
                <a:gd name="T9" fmla="*/ 156 h 177"/>
                <a:gd name="T10" fmla="*/ 0 w 109"/>
                <a:gd name="T11" fmla="*/ 99 h 177"/>
                <a:gd name="T12" fmla="*/ 9 w 109"/>
                <a:gd name="T13" fmla="*/ 47 h 177"/>
                <a:gd name="T14" fmla="*/ 33 w 109"/>
                <a:gd name="T15" fmla="*/ 12 h 177"/>
                <a:gd name="T16" fmla="*/ 70 w 109"/>
                <a:gd name="T17" fmla="*/ 0 h 177"/>
                <a:gd name="T18" fmla="*/ 98 w 109"/>
                <a:gd name="T19" fmla="*/ 5 h 177"/>
                <a:gd name="T20" fmla="*/ 98 w 109"/>
                <a:gd name="T21" fmla="*/ 23 h 177"/>
                <a:gd name="T22" fmla="*/ 70 w 109"/>
                <a:gd name="T23" fmla="*/ 17 h 177"/>
                <a:gd name="T24" fmla="*/ 34 w 109"/>
                <a:gd name="T25" fmla="*/ 37 h 177"/>
                <a:gd name="T26" fmla="*/ 20 w 109"/>
                <a:gd name="T27" fmla="*/ 91 h 177"/>
                <a:gd name="T28" fmla="*/ 21 w 109"/>
                <a:gd name="T29" fmla="*/ 91 h 177"/>
                <a:gd name="T30" fmla="*/ 60 w 109"/>
                <a:gd name="T31" fmla="*/ 67 h 177"/>
                <a:gd name="T32" fmla="*/ 95 w 109"/>
                <a:gd name="T33" fmla="*/ 81 h 177"/>
                <a:gd name="T34" fmla="*/ 109 w 109"/>
                <a:gd name="T35" fmla="*/ 120 h 177"/>
                <a:gd name="T36" fmla="*/ 89 w 109"/>
                <a:gd name="T37" fmla="*/ 122 h 177"/>
                <a:gd name="T38" fmla="*/ 80 w 109"/>
                <a:gd name="T39" fmla="*/ 94 h 177"/>
                <a:gd name="T40" fmla="*/ 55 w 109"/>
                <a:gd name="T41" fmla="*/ 84 h 177"/>
                <a:gd name="T42" fmla="*/ 31 w 109"/>
                <a:gd name="T43" fmla="*/ 94 h 177"/>
                <a:gd name="T44" fmla="*/ 21 w 109"/>
                <a:gd name="T45" fmla="*/ 118 h 177"/>
                <a:gd name="T46" fmla="*/ 31 w 109"/>
                <a:gd name="T47" fmla="*/ 148 h 177"/>
                <a:gd name="T48" fmla="*/ 56 w 109"/>
                <a:gd name="T49" fmla="*/ 160 h 177"/>
                <a:gd name="T50" fmla="*/ 79 w 109"/>
                <a:gd name="T51" fmla="*/ 150 h 177"/>
                <a:gd name="T52" fmla="*/ 89 w 109"/>
                <a:gd name="T53" fmla="*/ 122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9" h="177">
                  <a:moveTo>
                    <a:pt x="109" y="120"/>
                  </a:moveTo>
                  <a:cubicBezTo>
                    <a:pt x="109" y="130"/>
                    <a:pt x="106" y="140"/>
                    <a:pt x="102" y="149"/>
                  </a:cubicBezTo>
                  <a:cubicBezTo>
                    <a:pt x="97" y="158"/>
                    <a:pt x="90" y="165"/>
                    <a:pt x="82" y="170"/>
                  </a:cubicBezTo>
                  <a:cubicBezTo>
                    <a:pt x="74" y="174"/>
                    <a:pt x="65" y="177"/>
                    <a:pt x="55" y="177"/>
                  </a:cubicBezTo>
                  <a:cubicBezTo>
                    <a:pt x="38" y="177"/>
                    <a:pt x="24" y="170"/>
                    <a:pt x="15" y="156"/>
                  </a:cubicBezTo>
                  <a:cubicBezTo>
                    <a:pt x="5" y="143"/>
                    <a:pt x="0" y="123"/>
                    <a:pt x="0" y="99"/>
                  </a:cubicBezTo>
                  <a:cubicBezTo>
                    <a:pt x="0" y="79"/>
                    <a:pt x="3" y="62"/>
                    <a:pt x="9" y="47"/>
                  </a:cubicBezTo>
                  <a:cubicBezTo>
                    <a:pt x="14" y="32"/>
                    <a:pt x="23" y="20"/>
                    <a:pt x="33" y="12"/>
                  </a:cubicBezTo>
                  <a:cubicBezTo>
                    <a:pt x="44" y="4"/>
                    <a:pt x="56" y="0"/>
                    <a:pt x="70" y="0"/>
                  </a:cubicBezTo>
                  <a:cubicBezTo>
                    <a:pt x="81" y="0"/>
                    <a:pt x="91" y="2"/>
                    <a:pt x="98" y="5"/>
                  </a:cubicBezTo>
                  <a:cubicBezTo>
                    <a:pt x="98" y="23"/>
                    <a:pt x="98" y="23"/>
                    <a:pt x="98" y="23"/>
                  </a:cubicBezTo>
                  <a:cubicBezTo>
                    <a:pt x="89" y="19"/>
                    <a:pt x="80" y="17"/>
                    <a:pt x="70" y="17"/>
                  </a:cubicBezTo>
                  <a:cubicBezTo>
                    <a:pt x="55" y="17"/>
                    <a:pt x="43" y="23"/>
                    <a:pt x="34" y="37"/>
                  </a:cubicBezTo>
                  <a:cubicBezTo>
                    <a:pt x="25" y="51"/>
                    <a:pt x="20" y="69"/>
                    <a:pt x="20" y="91"/>
                  </a:cubicBezTo>
                  <a:cubicBezTo>
                    <a:pt x="21" y="91"/>
                    <a:pt x="21" y="91"/>
                    <a:pt x="21" y="91"/>
                  </a:cubicBezTo>
                  <a:cubicBezTo>
                    <a:pt x="29" y="75"/>
                    <a:pt x="42" y="67"/>
                    <a:pt x="60" y="67"/>
                  </a:cubicBezTo>
                  <a:cubicBezTo>
                    <a:pt x="74" y="67"/>
                    <a:pt x="86" y="72"/>
                    <a:pt x="95" y="81"/>
                  </a:cubicBezTo>
                  <a:cubicBezTo>
                    <a:pt x="104" y="91"/>
                    <a:pt x="109" y="104"/>
                    <a:pt x="109" y="120"/>
                  </a:cubicBezTo>
                  <a:close/>
                  <a:moveTo>
                    <a:pt x="89" y="122"/>
                  </a:moveTo>
                  <a:cubicBezTo>
                    <a:pt x="89" y="110"/>
                    <a:pt x="86" y="101"/>
                    <a:pt x="80" y="94"/>
                  </a:cubicBezTo>
                  <a:cubicBezTo>
                    <a:pt x="74" y="87"/>
                    <a:pt x="66" y="84"/>
                    <a:pt x="55" y="84"/>
                  </a:cubicBezTo>
                  <a:cubicBezTo>
                    <a:pt x="46" y="84"/>
                    <a:pt x="38" y="87"/>
                    <a:pt x="31" y="94"/>
                  </a:cubicBezTo>
                  <a:cubicBezTo>
                    <a:pt x="25" y="100"/>
                    <a:pt x="21" y="108"/>
                    <a:pt x="21" y="118"/>
                  </a:cubicBezTo>
                  <a:cubicBezTo>
                    <a:pt x="21" y="130"/>
                    <a:pt x="25" y="140"/>
                    <a:pt x="31" y="148"/>
                  </a:cubicBezTo>
                  <a:cubicBezTo>
                    <a:pt x="38" y="156"/>
                    <a:pt x="46" y="160"/>
                    <a:pt x="56" y="160"/>
                  </a:cubicBezTo>
                  <a:cubicBezTo>
                    <a:pt x="65" y="160"/>
                    <a:pt x="73" y="157"/>
                    <a:pt x="79" y="150"/>
                  </a:cubicBezTo>
                  <a:cubicBezTo>
                    <a:pt x="85" y="143"/>
                    <a:pt x="89" y="133"/>
                    <a:pt x="89"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65"/>
            </a:p>
          </p:txBody>
        </p:sp>
      </p:grpSp>
      <p:sp>
        <p:nvSpPr>
          <p:cNvPr id="76" name="Freeform 6"/>
          <p:cNvSpPr>
            <a:spLocks/>
          </p:cNvSpPr>
          <p:nvPr userDrawn="1"/>
        </p:nvSpPr>
        <p:spPr bwMode="auto">
          <a:xfrm>
            <a:off x="8433554" y="6059509"/>
            <a:ext cx="4669" cy="4670"/>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0" y="0"/>
                  <a:pt x="1" y="0"/>
                  <a:pt x="1" y="1"/>
                </a:cubicBezTo>
                <a:cubicBezTo>
                  <a:pt x="1" y="0"/>
                  <a:pt x="1" y="0"/>
                  <a:pt x="1" y="0"/>
                </a:cubicBezTo>
                <a:close/>
              </a:path>
            </a:pathLst>
          </a:custGeom>
          <a:solidFill>
            <a:srgbClr val="A832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4" rIns="89630" bIns="44814" numCol="1" anchor="t" anchorCtr="0" compatLnSpc="1">
            <a:prstTxWarp prst="textNoShape">
              <a:avLst/>
            </a:prstTxWarp>
          </a:bodyPr>
          <a:lstStyle/>
          <a:p>
            <a:endParaRPr lang="en-US" sz="1765"/>
          </a:p>
        </p:txBody>
      </p:sp>
      <p:sp>
        <p:nvSpPr>
          <p:cNvPr id="90" name="Freeform 19"/>
          <p:cNvSpPr>
            <a:spLocks/>
          </p:cNvSpPr>
          <p:nvPr userDrawn="1"/>
        </p:nvSpPr>
        <p:spPr bwMode="auto">
          <a:xfrm>
            <a:off x="8402429" y="5626800"/>
            <a:ext cx="4669" cy="4670"/>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0" y="0"/>
                  <a:pt x="1" y="0"/>
                  <a:pt x="1" y="1"/>
                </a:cubicBezTo>
                <a:cubicBezTo>
                  <a:pt x="1" y="0"/>
                  <a:pt x="1" y="0"/>
                  <a:pt x="1" y="0"/>
                </a:cubicBezTo>
                <a:close/>
              </a:path>
            </a:pathLst>
          </a:custGeom>
          <a:solidFill>
            <a:srgbClr val="A832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4" rIns="89630" bIns="44814" numCol="1" anchor="t" anchorCtr="0" compatLnSpc="1">
            <a:prstTxWarp prst="textNoShape">
              <a:avLst/>
            </a:prstTxWarp>
          </a:bodyPr>
          <a:lstStyle/>
          <a:p>
            <a:endParaRPr lang="en-US" sz="1765"/>
          </a:p>
        </p:txBody>
      </p:sp>
      <p:grpSp>
        <p:nvGrpSpPr>
          <p:cNvPr id="103" name="Group 102"/>
          <p:cNvGrpSpPr/>
          <p:nvPr userDrawn="1"/>
        </p:nvGrpSpPr>
        <p:grpSpPr>
          <a:xfrm>
            <a:off x="0" y="4244615"/>
            <a:ext cx="12192000" cy="2613387"/>
            <a:chOff x="0" y="4329113"/>
            <a:chExt cx="12436475" cy="2665413"/>
          </a:xfrm>
        </p:grpSpPr>
        <p:sp>
          <p:nvSpPr>
            <p:cNvPr id="92" name="Freeform 21"/>
            <p:cNvSpPr>
              <a:spLocks noEditPoints="1"/>
            </p:cNvSpPr>
            <p:nvPr userDrawn="1"/>
          </p:nvSpPr>
          <p:spPr bwMode="auto">
            <a:xfrm>
              <a:off x="3273425" y="4329113"/>
              <a:ext cx="9163050" cy="2665413"/>
            </a:xfrm>
            <a:custGeom>
              <a:avLst/>
              <a:gdLst>
                <a:gd name="T0" fmla="*/ 1597 w 1671"/>
                <a:gd name="T1" fmla="*/ 16 h 486"/>
                <a:gd name="T2" fmla="*/ 1574 w 1671"/>
                <a:gd name="T3" fmla="*/ 67 h 486"/>
                <a:gd name="T4" fmla="*/ 1470 w 1671"/>
                <a:gd name="T5" fmla="*/ 142 h 486"/>
                <a:gd name="T6" fmla="*/ 1369 w 1671"/>
                <a:gd name="T7" fmla="*/ 200 h 486"/>
                <a:gd name="T8" fmla="*/ 1309 w 1671"/>
                <a:gd name="T9" fmla="*/ 219 h 486"/>
                <a:gd name="T10" fmla="*/ 1241 w 1671"/>
                <a:gd name="T11" fmla="*/ 220 h 486"/>
                <a:gd name="T12" fmla="*/ 1143 w 1671"/>
                <a:gd name="T13" fmla="*/ 240 h 486"/>
                <a:gd name="T14" fmla="*/ 952 w 1671"/>
                <a:gd name="T15" fmla="*/ 283 h 486"/>
                <a:gd name="T16" fmla="*/ 898 w 1671"/>
                <a:gd name="T17" fmla="*/ 291 h 486"/>
                <a:gd name="T18" fmla="*/ 647 w 1671"/>
                <a:gd name="T19" fmla="*/ 226 h 486"/>
                <a:gd name="T20" fmla="*/ 248 w 1671"/>
                <a:gd name="T21" fmla="*/ 223 h 486"/>
                <a:gd name="T22" fmla="*/ 114 w 1671"/>
                <a:gd name="T23" fmla="*/ 239 h 486"/>
                <a:gd name="T24" fmla="*/ 50 w 1671"/>
                <a:gd name="T25" fmla="*/ 239 h 486"/>
                <a:gd name="T26" fmla="*/ 64 w 1671"/>
                <a:gd name="T27" fmla="*/ 486 h 486"/>
                <a:gd name="T28" fmla="*/ 114 w 1671"/>
                <a:gd name="T29" fmla="*/ 486 h 486"/>
                <a:gd name="T30" fmla="*/ 185 w 1671"/>
                <a:gd name="T31" fmla="*/ 486 h 486"/>
                <a:gd name="T32" fmla="*/ 248 w 1671"/>
                <a:gd name="T33" fmla="*/ 486 h 486"/>
                <a:gd name="T34" fmla="*/ 653 w 1671"/>
                <a:gd name="T35" fmla="*/ 486 h 486"/>
                <a:gd name="T36" fmla="*/ 727 w 1671"/>
                <a:gd name="T37" fmla="*/ 486 h 486"/>
                <a:gd name="T38" fmla="*/ 917 w 1671"/>
                <a:gd name="T39" fmla="*/ 486 h 486"/>
                <a:gd name="T40" fmla="*/ 952 w 1671"/>
                <a:gd name="T41" fmla="*/ 486 h 486"/>
                <a:gd name="T42" fmla="*/ 1091 w 1671"/>
                <a:gd name="T43" fmla="*/ 486 h 486"/>
                <a:gd name="T44" fmla="*/ 1491 w 1671"/>
                <a:gd name="T45" fmla="*/ 486 h 486"/>
                <a:gd name="T46" fmla="*/ 1571 w 1671"/>
                <a:gd name="T47" fmla="*/ 486 h 486"/>
                <a:gd name="T48" fmla="*/ 304 w 1671"/>
                <a:gd name="T49" fmla="*/ 376 h 486"/>
                <a:gd name="T50" fmla="*/ 304 w 1671"/>
                <a:gd name="T51" fmla="*/ 365 h 486"/>
                <a:gd name="T52" fmla="*/ 304 w 1671"/>
                <a:gd name="T53" fmla="*/ 354 h 486"/>
                <a:gd name="T54" fmla="*/ 334 w 1671"/>
                <a:gd name="T55" fmla="*/ 376 h 486"/>
                <a:gd name="T56" fmla="*/ 334 w 1671"/>
                <a:gd name="T57" fmla="*/ 365 h 486"/>
                <a:gd name="T58" fmla="*/ 334 w 1671"/>
                <a:gd name="T59" fmla="*/ 354 h 486"/>
                <a:gd name="T60" fmla="*/ 364 w 1671"/>
                <a:gd name="T61" fmla="*/ 376 h 486"/>
                <a:gd name="T62" fmla="*/ 364 w 1671"/>
                <a:gd name="T63" fmla="*/ 365 h 486"/>
                <a:gd name="T64" fmla="*/ 364 w 1671"/>
                <a:gd name="T65" fmla="*/ 354 h 486"/>
                <a:gd name="T66" fmla="*/ 447 w 1671"/>
                <a:gd name="T67" fmla="*/ 376 h 486"/>
                <a:gd name="T68" fmla="*/ 447 w 1671"/>
                <a:gd name="T69" fmla="*/ 365 h 486"/>
                <a:gd name="T70" fmla="*/ 447 w 1671"/>
                <a:gd name="T71" fmla="*/ 354 h 486"/>
                <a:gd name="T72" fmla="*/ 477 w 1671"/>
                <a:gd name="T73" fmla="*/ 376 h 486"/>
                <a:gd name="T74" fmla="*/ 477 w 1671"/>
                <a:gd name="T75" fmla="*/ 365 h 486"/>
                <a:gd name="T76" fmla="*/ 477 w 1671"/>
                <a:gd name="T77" fmla="*/ 354 h 486"/>
                <a:gd name="T78" fmla="*/ 507 w 1671"/>
                <a:gd name="T79" fmla="*/ 376 h 486"/>
                <a:gd name="T80" fmla="*/ 507 w 1671"/>
                <a:gd name="T81" fmla="*/ 365 h 486"/>
                <a:gd name="T82" fmla="*/ 507 w 1671"/>
                <a:gd name="T83" fmla="*/ 354 h 486"/>
                <a:gd name="T84" fmla="*/ 416 w 1671"/>
                <a:gd name="T85" fmla="*/ 246 h 486"/>
                <a:gd name="T86" fmla="*/ 568 w 1671"/>
                <a:gd name="T87" fmla="*/ 376 h 486"/>
                <a:gd name="T88" fmla="*/ 568 w 1671"/>
                <a:gd name="T89" fmla="*/ 365 h 486"/>
                <a:gd name="T90" fmla="*/ 568 w 1671"/>
                <a:gd name="T91" fmla="*/ 354 h 486"/>
                <a:gd name="T92" fmla="*/ 598 w 1671"/>
                <a:gd name="T93" fmla="*/ 376 h 486"/>
                <a:gd name="T94" fmla="*/ 598 w 1671"/>
                <a:gd name="T95" fmla="*/ 365 h 486"/>
                <a:gd name="T96" fmla="*/ 598 w 1671"/>
                <a:gd name="T97" fmla="*/ 354 h 486"/>
                <a:gd name="T98" fmla="*/ 628 w 1671"/>
                <a:gd name="T99" fmla="*/ 376 h 486"/>
                <a:gd name="T100" fmla="*/ 628 w 1671"/>
                <a:gd name="T101" fmla="*/ 365 h 486"/>
                <a:gd name="T102" fmla="*/ 628 w 1671"/>
                <a:gd name="T103" fmla="*/ 354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71" h="486">
                  <a:moveTo>
                    <a:pt x="1607" y="78"/>
                  </a:moveTo>
                  <a:cubicBezTo>
                    <a:pt x="1607" y="67"/>
                    <a:pt x="1607" y="67"/>
                    <a:pt x="1607" y="67"/>
                  </a:cubicBezTo>
                  <a:cubicBezTo>
                    <a:pt x="1598" y="67"/>
                    <a:pt x="1598" y="67"/>
                    <a:pt x="1598" y="67"/>
                  </a:cubicBezTo>
                  <a:cubicBezTo>
                    <a:pt x="1598" y="16"/>
                    <a:pt x="1598" y="16"/>
                    <a:pt x="1598" y="16"/>
                  </a:cubicBezTo>
                  <a:cubicBezTo>
                    <a:pt x="1597" y="16"/>
                    <a:pt x="1597" y="16"/>
                    <a:pt x="1597" y="16"/>
                  </a:cubicBezTo>
                  <a:cubicBezTo>
                    <a:pt x="1597" y="67"/>
                    <a:pt x="1597" y="67"/>
                    <a:pt x="1597" y="67"/>
                  </a:cubicBezTo>
                  <a:cubicBezTo>
                    <a:pt x="1577" y="67"/>
                    <a:pt x="1577" y="67"/>
                    <a:pt x="1577" y="67"/>
                  </a:cubicBezTo>
                  <a:cubicBezTo>
                    <a:pt x="1577" y="0"/>
                    <a:pt x="1577" y="0"/>
                    <a:pt x="1577" y="0"/>
                  </a:cubicBezTo>
                  <a:cubicBezTo>
                    <a:pt x="1574" y="0"/>
                    <a:pt x="1574" y="0"/>
                    <a:pt x="1574" y="0"/>
                  </a:cubicBezTo>
                  <a:cubicBezTo>
                    <a:pt x="1574" y="67"/>
                    <a:pt x="1574" y="67"/>
                    <a:pt x="1574" y="67"/>
                  </a:cubicBezTo>
                  <a:cubicBezTo>
                    <a:pt x="1567" y="67"/>
                    <a:pt x="1567" y="67"/>
                    <a:pt x="1567" y="67"/>
                  </a:cubicBezTo>
                  <a:cubicBezTo>
                    <a:pt x="1567" y="78"/>
                    <a:pt x="1567" y="78"/>
                    <a:pt x="1567" y="78"/>
                  </a:cubicBezTo>
                  <a:cubicBezTo>
                    <a:pt x="1559" y="78"/>
                    <a:pt x="1559" y="78"/>
                    <a:pt x="1559" y="78"/>
                  </a:cubicBezTo>
                  <a:cubicBezTo>
                    <a:pt x="1543" y="84"/>
                    <a:pt x="1543" y="84"/>
                    <a:pt x="1543" y="84"/>
                  </a:cubicBezTo>
                  <a:cubicBezTo>
                    <a:pt x="1470" y="142"/>
                    <a:pt x="1470" y="142"/>
                    <a:pt x="1470" y="142"/>
                  </a:cubicBezTo>
                  <a:cubicBezTo>
                    <a:pt x="1437" y="147"/>
                    <a:pt x="1437" y="147"/>
                    <a:pt x="1437" y="147"/>
                  </a:cubicBezTo>
                  <a:cubicBezTo>
                    <a:pt x="1437" y="207"/>
                    <a:pt x="1437" y="207"/>
                    <a:pt x="1437" y="207"/>
                  </a:cubicBezTo>
                  <a:cubicBezTo>
                    <a:pt x="1387" y="207"/>
                    <a:pt x="1387" y="207"/>
                    <a:pt x="1387" y="207"/>
                  </a:cubicBezTo>
                  <a:cubicBezTo>
                    <a:pt x="1380" y="200"/>
                    <a:pt x="1380" y="200"/>
                    <a:pt x="1380" y="200"/>
                  </a:cubicBezTo>
                  <a:cubicBezTo>
                    <a:pt x="1369" y="200"/>
                    <a:pt x="1369" y="200"/>
                    <a:pt x="1369" y="200"/>
                  </a:cubicBezTo>
                  <a:cubicBezTo>
                    <a:pt x="1369" y="189"/>
                    <a:pt x="1369" y="189"/>
                    <a:pt x="1369" y="189"/>
                  </a:cubicBezTo>
                  <a:cubicBezTo>
                    <a:pt x="1325" y="189"/>
                    <a:pt x="1325" y="189"/>
                    <a:pt x="1325" y="189"/>
                  </a:cubicBezTo>
                  <a:cubicBezTo>
                    <a:pt x="1325" y="199"/>
                    <a:pt x="1325" y="199"/>
                    <a:pt x="1325" y="199"/>
                  </a:cubicBezTo>
                  <a:cubicBezTo>
                    <a:pt x="1309" y="206"/>
                    <a:pt x="1309" y="206"/>
                    <a:pt x="1309" y="206"/>
                  </a:cubicBezTo>
                  <a:cubicBezTo>
                    <a:pt x="1309" y="219"/>
                    <a:pt x="1309" y="219"/>
                    <a:pt x="1309" y="219"/>
                  </a:cubicBezTo>
                  <a:cubicBezTo>
                    <a:pt x="1284" y="219"/>
                    <a:pt x="1284" y="219"/>
                    <a:pt x="1284" y="219"/>
                  </a:cubicBezTo>
                  <a:cubicBezTo>
                    <a:pt x="1284" y="205"/>
                    <a:pt x="1284" y="205"/>
                    <a:pt x="1284" y="205"/>
                  </a:cubicBezTo>
                  <a:cubicBezTo>
                    <a:pt x="1262" y="205"/>
                    <a:pt x="1262" y="205"/>
                    <a:pt x="1262" y="205"/>
                  </a:cubicBezTo>
                  <a:cubicBezTo>
                    <a:pt x="1262" y="220"/>
                    <a:pt x="1262" y="220"/>
                    <a:pt x="1262" y="220"/>
                  </a:cubicBezTo>
                  <a:cubicBezTo>
                    <a:pt x="1241" y="220"/>
                    <a:pt x="1241" y="220"/>
                    <a:pt x="1241" y="220"/>
                  </a:cubicBezTo>
                  <a:cubicBezTo>
                    <a:pt x="1241" y="234"/>
                    <a:pt x="1241" y="234"/>
                    <a:pt x="1241" y="234"/>
                  </a:cubicBezTo>
                  <a:cubicBezTo>
                    <a:pt x="1183" y="234"/>
                    <a:pt x="1183" y="234"/>
                    <a:pt x="1183" y="234"/>
                  </a:cubicBezTo>
                  <a:cubicBezTo>
                    <a:pt x="1183" y="226"/>
                    <a:pt x="1183" y="226"/>
                    <a:pt x="1183" y="226"/>
                  </a:cubicBezTo>
                  <a:cubicBezTo>
                    <a:pt x="1143" y="226"/>
                    <a:pt x="1143" y="226"/>
                    <a:pt x="1143" y="226"/>
                  </a:cubicBezTo>
                  <a:cubicBezTo>
                    <a:pt x="1143" y="240"/>
                    <a:pt x="1143" y="240"/>
                    <a:pt x="1143" y="240"/>
                  </a:cubicBezTo>
                  <a:cubicBezTo>
                    <a:pt x="1091" y="240"/>
                    <a:pt x="1091" y="240"/>
                    <a:pt x="1091" y="240"/>
                  </a:cubicBezTo>
                  <a:cubicBezTo>
                    <a:pt x="1091" y="141"/>
                    <a:pt x="1091" y="141"/>
                    <a:pt x="1091" y="141"/>
                  </a:cubicBezTo>
                  <a:cubicBezTo>
                    <a:pt x="970" y="141"/>
                    <a:pt x="970" y="141"/>
                    <a:pt x="970" y="141"/>
                  </a:cubicBezTo>
                  <a:cubicBezTo>
                    <a:pt x="970" y="283"/>
                    <a:pt x="970" y="283"/>
                    <a:pt x="970" y="283"/>
                  </a:cubicBezTo>
                  <a:cubicBezTo>
                    <a:pt x="952" y="283"/>
                    <a:pt x="952" y="283"/>
                    <a:pt x="952" y="283"/>
                  </a:cubicBezTo>
                  <a:cubicBezTo>
                    <a:pt x="952" y="294"/>
                    <a:pt x="952" y="294"/>
                    <a:pt x="952" y="294"/>
                  </a:cubicBezTo>
                  <a:cubicBezTo>
                    <a:pt x="917" y="294"/>
                    <a:pt x="917" y="294"/>
                    <a:pt x="917" y="294"/>
                  </a:cubicBezTo>
                  <a:cubicBezTo>
                    <a:pt x="917" y="316"/>
                    <a:pt x="917" y="316"/>
                    <a:pt x="917" y="316"/>
                  </a:cubicBezTo>
                  <a:cubicBezTo>
                    <a:pt x="898" y="316"/>
                    <a:pt x="898" y="316"/>
                    <a:pt x="898" y="316"/>
                  </a:cubicBezTo>
                  <a:cubicBezTo>
                    <a:pt x="898" y="291"/>
                    <a:pt x="898" y="291"/>
                    <a:pt x="898" y="291"/>
                  </a:cubicBezTo>
                  <a:cubicBezTo>
                    <a:pt x="761" y="291"/>
                    <a:pt x="761" y="291"/>
                    <a:pt x="761" y="291"/>
                  </a:cubicBezTo>
                  <a:cubicBezTo>
                    <a:pt x="761" y="281"/>
                    <a:pt x="761" y="281"/>
                    <a:pt x="761" y="281"/>
                  </a:cubicBezTo>
                  <a:cubicBezTo>
                    <a:pt x="727" y="281"/>
                    <a:pt x="727" y="281"/>
                    <a:pt x="727" y="281"/>
                  </a:cubicBezTo>
                  <a:cubicBezTo>
                    <a:pt x="727" y="226"/>
                    <a:pt x="727" y="226"/>
                    <a:pt x="727" y="226"/>
                  </a:cubicBezTo>
                  <a:cubicBezTo>
                    <a:pt x="647" y="226"/>
                    <a:pt x="647" y="226"/>
                    <a:pt x="647" y="226"/>
                  </a:cubicBezTo>
                  <a:cubicBezTo>
                    <a:pt x="647" y="294"/>
                    <a:pt x="647" y="294"/>
                    <a:pt x="647" y="294"/>
                  </a:cubicBezTo>
                  <a:cubicBezTo>
                    <a:pt x="477" y="154"/>
                    <a:pt x="326" y="244"/>
                    <a:pt x="276" y="283"/>
                  </a:cubicBezTo>
                  <a:cubicBezTo>
                    <a:pt x="276" y="247"/>
                    <a:pt x="276" y="247"/>
                    <a:pt x="276" y="247"/>
                  </a:cubicBezTo>
                  <a:cubicBezTo>
                    <a:pt x="248" y="247"/>
                    <a:pt x="248" y="247"/>
                    <a:pt x="248" y="247"/>
                  </a:cubicBezTo>
                  <a:cubicBezTo>
                    <a:pt x="248" y="223"/>
                    <a:pt x="248" y="223"/>
                    <a:pt x="248" y="223"/>
                  </a:cubicBezTo>
                  <a:cubicBezTo>
                    <a:pt x="185" y="223"/>
                    <a:pt x="185" y="223"/>
                    <a:pt x="185" y="223"/>
                  </a:cubicBezTo>
                  <a:cubicBezTo>
                    <a:pt x="185" y="353"/>
                    <a:pt x="185" y="353"/>
                    <a:pt x="185" y="353"/>
                  </a:cubicBezTo>
                  <a:cubicBezTo>
                    <a:pt x="153" y="353"/>
                    <a:pt x="153" y="353"/>
                    <a:pt x="153" y="353"/>
                  </a:cubicBezTo>
                  <a:cubicBezTo>
                    <a:pt x="153" y="239"/>
                    <a:pt x="153" y="239"/>
                    <a:pt x="153" y="239"/>
                  </a:cubicBezTo>
                  <a:cubicBezTo>
                    <a:pt x="114" y="239"/>
                    <a:pt x="114" y="239"/>
                    <a:pt x="114" y="239"/>
                  </a:cubicBezTo>
                  <a:cubicBezTo>
                    <a:pt x="114" y="199"/>
                    <a:pt x="114" y="199"/>
                    <a:pt x="114" y="199"/>
                  </a:cubicBezTo>
                  <a:cubicBezTo>
                    <a:pt x="64" y="199"/>
                    <a:pt x="64" y="199"/>
                    <a:pt x="64" y="199"/>
                  </a:cubicBezTo>
                  <a:cubicBezTo>
                    <a:pt x="64" y="343"/>
                    <a:pt x="64" y="343"/>
                    <a:pt x="64" y="343"/>
                  </a:cubicBezTo>
                  <a:cubicBezTo>
                    <a:pt x="50" y="343"/>
                    <a:pt x="50" y="343"/>
                    <a:pt x="50" y="343"/>
                  </a:cubicBezTo>
                  <a:cubicBezTo>
                    <a:pt x="50" y="239"/>
                    <a:pt x="50" y="239"/>
                    <a:pt x="50" y="239"/>
                  </a:cubicBezTo>
                  <a:cubicBezTo>
                    <a:pt x="0" y="239"/>
                    <a:pt x="0" y="239"/>
                    <a:pt x="0" y="239"/>
                  </a:cubicBezTo>
                  <a:cubicBezTo>
                    <a:pt x="0" y="486"/>
                    <a:pt x="0" y="486"/>
                    <a:pt x="0" y="486"/>
                  </a:cubicBezTo>
                  <a:cubicBezTo>
                    <a:pt x="36" y="486"/>
                    <a:pt x="36" y="486"/>
                    <a:pt x="36" y="486"/>
                  </a:cubicBezTo>
                  <a:cubicBezTo>
                    <a:pt x="50" y="486"/>
                    <a:pt x="50" y="486"/>
                    <a:pt x="50" y="486"/>
                  </a:cubicBezTo>
                  <a:cubicBezTo>
                    <a:pt x="64" y="486"/>
                    <a:pt x="64" y="486"/>
                    <a:pt x="64" y="486"/>
                  </a:cubicBezTo>
                  <a:cubicBezTo>
                    <a:pt x="66" y="486"/>
                    <a:pt x="66" y="486"/>
                    <a:pt x="66" y="486"/>
                  </a:cubicBezTo>
                  <a:cubicBezTo>
                    <a:pt x="75" y="486"/>
                    <a:pt x="75" y="486"/>
                    <a:pt x="75" y="486"/>
                  </a:cubicBezTo>
                  <a:cubicBezTo>
                    <a:pt x="103" y="486"/>
                    <a:pt x="103" y="486"/>
                    <a:pt x="103" y="486"/>
                  </a:cubicBezTo>
                  <a:cubicBezTo>
                    <a:pt x="112" y="486"/>
                    <a:pt x="112" y="486"/>
                    <a:pt x="112" y="486"/>
                  </a:cubicBezTo>
                  <a:cubicBezTo>
                    <a:pt x="114" y="486"/>
                    <a:pt x="114" y="486"/>
                    <a:pt x="114" y="486"/>
                  </a:cubicBezTo>
                  <a:cubicBezTo>
                    <a:pt x="125" y="486"/>
                    <a:pt x="125" y="486"/>
                    <a:pt x="125" y="486"/>
                  </a:cubicBezTo>
                  <a:cubicBezTo>
                    <a:pt x="141" y="486"/>
                    <a:pt x="141" y="486"/>
                    <a:pt x="141" y="486"/>
                  </a:cubicBezTo>
                  <a:cubicBezTo>
                    <a:pt x="153" y="486"/>
                    <a:pt x="153" y="486"/>
                    <a:pt x="153" y="486"/>
                  </a:cubicBezTo>
                  <a:cubicBezTo>
                    <a:pt x="165" y="486"/>
                    <a:pt x="165" y="486"/>
                    <a:pt x="165" y="486"/>
                  </a:cubicBezTo>
                  <a:cubicBezTo>
                    <a:pt x="185" y="486"/>
                    <a:pt x="185" y="486"/>
                    <a:pt x="185" y="486"/>
                  </a:cubicBezTo>
                  <a:cubicBezTo>
                    <a:pt x="192" y="486"/>
                    <a:pt x="192" y="486"/>
                    <a:pt x="192" y="486"/>
                  </a:cubicBezTo>
                  <a:cubicBezTo>
                    <a:pt x="197" y="486"/>
                    <a:pt x="197" y="486"/>
                    <a:pt x="197" y="486"/>
                  </a:cubicBezTo>
                  <a:cubicBezTo>
                    <a:pt x="219" y="486"/>
                    <a:pt x="219" y="486"/>
                    <a:pt x="219" y="486"/>
                  </a:cubicBezTo>
                  <a:cubicBezTo>
                    <a:pt x="239" y="486"/>
                    <a:pt x="239" y="486"/>
                    <a:pt x="239" y="486"/>
                  </a:cubicBezTo>
                  <a:cubicBezTo>
                    <a:pt x="248" y="486"/>
                    <a:pt x="248" y="486"/>
                    <a:pt x="248" y="486"/>
                  </a:cubicBezTo>
                  <a:cubicBezTo>
                    <a:pt x="268" y="486"/>
                    <a:pt x="268" y="486"/>
                    <a:pt x="268" y="486"/>
                  </a:cubicBezTo>
                  <a:cubicBezTo>
                    <a:pt x="276" y="486"/>
                    <a:pt x="276" y="486"/>
                    <a:pt x="276" y="486"/>
                  </a:cubicBezTo>
                  <a:cubicBezTo>
                    <a:pt x="635" y="486"/>
                    <a:pt x="635" y="486"/>
                    <a:pt x="635" y="486"/>
                  </a:cubicBezTo>
                  <a:cubicBezTo>
                    <a:pt x="647" y="486"/>
                    <a:pt x="647" y="486"/>
                    <a:pt x="647" y="486"/>
                  </a:cubicBezTo>
                  <a:cubicBezTo>
                    <a:pt x="653" y="486"/>
                    <a:pt x="653" y="486"/>
                    <a:pt x="653" y="486"/>
                  </a:cubicBezTo>
                  <a:cubicBezTo>
                    <a:pt x="665" y="486"/>
                    <a:pt x="665" y="486"/>
                    <a:pt x="665" y="486"/>
                  </a:cubicBezTo>
                  <a:cubicBezTo>
                    <a:pt x="673" y="486"/>
                    <a:pt x="673" y="486"/>
                    <a:pt x="673" y="486"/>
                  </a:cubicBezTo>
                  <a:cubicBezTo>
                    <a:pt x="703" y="486"/>
                    <a:pt x="703" y="486"/>
                    <a:pt x="703" y="486"/>
                  </a:cubicBezTo>
                  <a:cubicBezTo>
                    <a:pt x="717" y="486"/>
                    <a:pt x="717" y="486"/>
                    <a:pt x="717" y="486"/>
                  </a:cubicBezTo>
                  <a:cubicBezTo>
                    <a:pt x="727" y="486"/>
                    <a:pt x="727" y="486"/>
                    <a:pt x="727" y="486"/>
                  </a:cubicBezTo>
                  <a:cubicBezTo>
                    <a:pt x="751" y="486"/>
                    <a:pt x="751" y="486"/>
                    <a:pt x="751" y="486"/>
                  </a:cubicBezTo>
                  <a:cubicBezTo>
                    <a:pt x="761" y="486"/>
                    <a:pt x="761" y="486"/>
                    <a:pt x="761" y="486"/>
                  </a:cubicBezTo>
                  <a:cubicBezTo>
                    <a:pt x="888" y="486"/>
                    <a:pt x="888" y="486"/>
                    <a:pt x="888" y="486"/>
                  </a:cubicBezTo>
                  <a:cubicBezTo>
                    <a:pt x="898" y="486"/>
                    <a:pt x="898" y="486"/>
                    <a:pt x="898" y="486"/>
                  </a:cubicBezTo>
                  <a:cubicBezTo>
                    <a:pt x="917" y="486"/>
                    <a:pt x="917" y="486"/>
                    <a:pt x="917" y="486"/>
                  </a:cubicBezTo>
                  <a:cubicBezTo>
                    <a:pt x="926" y="486"/>
                    <a:pt x="926" y="486"/>
                    <a:pt x="926" y="486"/>
                  </a:cubicBezTo>
                  <a:cubicBezTo>
                    <a:pt x="929" y="486"/>
                    <a:pt x="929" y="486"/>
                    <a:pt x="929" y="486"/>
                  </a:cubicBezTo>
                  <a:cubicBezTo>
                    <a:pt x="930" y="486"/>
                    <a:pt x="930" y="486"/>
                    <a:pt x="930" y="486"/>
                  </a:cubicBezTo>
                  <a:cubicBezTo>
                    <a:pt x="945" y="486"/>
                    <a:pt x="945" y="486"/>
                    <a:pt x="945" y="486"/>
                  </a:cubicBezTo>
                  <a:cubicBezTo>
                    <a:pt x="952" y="486"/>
                    <a:pt x="952" y="486"/>
                    <a:pt x="952" y="486"/>
                  </a:cubicBezTo>
                  <a:cubicBezTo>
                    <a:pt x="961" y="486"/>
                    <a:pt x="961" y="486"/>
                    <a:pt x="961" y="486"/>
                  </a:cubicBezTo>
                  <a:cubicBezTo>
                    <a:pt x="970" y="486"/>
                    <a:pt x="970" y="486"/>
                    <a:pt x="970" y="486"/>
                  </a:cubicBezTo>
                  <a:cubicBezTo>
                    <a:pt x="977" y="486"/>
                    <a:pt x="977" y="486"/>
                    <a:pt x="977" y="486"/>
                  </a:cubicBezTo>
                  <a:cubicBezTo>
                    <a:pt x="1087" y="486"/>
                    <a:pt x="1087" y="486"/>
                    <a:pt x="1087" y="486"/>
                  </a:cubicBezTo>
                  <a:cubicBezTo>
                    <a:pt x="1091" y="486"/>
                    <a:pt x="1091" y="486"/>
                    <a:pt x="1091" y="486"/>
                  </a:cubicBezTo>
                  <a:cubicBezTo>
                    <a:pt x="1143" y="486"/>
                    <a:pt x="1143" y="486"/>
                    <a:pt x="1143" y="486"/>
                  </a:cubicBezTo>
                  <a:cubicBezTo>
                    <a:pt x="1147" y="486"/>
                    <a:pt x="1147" y="486"/>
                    <a:pt x="1147" y="486"/>
                  </a:cubicBezTo>
                  <a:cubicBezTo>
                    <a:pt x="1183" y="486"/>
                    <a:pt x="1183" y="486"/>
                    <a:pt x="1183" y="486"/>
                  </a:cubicBezTo>
                  <a:cubicBezTo>
                    <a:pt x="1484" y="486"/>
                    <a:pt x="1484" y="486"/>
                    <a:pt x="1484" y="486"/>
                  </a:cubicBezTo>
                  <a:cubicBezTo>
                    <a:pt x="1491" y="486"/>
                    <a:pt x="1491" y="486"/>
                    <a:pt x="1491" y="486"/>
                  </a:cubicBezTo>
                  <a:cubicBezTo>
                    <a:pt x="1494" y="486"/>
                    <a:pt x="1494" y="486"/>
                    <a:pt x="1494" y="486"/>
                  </a:cubicBezTo>
                  <a:cubicBezTo>
                    <a:pt x="1514" y="486"/>
                    <a:pt x="1514" y="486"/>
                    <a:pt x="1514" y="486"/>
                  </a:cubicBezTo>
                  <a:cubicBezTo>
                    <a:pt x="1515" y="486"/>
                    <a:pt x="1515" y="486"/>
                    <a:pt x="1515" y="486"/>
                  </a:cubicBezTo>
                  <a:cubicBezTo>
                    <a:pt x="1524" y="486"/>
                    <a:pt x="1524" y="486"/>
                    <a:pt x="1524" y="486"/>
                  </a:cubicBezTo>
                  <a:cubicBezTo>
                    <a:pt x="1571" y="486"/>
                    <a:pt x="1571" y="486"/>
                    <a:pt x="1571" y="486"/>
                  </a:cubicBezTo>
                  <a:cubicBezTo>
                    <a:pt x="1603" y="486"/>
                    <a:pt x="1603" y="486"/>
                    <a:pt x="1603" y="486"/>
                  </a:cubicBezTo>
                  <a:cubicBezTo>
                    <a:pt x="1671" y="486"/>
                    <a:pt x="1671" y="486"/>
                    <a:pt x="1671" y="486"/>
                  </a:cubicBezTo>
                  <a:cubicBezTo>
                    <a:pt x="1671" y="78"/>
                    <a:pt x="1671" y="78"/>
                    <a:pt x="1671" y="78"/>
                  </a:cubicBezTo>
                  <a:lnTo>
                    <a:pt x="1607" y="78"/>
                  </a:lnTo>
                  <a:close/>
                  <a:moveTo>
                    <a:pt x="304" y="376"/>
                  </a:moveTo>
                  <a:cubicBezTo>
                    <a:pt x="281" y="376"/>
                    <a:pt x="281" y="376"/>
                    <a:pt x="281" y="376"/>
                  </a:cubicBezTo>
                  <a:cubicBezTo>
                    <a:pt x="281" y="369"/>
                    <a:pt x="281" y="369"/>
                    <a:pt x="281" y="369"/>
                  </a:cubicBezTo>
                  <a:cubicBezTo>
                    <a:pt x="304" y="369"/>
                    <a:pt x="304" y="369"/>
                    <a:pt x="304" y="369"/>
                  </a:cubicBezTo>
                  <a:lnTo>
                    <a:pt x="304" y="376"/>
                  </a:lnTo>
                  <a:close/>
                  <a:moveTo>
                    <a:pt x="304" y="365"/>
                  </a:moveTo>
                  <a:cubicBezTo>
                    <a:pt x="281" y="365"/>
                    <a:pt x="281" y="365"/>
                    <a:pt x="281" y="365"/>
                  </a:cubicBezTo>
                  <a:cubicBezTo>
                    <a:pt x="281" y="357"/>
                    <a:pt x="281" y="357"/>
                    <a:pt x="281" y="357"/>
                  </a:cubicBezTo>
                  <a:cubicBezTo>
                    <a:pt x="304" y="357"/>
                    <a:pt x="304" y="357"/>
                    <a:pt x="304" y="357"/>
                  </a:cubicBezTo>
                  <a:lnTo>
                    <a:pt x="304" y="365"/>
                  </a:lnTo>
                  <a:close/>
                  <a:moveTo>
                    <a:pt x="304" y="354"/>
                  </a:moveTo>
                  <a:cubicBezTo>
                    <a:pt x="281" y="354"/>
                    <a:pt x="281" y="354"/>
                    <a:pt x="281" y="354"/>
                  </a:cubicBezTo>
                  <a:cubicBezTo>
                    <a:pt x="281" y="346"/>
                    <a:pt x="281" y="346"/>
                    <a:pt x="281" y="346"/>
                  </a:cubicBezTo>
                  <a:cubicBezTo>
                    <a:pt x="304" y="346"/>
                    <a:pt x="304" y="346"/>
                    <a:pt x="304" y="346"/>
                  </a:cubicBezTo>
                  <a:lnTo>
                    <a:pt x="304" y="354"/>
                  </a:lnTo>
                  <a:close/>
                  <a:moveTo>
                    <a:pt x="334" y="376"/>
                  </a:moveTo>
                  <a:cubicBezTo>
                    <a:pt x="311" y="376"/>
                    <a:pt x="311" y="376"/>
                    <a:pt x="311" y="376"/>
                  </a:cubicBezTo>
                  <a:cubicBezTo>
                    <a:pt x="311" y="369"/>
                    <a:pt x="311" y="369"/>
                    <a:pt x="311" y="369"/>
                  </a:cubicBezTo>
                  <a:cubicBezTo>
                    <a:pt x="334" y="369"/>
                    <a:pt x="334" y="369"/>
                    <a:pt x="334" y="369"/>
                  </a:cubicBezTo>
                  <a:lnTo>
                    <a:pt x="334" y="376"/>
                  </a:lnTo>
                  <a:close/>
                  <a:moveTo>
                    <a:pt x="334" y="365"/>
                  </a:moveTo>
                  <a:cubicBezTo>
                    <a:pt x="311" y="365"/>
                    <a:pt x="311" y="365"/>
                    <a:pt x="311" y="365"/>
                  </a:cubicBezTo>
                  <a:cubicBezTo>
                    <a:pt x="311" y="357"/>
                    <a:pt x="311" y="357"/>
                    <a:pt x="311" y="357"/>
                  </a:cubicBezTo>
                  <a:cubicBezTo>
                    <a:pt x="334" y="357"/>
                    <a:pt x="334" y="357"/>
                    <a:pt x="334" y="357"/>
                  </a:cubicBezTo>
                  <a:lnTo>
                    <a:pt x="334" y="365"/>
                  </a:lnTo>
                  <a:close/>
                  <a:moveTo>
                    <a:pt x="334" y="354"/>
                  </a:moveTo>
                  <a:cubicBezTo>
                    <a:pt x="311" y="354"/>
                    <a:pt x="311" y="354"/>
                    <a:pt x="311" y="354"/>
                  </a:cubicBezTo>
                  <a:cubicBezTo>
                    <a:pt x="311" y="346"/>
                    <a:pt x="311" y="346"/>
                    <a:pt x="311" y="346"/>
                  </a:cubicBezTo>
                  <a:cubicBezTo>
                    <a:pt x="334" y="346"/>
                    <a:pt x="334" y="346"/>
                    <a:pt x="334" y="346"/>
                  </a:cubicBezTo>
                  <a:lnTo>
                    <a:pt x="334" y="354"/>
                  </a:lnTo>
                  <a:close/>
                  <a:moveTo>
                    <a:pt x="364" y="376"/>
                  </a:moveTo>
                  <a:cubicBezTo>
                    <a:pt x="341" y="376"/>
                    <a:pt x="341" y="376"/>
                    <a:pt x="341" y="376"/>
                  </a:cubicBezTo>
                  <a:cubicBezTo>
                    <a:pt x="341" y="369"/>
                    <a:pt x="341" y="369"/>
                    <a:pt x="341" y="369"/>
                  </a:cubicBezTo>
                  <a:cubicBezTo>
                    <a:pt x="364" y="369"/>
                    <a:pt x="364" y="369"/>
                    <a:pt x="364" y="369"/>
                  </a:cubicBezTo>
                  <a:lnTo>
                    <a:pt x="364" y="376"/>
                  </a:lnTo>
                  <a:close/>
                  <a:moveTo>
                    <a:pt x="364" y="365"/>
                  </a:moveTo>
                  <a:cubicBezTo>
                    <a:pt x="341" y="365"/>
                    <a:pt x="341" y="365"/>
                    <a:pt x="341" y="365"/>
                  </a:cubicBezTo>
                  <a:cubicBezTo>
                    <a:pt x="341" y="357"/>
                    <a:pt x="341" y="357"/>
                    <a:pt x="341" y="357"/>
                  </a:cubicBezTo>
                  <a:cubicBezTo>
                    <a:pt x="364" y="357"/>
                    <a:pt x="364" y="357"/>
                    <a:pt x="364" y="357"/>
                  </a:cubicBezTo>
                  <a:lnTo>
                    <a:pt x="364" y="365"/>
                  </a:lnTo>
                  <a:close/>
                  <a:moveTo>
                    <a:pt x="364" y="354"/>
                  </a:moveTo>
                  <a:cubicBezTo>
                    <a:pt x="341" y="354"/>
                    <a:pt x="341" y="354"/>
                    <a:pt x="341" y="354"/>
                  </a:cubicBezTo>
                  <a:cubicBezTo>
                    <a:pt x="341" y="346"/>
                    <a:pt x="341" y="346"/>
                    <a:pt x="341" y="346"/>
                  </a:cubicBezTo>
                  <a:cubicBezTo>
                    <a:pt x="364" y="346"/>
                    <a:pt x="364" y="346"/>
                    <a:pt x="364" y="346"/>
                  </a:cubicBezTo>
                  <a:lnTo>
                    <a:pt x="364" y="354"/>
                  </a:lnTo>
                  <a:close/>
                  <a:moveTo>
                    <a:pt x="447" y="376"/>
                  </a:moveTo>
                  <a:cubicBezTo>
                    <a:pt x="424" y="376"/>
                    <a:pt x="424" y="376"/>
                    <a:pt x="424" y="376"/>
                  </a:cubicBezTo>
                  <a:cubicBezTo>
                    <a:pt x="424" y="369"/>
                    <a:pt x="424" y="369"/>
                    <a:pt x="424" y="369"/>
                  </a:cubicBezTo>
                  <a:cubicBezTo>
                    <a:pt x="447" y="369"/>
                    <a:pt x="447" y="369"/>
                    <a:pt x="447" y="369"/>
                  </a:cubicBezTo>
                  <a:lnTo>
                    <a:pt x="447" y="376"/>
                  </a:lnTo>
                  <a:close/>
                  <a:moveTo>
                    <a:pt x="447" y="365"/>
                  </a:moveTo>
                  <a:cubicBezTo>
                    <a:pt x="424" y="365"/>
                    <a:pt x="424" y="365"/>
                    <a:pt x="424" y="365"/>
                  </a:cubicBezTo>
                  <a:cubicBezTo>
                    <a:pt x="424" y="357"/>
                    <a:pt x="424" y="357"/>
                    <a:pt x="424" y="357"/>
                  </a:cubicBezTo>
                  <a:cubicBezTo>
                    <a:pt x="447" y="357"/>
                    <a:pt x="447" y="357"/>
                    <a:pt x="447" y="357"/>
                  </a:cubicBezTo>
                  <a:lnTo>
                    <a:pt x="447" y="365"/>
                  </a:lnTo>
                  <a:close/>
                  <a:moveTo>
                    <a:pt x="447" y="354"/>
                  </a:moveTo>
                  <a:cubicBezTo>
                    <a:pt x="424" y="354"/>
                    <a:pt x="424" y="354"/>
                    <a:pt x="424" y="354"/>
                  </a:cubicBezTo>
                  <a:cubicBezTo>
                    <a:pt x="424" y="346"/>
                    <a:pt x="424" y="346"/>
                    <a:pt x="424" y="346"/>
                  </a:cubicBezTo>
                  <a:cubicBezTo>
                    <a:pt x="447" y="346"/>
                    <a:pt x="447" y="346"/>
                    <a:pt x="447" y="346"/>
                  </a:cubicBezTo>
                  <a:lnTo>
                    <a:pt x="447" y="354"/>
                  </a:lnTo>
                  <a:close/>
                  <a:moveTo>
                    <a:pt x="477" y="376"/>
                  </a:moveTo>
                  <a:cubicBezTo>
                    <a:pt x="454" y="376"/>
                    <a:pt x="454" y="376"/>
                    <a:pt x="454" y="376"/>
                  </a:cubicBezTo>
                  <a:cubicBezTo>
                    <a:pt x="454" y="369"/>
                    <a:pt x="454" y="369"/>
                    <a:pt x="454" y="369"/>
                  </a:cubicBezTo>
                  <a:cubicBezTo>
                    <a:pt x="477" y="369"/>
                    <a:pt x="477" y="369"/>
                    <a:pt x="477" y="369"/>
                  </a:cubicBezTo>
                  <a:lnTo>
                    <a:pt x="477" y="376"/>
                  </a:lnTo>
                  <a:close/>
                  <a:moveTo>
                    <a:pt x="477" y="365"/>
                  </a:moveTo>
                  <a:cubicBezTo>
                    <a:pt x="454" y="365"/>
                    <a:pt x="454" y="365"/>
                    <a:pt x="454" y="365"/>
                  </a:cubicBezTo>
                  <a:cubicBezTo>
                    <a:pt x="454" y="357"/>
                    <a:pt x="454" y="357"/>
                    <a:pt x="454" y="357"/>
                  </a:cubicBezTo>
                  <a:cubicBezTo>
                    <a:pt x="477" y="357"/>
                    <a:pt x="477" y="357"/>
                    <a:pt x="477" y="357"/>
                  </a:cubicBezTo>
                  <a:lnTo>
                    <a:pt x="477" y="365"/>
                  </a:lnTo>
                  <a:close/>
                  <a:moveTo>
                    <a:pt x="477" y="354"/>
                  </a:moveTo>
                  <a:cubicBezTo>
                    <a:pt x="454" y="354"/>
                    <a:pt x="454" y="354"/>
                    <a:pt x="454" y="354"/>
                  </a:cubicBezTo>
                  <a:cubicBezTo>
                    <a:pt x="454" y="346"/>
                    <a:pt x="454" y="346"/>
                    <a:pt x="454" y="346"/>
                  </a:cubicBezTo>
                  <a:cubicBezTo>
                    <a:pt x="477" y="346"/>
                    <a:pt x="477" y="346"/>
                    <a:pt x="477" y="346"/>
                  </a:cubicBezTo>
                  <a:lnTo>
                    <a:pt x="477" y="354"/>
                  </a:lnTo>
                  <a:close/>
                  <a:moveTo>
                    <a:pt x="507" y="376"/>
                  </a:moveTo>
                  <a:cubicBezTo>
                    <a:pt x="484" y="376"/>
                    <a:pt x="484" y="376"/>
                    <a:pt x="484" y="376"/>
                  </a:cubicBezTo>
                  <a:cubicBezTo>
                    <a:pt x="484" y="369"/>
                    <a:pt x="484" y="369"/>
                    <a:pt x="484" y="369"/>
                  </a:cubicBezTo>
                  <a:cubicBezTo>
                    <a:pt x="507" y="369"/>
                    <a:pt x="507" y="369"/>
                    <a:pt x="507" y="369"/>
                  </a:cubicBezTo>
                  <a:lnTo>
                    <a:pt x="507" y="376"/>
                  </a:lnTo>
                  <a:close/>
                  <a:moveTo>
                    <a:pt x="507" y="365"/>
                  </a:moveTo>
                  <a:cubicBezTo>
                    <a:pt x="484" y="365"/>
                    <a:pt x="484" y="365"/>
                    <a:pt x="484" y="365"/>
                  </a:cubicBezTo>
                  <a:cubicBezTo>
                    <a:pt x="484" y="357"/>
                    <a:pt x="484" y="357"/>
                    <a:pt x="484" y="357"/>
                  </a:cubicBezTo>
                  <a:cubicBezTo>
                    <a:pt x="507" y="357"/>
                    <a:pt x="507" y="357"/>
                    <a:pt x="507" y="357"/>
                  </a:cubicBezTo>
                  <a:lnTo>
                    <a:pt x="507" y="365"/>
                  </a:lnTo>
                  <a:close/>
                  <a:moveTo>
                    <a:pt x="507" y="354"/>
                  </a:moveTo>
                  <a:cubicBezTo>
                    <a:pt x="484" y="354"/>
                    <a:pt x="484" y="354"/>
                    <a:pt x="484" y="354"/>
                  </a:cubicBezTo>
                  <a:cubicBezTo>
                    <a:pt x="484" y="346"/>
                    <a:pt x="484" y="346"/>
                    <a:pt x="484" y="346"/>
                  </a:cubicBezTo>
                  <a:cubicBezTo>
                    <a:pt x="507" y="346"/>
                    <a:pt x="507" y="346"/>
                    <a:pt x="507" y="346"/>
                  </a:cubicBezTo>
                  <a:lnTo>
                    <a:pt x="507" y="354"/>
                  </a:lnTo>
                  <a:close/>
                  <a:moveTo>
                    <a:pt x="416" y="246"/>
                  </a:moveTo>
                  <a:cubicBezTo>
                    <a:pt x="551" y="224"/>
                    <a:pt x="641" y="326"/>
                    <a:pt x="641" y="326"/>
                  </a:cubicBezTo>
                  <a:cubicBezTo>
                    <a:pt x="511" y="326"/>
                    <a:pt x="511" y="326"/>
                    <a:pt x="511" y="326"/>
                  </a:cubicBezTo>
                  <a:cubicBezTo>
                    <a:pt x="482" y="263"/>
                    <a:pt x="416" y="246"/>
                    <a:pt x="416" y="246"/>
                  </a:cubicBezTo>
                  <a:close/>
                  <a:moveTo>
                    <a:pt x="590" y="376"/>
                  </a:moveTo>
                  <a:cubicBezTo>
                    <a:pt x="568" y="376"/>
                    <a:pt x="568" y="376"/>
                    <a:pt x="568" y="376"/>
                  </a:cubicBezTo>
                  <a:cubicBezTo>
                    <a:pt x="568" y="369"/>
                    <a:pt x="568" y="369"/>
                    <a:pt x="568" y="369"/>
                  </a:cubicBezTo>
                  <a:cubicBezTo>
                    <a:pt x="590" y="369"/>
                    <a:pt x="590" y="369"/>
                    <a:pt x="590" y="369"/>
                  </a:cubicBezTo>
                  <a:lnTo>
                    <a:pt x="590" y="376"/>
                  </a:lnTo>
                  <a:close/>
                  <a:moveTo>
                    <a:pt x="590" y="365"/>
                  </a:moveTo>
                  <a:cubicBezTo>
                    <a:pt x="568" y="365"/>
                    <a:pt x="568" y="365"/>
                    <a:pt x="568" y="365"/>
                  </a:cubicBezTo>
                  <a:cubicBezTo>
                    <a:pt x="568" y="357"/>
                    <a:pt x="568" y="357"/>
                    <a:pt x="568" y="357"/>
                  </a:cubicBezTo>
                  <a:cubicBezTo>
                    <a:pt x="590" y="357"/>
                    <a:pt x="590" y="357"/>
                    <a:pt x="590" y="357"/>
                  </a:cubicBezTo>
                  <a:lnTo>
                    <a:pt x="590" y="365"/>
                  </a:lnTo>
                  <a:close/>
                  <a:moveTo>
                    <a:pt x="590" y="354"/>
                  </a:moveTo>
                  <a:cubicBezTo>
                    <a:pt x="568" y="354"/>
                    <a:pt x="568" y="354"/>
                    <a:pt x="568" y="354"/>
                  </a:cubicBezTo>
                  <a:cubicBezTo>
                    <a:pt x="568" y="346"/>
                    <a:pt x="568" y="346"/>
                    <a:pt x="568" y="346"/>
                  </a:cubicBezTo>
                  <a:cubicBezTo>
                    <a:pt x="590" y="346"/>
                    <a:pt x="590" y="346"/>
                    <a:pt x="590" y="346"/>
                  </a:cubicBezTo>
                  <a:lnTo>
                    <a:pt x="590" y="354"/>
                  </a:lnTo>
                  <a:close/>
                  <a:moveTo>
                    <a:pt x="620" y="376"/>
                  </a:moveTo>
                  <a:cubicBezTo>
                    <a:pt x="598" y="376"/>
                    <a:pt x="598" y="376"/>
                    <a:pt x="598" y="376"/>
                  </a:cubicBezTo>
                  <a:cubicBezTo>
                    <a:pt x="598" y="369"/>
                    <a:pt x="598" y="369"/>
                    <a:pt x="598" y="369"/>
                  </a:cubicBezTo>
                  <a:cubicBezTo>
                    <a:pt x="620" y="369"/>
                    <a:pt x="620" y="369"/>
                    <a:pt x="620" y="369"/>
                  </a:cubicBezTo>
                  <a:lnTo>
                    <a:pt x="620" y="376"/>
                  </a:lnTo>
                  <a:close/>
                  <a:moveTo>
                    <a:pt x="620" y="365"/>
                  </a:moveTo>
                  <a:cubicBezTo>
                    <a:pt x="598" y="365"/>
                    <a:pt x="598" y="365"/>
                    <a:pt x="598" y="365"/>
                  </a:cubicBezTo>
                  <a:cubicBezTo>
                    <a:pt x="598" y="357"/>
                    <a:pt x="598" y="357"/>
                    <a:pt x="598" y="357"/>
                  </a:cubicBezTo>
                  <a:cubicBezTo>
                    <a:pt x="620" y="357"/>
                    <a:pt x="620" y="357"/>
                    <a:pt x="620" y="357"/>
                  </a:cubicBezTo>
                  <a:lnTo>
                    <a:pt x="620" y="365"/>
                  </a:lnTo>
                  <a:close/>
                  <a:moveTo>
                    <a:pt x="620" y="354"/>
                  </a:moveTo>
                  <a:cubicBezTo>
                    <a:pt x="598" y="354"/>
                    <a:pt x="598" y="354"/>
                    <a:pt x="598" y="354"/>
                  </a:cubicBezTo>
                  <a:cubicBezTo>
                    <a:pt x="598" y="346"/>
                    <a:pt x="598" y="346"/>
                    <a:pt x="598" y="346"/>
                  </a:cubicBezTo>
                  <a:cubicBezTo>
                    <a:pt x="620" y="346"/>
                    <a:pt x="620" y="346"/>
                    <a:pt x="620" y="346"/>
                  </a:cubicBezTo>
                  <a:lnTo>
                    <a:pt x="620" y="354"/>
                  </a:lnTo>
                  <a:close/>
                  <a:moveTo>
                    <a:pt x="650" y="376"/>
                  </a:moveTo>
                  <a:cubicBezTo>
                    <a:pt x="628" y="376"/>
                    <a:pt x="628" y="376"/>
                    <a:pt x="628" y="376"/>
                  </a:cubicBezTo>
                  <a:cubicBezTo>
                    <a:pt x="628" y="369"/>
                    <a:pt x="628" y="369"/>
                    <a:pt x="628" y="369"/>
                  </a:cubicBezTo>
                  <a:cubicBezTo>
                    <a:pt x="650" y="369"/>
                    <a:pt x="650" y="369"/>
                    <a:pt x="650" y="369"/>
                  </a:cubicBezTo>
                  <a:lnTo>
                    <a:pt x="650" y="376"/>
                  </a:lnTo>
                  <a:close/>
                  <a:moveTo>
                    <a:pt x="650" y="365"/>
                  </a:moveTo>
                  <a:cubicBezTo>
                    <a:pt x="628" y="365"/>
                    <a:pt x="628" y="365"/>
                    <a:pt x="628" y="365"/>
                  </a:cubicBezTo>
                  <a:cubicBezTo>
                    <a:pt x="628" y="357"/>
                    <a:pt x="628" y="357"/>
                    <a:pt x="628" y="357"/>
                  </a:cubicBezTo>
                  <a:cubicBezTo>
                    <a:pt x="650" y="357"/>
                    <a:pt x="650" y="357"/>
                    <a:pt x="650" y="357"/>
                  </a:cubicBezTo>
                  <a:lnTo>
                    <a:pt x="650" y="365"/>
                  </a:lnTo>
                  <a:close/>
                  <a:moveTo>
                    <a:pt x="650" y="354"/>
                  </a:moveTo>
                  <a:cubicBezTo>
                    <a:pt x="628" y="354"/>
                    <a:pt x="628" y="354"/>
                    <a:pt x="628" y="354"/>
                  </a:cubicBezTo>
                  <a:cubicBezTo>
                    <a:pt x="628" y="346"/>
                    <a:pt x="628" y="346"/>
                    <a:pt x="628" y="346"/>
                  </a:cubicBezTo>
                  <a:cubicBezTo>
                    <a:pt x="650" y="346"/>
                    <a:pt x="650" y="346"/>
                    <a:pt x="650" y="346"/>
                  </a:cubicBezTo>
                  <a:lnTo>
                    <a:pt x="650" y="354"/>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567"/>
            </a:p>
          </p:txBody>
        </p:sp>
        <p:grpSp>
          <p:nvGrpSpPr>
            <p:cNvPr id="102" name="Group 101"/>
            <p:cNvGrpSpPr/>
            <p:nvPr userDrawn="1"/>
          </p:nvGrpSpPr>
          <p:grpSpPr>
            <a:xfrm>
              <a:off x="0" y="5397500"/>
              <a:ext cx="3292189" cy="1597025"/>
              <a:chOff x="0" y="5691798"/>
              <a:chExt cx="3292189" cy="1302727"/>
            </a:xfrm>
          </p:grpSpPr>
          <p:sp>
            <p:nvSpPr>
              <p:cNvPr id="94" name="Rectangle 93"/>
              <p:cNvSpPr/>
              <p:nvPr userDrawn="1"/>
            </p:nvSpPr>
            <p:spPr bwMode="auto">
              <a:xfrm>
                <a:off x="2560677" y="6148993"/>
                <a:ext cx="731512" cy="845532"/>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67" err="1">
                  <a:solidFill>
                    <a:schemeClr val="tx1"/>
                  </a:solidFill>
                </a:endParaRPr>
              </a:p>
            </p:txBody>
          </p:sp>
          <p:sp>
            <p:nvSpPr>
              <p:cNvPr id="95" name="Rectangle 94"/>
              <p:cNvSpPr/>
              <p:nvPr userDrawn="1"/>
            </p:nvSpPr>
            <p:spPr bwMode="auto">
              <a:xfrm>
                <a:off x="2012043" y="5966115"/>
                <a:ext cx="731512" cy="1028410"/>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67" err="1">
                  <a:solidFill>
                    <a:schemeClr val="tx1"/>
                  </a:solidFill>
                </a:endParaRPr>
              </a:p>
            </p:txBody>
          </p:sp>
          <p:sp>
            <p:nvSpPr>
              <p:cNvPr id="96" name="Rectangle 95"/>
              <p:cNvSpPr/>
              <p:nvPr userDrawn="1"/>
            </p:nvSpPr>
            <p:spPr bwMode="auto">
              <a:xfrm>
                <a:off x="1554847" y="5691798"/>
                <a:ext cx="457195" cy="1302727"/>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67" err="1">
                  <a:solidFill>
                    <a:schemeClr val="tx1"/>
                  </a:solidFill>
                </a:endParaRPr>
              </a:p>
            </p:txBody>
          </p:sp>
          <p:sp>
            <p:nvSpPr>
              <p:cNvPr id="97" name="Rectangle 96"/>
              <p:cNvSpPr/>
              <p:nvPr userDrawn="1"/>
            </p:nvSpPr>
            <p:spPr bwMode="auto">
              <a:xfrm>
                <a:off x="1097653" y="5966115"/>
                <a:ext cx="457195" cy="1028410"/>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67" err="1">
                  <a:solidFill>
                    <a:schemeClr val="tx1"/>
                  </a:solidFill>
                </a:endParaRPr>
              </a:p>
            </p:txBody>
          </p:sp>
          <p:sp>
            <p:nvSpPr>
              <p:cNvPr id="98" name="Rectangle 97"/>
              <p:cNvSpPr/>
              <p:nvPr userDrawn="1"/>
            </p:nvSpPr>
            <p:spPr bwMode="auto">
              <a:xfrm>
                <a:off x="823336" y="5783263"/>
                <a:ext cx="274317" cy="1211262"/>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67" err="1">
                  <a:solidFill>
                    <a:schemeClr val="tx1"/>
                  </a:solidFill>
                </a:endParaRPr>
              </a:p>
            </p:txBody>
          </p:sp>
          <p:sp>
            <p:nvSpPr>
              <p:cNvPr id="99" name="Rectangle 98"/>
              <p:cNvSpPr/>
              <p:nvPr userDrawn="1"/>
            </p:nvSpPr>
            <p:spPr bwMode="auto">
              <a:xfrm>
                <a:off x="549019" y="5691798"/>
                <a:ext cx="274317" cy="1302727"/>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67" err="1">
                  <a:solidFill>
                    <a:schemeClr val="tx1"/>
                  </a:solidFill>
                </a:endParaRPr>
              </a:p>
            </p:txBody>
          </p:sp>
          <p:sp>
            <p:nvSpPr>
              <p:cNvPr id="100" name="Rectangle 99"/>
              <p:cNvSpPr/>
              <p:nvPr userDrawn="1"/>
            </p:nvSpPr>
            <p:spPr bwMode="auto">
              <a:xfrm>
                <a:off x="0" y="5966115"/>
                <a:ext cx="731512" cy="1028410"/>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67" err="1">
                  <a:solidFill>
                    <a:schemeClr val="tx1"/>
                  </a:solidFill>
                </a:endParaRPr>
              </a:p>
            </p:txBody>
          </p:sp>
        </p:grpSp>
      </p:grpSp>
      <p:sp>
        <p:nvSpPr>
          <p:cNvPr id="3" name="TextBox 2"/>
          <p:cNvSpPr txBox="1"/>
          <p:nvPr userDrawn="1"/>
        </p:nvSpPr>
        <p:spPr>
          <a:xfrm>
            <a:off x="10395243" y="5944038"/>
            <a:ext cx="1527455" cy="622056"/>
          </a:xfrm>
          <a:prstGeom prst="rect">
            <a:avLst/>
          </a:prstGeom>
          <a:noFill/>
        </p:spPr>
        <p:txBody>
          <a:bodyPr wrap="none" lIns="179259" tIns="143407" rIns="179259" bIns="143407" rtlCol="0" anchor="b">
            <a:spAutoFit/>
          </a:bodyPr>
          <a:lstStyle/>
          <a:p>
            <a:pPr algn="r">
              <a:lnSpc>
                <a:spcPct val="90000"/>
              </a:lnSpc>
              <a:spcAft>
                <a:spcPts val="588"/>
              </a:spcAft>
            </a:pPr>
            <a:r>
              <a:rPr lang="en-US" sz="2353">
                <a:gradFill>
                  <a:gsLst>
                    <a:gs pos="2917">
                      <a:schemeClr val="tx1"/>
                    </a:gs>
                    <a:gs pos="30000">
                      <a:schemeClr val="tx1"/>
                    </a:gs>
                  </a:gsLst>
                  <a:lin ang="5400000" scaled="0"/>
                </a:gradFill>
              </a:rPr>
              <a:t>#WPC16</a:t>
            </a:r>
          </a:p>
        </p:txBody>
      </p:sp>
    </p:spTree>
    <p:extLst>
      <p:ext uri="{BB962C8B-B14F-4D97-AF65-F5344CB8AC3E}">
        <p14:creationId xmlns:p14="http://schemas.microsoft.com/office/powerpoint/2010/main" val="125567773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3" name="Text Placeholder 4"/>
          <p:cNvSpPr>
            <a:spLocks noGrp="1"/>
          </p:cNvSpPr>
          <p:nvPr>
            <p:ph type="body" sz="quarter" idx="15" hasCustomPrompt="1"/>
          </p:nvPr>
        </p:nvSpPr>
        <p:spPr bwMode="invGray">
          <a:xfrm>
            <a:off x="9233488" y="855373"/>
            <a:ext cx="2689274" cy="567015"/>
          </a:xfrm>
        </p:spPr>
        <p:txBody>
          <a:bodyPr lIns="182880" tIns="146304" rIns="182880" bIns="146304" anchor="b"/>
          <a:lstStyle>
            <a:lvl1pPr marL="0" indent="0" algn="r">
              <a:buNone/>
              <a:defRPr sz="1961">
                <a:gradFill>
                  <a:gsLst>
                    <a:gs pos="14644">
                      <a:schemeClr val="tx1"/>
                    </a:gs>
                    <a:gs pos="37000">
                      <a:schemeClr val="tx1"/>
                    </a:gs>
                  </a:gsLst>
                  <a:lin ang="5400000" scaled="0"/>
                </a:gradFill>
                <a:latin typeface="+mn-lt"/>
              </a:defRPr>
            </a:lvl1pPr>
            <a:lvl2pPr marL="336080" indent="0">
              <a:buNone/>
              <a:defRPr/>
            </a:lvl2pPr>
            <a:lvl3pPr marL="560134" indent="0">
              <a:buNone/>
              <a:defRPr/>
            </a:lvl3pPr>
            <a:lvl4pPr marL="784187" indent="0">
              <a:buNone/>
              <a:defRPr/>
            </a:lvl4pPr>
            <a:lvl5pPr marL="1008241" indent="0">
              <a:buNone/>
              <a:defRPr/>
            </a:lvl5pPr>
          </a:lstStyle>
          <a:p>
            <a:pPr lvl="0"/>
            <a:r>
              <a:rPr lang="en-US"/>
              <a:t>#hashtag</a:t>
            </a:r>
          </a:p>
        </p:txBody>
      </p:sp>
      <p:sp>
        <p:nvSpPr>
          <p:cNvPr id="15" name="Text Placeholder 4"/>
          <p:cNvSpPr>
            <a:spLocks noGrp="1"/>
          </p:cNvSpPr>
          <p:nvPr>
            <p:ph type="body" sz="quarter" idx="16" hasCustomPrompt="1"/>
          </p:nvPr>
        </p:nvSpPr>
        <p:spPr>
          <a:xfrm>
            <a:off x="8785246" y="299808"/>
            <a:ext cx="3137517" cy="567015"/>
          </a:xfrm>
        </p:spPr>
        <p:txBody>
          <a:bodyPr lIns="182880" tIns="146304" rIns="182880" bIns="146304" anchor="t"/>
          <a:lstStyle>
            <a:lvl1pPr marL="0" indent="0" algn="r">
              <a:buNone/>
              <a:defRPr sz="1961" baseline="0">
                <a:gradFill>
                  <a:gsLst>
                    <a:gs pos="90377">
                      <a:srgbClr val="F8F8F8"/>
                    </a:gs>
                    <a:gs pos="72000">
                      <a:srgbClr val="F8F8F8"/>
                    </a:gs>
                  </a:gsLst>
                  <a:lin ang="5400000" scaled="0"/>
                </a:gradFill>
                <a:latin typeface="+mn-lt"/>
              </a:defRPr>
            </a:lvl1pPr>
            <a:lvl2pPr marL="336080" indent="0">
              <a:buNone/>
              <a:defRPr/>
            </a:lvl2pPr>
            <a:lvl3pPr marL="560134" indent="0">
              <a:buNone/>
              <a:defRPr/>
            </a:lvl3pPr>
            <a:lvl4pPr marL="784187" indent="0">
              <a:buNone/>
              <a:defRPr/>
            </a:lvl4pPr>
            <a:lvl5pPr marL="1008241" indent="0">
              <a:buNone/>
              <a:defRPr/>
            </a:lvl5pPr>
          </a:lstStyle>
          <a:p>
            <a:pPr lvl="0"/>
            <a:r>
              <a:rPr lang="en-US"/>
              <a:t>Session code</a:t>
            </a:r>
          </a:p>
        </p:txBody>
      </p:sp>
      <p:pic>
        <p:nvPicPr>
          <p:cNvPr id="16" name="Picture 15" hidden="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50204" y="6119147"/>
            <a:ext cx="1253377" cy="268786"/>
          </a:xfrm>
          <a:prstGeom prst="rect">
            <a:avLst/>
          </a:prstGeom>
        </p:spPr>
      </p:pic>
      <p:pic>
        <p:nvPicPr>
          <p:cNvPr id="14" name="Picture 13"/>
          <p:cNvPicPr>
            <a:picLocks noChangeAspect="1"/>
          </p:cNvPicPr>
          <p:nvPr userDrawn="1"/>
        </p:nvPicPr>
        <p:blipFill rotWithShape="1">
          <a:blip r:embed="rId3" cstate="screen">
            <a:extLst>
              <a:ext uri="{28A0092B-C50C-407E-A947-70E740481C1C}">
                <a14:useLocalDpi xmlns:a14="http://schemas.microsoft.com/office/drawing/2010/main"/>
              </a:ext>
            </a:extLst>
          </a:blip>
          <a:srcRect b="1380"/>
          <a:stretch/>
        </p:blipFill>
        <p:spPr bwMode="invGray">
          <a:xfrm>
            <a:off x="448213" y="474730"/>
            <a:ext cx="1421436" cy="300619"/>
          </a:xfrm>
          <a:prstGeom prst="rect">
            <a:avLst/>
          </a:prstGeom>
        </p:spPr>
      </p:pic>
      <p:sp>
        <p:nvSpPr>
          <p:cNvPr id="8" name="Title 1"/>
          <p:cNvSpPr>
            <a:spLocks noGrp="1"/>
          </p:cNvSpPr>
          <p:nvPr>
            <p:ph type="title" hasCustomPrompt="1"/>
          </p:nvPr>
        </p:nvSpPr>
        <p:spPr>
          <a:xfrm>
            <a:off x="269302" y="2084187"/>
            <a:ext cx="8964185" cy="1793090"/>
          </a:xfrm>
          <a:noFill/>
        </p:spPr>
        <p:txBody>
          <a:bodyPr lIns="146304" tIns="91440" rIns="146304" bIns="91440" anchor="t" anchorCtr="0"/>
          <a:lstStyle>
            <a:lvl1pPr>
              <a:defRPr sz="5293" spc="-98" baseline="0">
                <a:gradFill>
                  <a:gsLst>
                    <a:gs pos="100000">
                      <a:schemeClr val="tx2"/>
                    </a:gs>
                    <a:gs pos="0">
                      <a:schemeClr val="tx2"/>
                    </a:gs>
                  </a:gsLst>
                  <a:lin ang="5400000" scaled="0"/>
                </a:gradFill>
              </a:defRPr>
            </a:lvl1pPr>
          </a:lstStyle>
          <a:p>
            <a:r>
              <a:rPr lang="en-US"/>
              <a:t>Presentation title</a:t>
            </a:r>
          </a:p>
        </p:txBody>
      </p:sp>
      <p:sp>
        <p:nvSpPr>
          <p:cNvPr id="9" name="Text Placeholder 4"/>
          <p:cNvSpPr>
            <a:spLocks noGrp="1"/>
          </p:cNvSpPr>
          <p:nvPr>
            <p:ph type="body" sz="quarter" idx="12" hasCustomPrompt="1"/>
          </p:nvPr>
        </p:nvSpPr>
        <p:spPr>
          <a:xfrm>
            <a:off x="269302" y="3878574"/>
            <a:ext cx="7171337" cy="1792326"/>
          </a:xfrm>
          <a:noFill/>
        </p:spPr>
        <p:txBody>
          <a:bodyPr lIns="146304" tIns="109728" rIns="146304" bIns="109728">
            <a:noAutofit/>
          </a:bodyPr>
          <a:lstStyle>
            <a:lvl1pPr marL="0" indent="0">
              <a:spcBef>
                <a:spcPts val="0"/>
              </a:spcBef>
              <a:buNone/>
              <a:defRPr sz="3136" spc="0" baseline="0">
                <a:gradFill>
                  <a:gsLst>
                    <a:gs pos="91000">
                      <a:schemeClr val="tx1"/>
                    </a:gs>
                    <a:gs pos="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62019041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69240" y="1189178"/>
            <a:ext cx="11653523" cy="1985641"/>
          </a:xfrm>
        </p:spPr>
        <p:txBody>
          <a:bodyPr/>
          <a:lstStyle>
            <a:lvl1pPr marL="0" indent="0">
              <a:buNone/>
              <a:defRPr>
                <a:gradFill>
                  <a:gsLst>
                    <a:gs pos="1250">
                      <a:schemeClr val="tx2"/>
                    </a:gs>
                    <a:gs pos="99000">
                      <a:schemeClr val="tx2"/>
                    </a:gs>
                  </a:gsLst>
                  <a:lin ang="5400000" scaled="0"/>
                </a:gradFill>
              </a:defRPr>
            </a:lvl1pPr>
            <a:lvl2pPr marL="0" indent="0">
              <a:buFontTx/>
              <a:buNone/>
              <a:defRPr sz="1961"/>
            </a:lvl2pPr>
            <a:lvl3pPr marL="224054" indent="0">
              <a:buNone/>
              <a:defRPr/>
            </a:lvl3pPr>
            <a:lvl4pPr marL="448107" indent="0">
              <a:buNone/>
              <a:defRPr/>
            </a:lvl4pPr>
            <a:lvl5pPr marL="672161"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107097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69240" y="1189178"/>
            <a:ext cx="11653523" cy="1985641"/>
          </a:xfrm>
        </p:spPr>
        <p:txBody>
          <a:bodyPr/>
          <a:lstStyle>
            <a:lvl1pPr marL="0" indent="0">
              <a:buNone/>
              <a:defRPr>
                <a:gradFill>
                  <a:gsLst>
                    <a:gs pos="1250">
                      <a:schemeClr val="tx1"/>
                    </a:gs>
                    <a:gs pos="99000">
                      <a:schemeClr val="tx1"/>
                    </a:gs>
                  </a:gsLst>
                  <a:lin ang="5400000" scaled="0"/>
                </a:gradFill>
              </a:defRPr>
            </a:lvl1pPr>
            <a:lvl2pPr marL="0" indent="0">
              <a:buFontTx/>
              <a:buNone/>
              <a:defRPr sz="1961"/>
            </a:lvl2pPr>
            <a:lvl3pPr marL="224054" indent="0">
              <a:buNone/>
              <a:defRPr/>
            </a:lvl3pPr>
            <a:lvl4pPr marL="448107" indent="0">
              <a:buNone/>
              <a:defRPr/>
            </a:lvl4pPr>
            <a:lvl5pPr marL="672161"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246331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40" y="1189177"/>
            <a:ext cx="11653523" cy="2052030"/>
          </a:xfrm>
        </p:spPr>
        <p:txBody>
          <a:bodyPr>
            <a:spAutoFit/>
          </a:bodyPr>
          <a:lstStyle>
            <a:lvl1pPr>
              <a:defRPr sz="3920">
                <a:gradFill>
                  <a:gsLst>
                    <a:gs pos="1250">
                      <a:schemeClr val="tx2"/>
                    </a:gs>
                    <a:gs pos="99000">
                      <a:schemeClr val="tx2"/>
                    </a:gs>
                  </a:gsLst>
                  <a:lin ang="5400000" scaled="0"/>
                </a:gra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536594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40" y="1189177"/>
            <a:ext cx="11653523" cy="2052030"/>
          </a:xfrm>
        </p:spPr>
        <p:txBody>
          <a:bodyPr>
            <a:spAutoFit/>
          </a:bodyPr>
          <a:lstStyle>
            <a:lvl1pPr>
              <a:defRPr sz="392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7717823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2" y="1189175"/>
            <a:ext cx="5378548" cy="1877004"/>
          </a:xfrm>
        </p:spPr>
        <p:txBody>
          <a:bodyPr wrap="square">
            <a:spAutoFit/>
          </a:bodyPr>
          <a:lstStyle>
            <a:lvl1pPr marL="0" indent="0">
              <a:spcBef>
                <a:spcPts val="1200"/>
              </a:spcBef>
              <a:buClr>
                <a:schemeClr val="tx1"/>
              </a:buClr>
              <a:buFont typeface="Wingdings" pitchFamily="2" charset="2"/>
              <a:buNone/>
              <a:defRPr sz="3136">
                <a:gradFill>
                  <a:gsLst>
                    <a:gs pos="1250">
                      <a:schemeClr val="tx2"/>
                    </a:gs>
                    <a:gs pos="99000">
                      <a:schemeClr val="tx2"/>
                    </a:gs>
                  </a:gsLst>
                  <a:lin ang="5400000" scaled="0"/>
                </a:gradFill>
              </a:defRPr>
            </a:lvl1pPr>
            <a:lvl2pPr marL="0" indent="0">
              <a:buNone/>
              <a:defRPr sz="1961"/>
            </a:lvl2pPr>
            <a:lvl3pPr marL="227165" indent="0">
              <a:buNone/>
              <a:tabLst/>
              <a:defRPr sz="1961"/>
            </a:lvl3pPr>
            <a:lvl4pPr marL="451219" indent="0">
              <a:buNone/>
              <a:defRPr/>
            </a:lvl4pPr>
            <a:lvl5pPr marL="672161"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9175"/>
            <a:ext cx="5378548" cy="1877004"/>
          </a:xfrm>
        </p:spPr>
        <p:txBody>
          <a:bodyPr wrap="square">
            <a:spAutoFit/>
          </a:bodyPr>
          <a:lstStyle>
            <a:lvl1pPr marL="0" indent="0">
              <a:spcBef>
                <a:spcPts val="1200"/>
              </a:spcBef>
              <a:buClr>
                <a:schemeClr val="tx1"/>
              </a:buClr>
              <a:buFont typeface="Wingdings" pitchFamily="2" charset="2"/>
              <a:buNone/>
              <a:defRPr sz="3136">
                <a:gradFill>
                  <a:gsLst>
                    <a:gs pos="1250">
                      <a:schemeClr val="tx2"/>
                    </a:gs>
                    <a:gs pos="99000">
                      <a:schemeClr val="tx2"/>
                    </a:gs>
                  </a:gsLst>
                  <a:lin ang="5400000" scaled="0"/>
                </a:gradFill>
              </a:defRPr>
            </a:lvl1pPr>
            <a:lvl2pPr marL="0" indent="0">
              <a:buNone/>
              <a:defRPr sz="1961"/>
            </a:lvl2pPr>
            <a:lvl3pPr marL="227165" indent="0">
              <a:buNone/>
              <a:tabLst/>
              <a:defRPr sz="1961"/>
            </a:lvl3pPr>
            <a:lvl4pPr marL="451219" indent="0">
              <a:buNone/>
              <a:defRPr/>
            </a:lvl4pPr>
            <a:lvl5pPr marL="672161"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543470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2" y="1189175"/>
            <a:ext cx="5378548" cy="1877004"/>
          </a:xfrm>
        </p:spPr>
        <p:txBody>
          <a:bodyPr wrap="square">
            <a:spAutoFit/>
          </a:bodyPr>
          <a:lstStyle>
            <a:lvl1pPr marL="0" indent="0">
              <a:spcBef>
                <a:spcPts val="1200"/>
              </a:spcBef>
              <a:buClr>
                <a:schemeClr val="tx1"/>
              </a:buClr>
              <a:buFont typeface="Wingdings" pitchFamily="2" charset="2"/>
              <a:buNone/>
              <a:defRPr sz="3136"/>
            </a:lvl1pPr>
            <a:lvl2pPr marL="0" indent="0">
              <a:buNone/>
              <a:defRPr sz="1961"/>
            </a:lvl2pPr>
            <a:lvl3pPr marL="227165" indent="0">
              <a:buNone/>
              <a:tabLst/>
              <a:defRPr sz="1961"/>
            </a:lvl3pPr>
            <a:lvl4pPr marL="451219" indent="0">
              <a:buNone/>
              <a:defRPr/>
            </a:lvl4pPr>
            <a:lvl5pPr marL="672161"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9175"/>
            <a:ext cx="5378548" cy="1877004"/>
          </a:xfrm>
        </p:spPr>
        <p:txBody>
          <a:bodyPr wrap="square">
            <a:spAutoFit/>
          </a:bodyPr>
          <a:lstStyle>
            <a:lvl1pPr marL="0" indent="0">
              <a:spcBef>
                <a:spcPts val="1200"/>
              </a:spcBef>
              <a:buClr>
                <a:schemeClr val="tx1"/>
              </a:buClr>
              <a:buFont typeface="Wingdings" pitchFamily="2" charset="2"/>
              <a:buNone/>
              <a:defRPr sz="3136"/>
            </a:lvl1pPr>
            <a:lvl2pPr marL="0" indent="0">
              <a:buNone/>
              <a:defRPr sz="1961"/>
            </a:lvl2pPr>
            <a:lvl3pPr marL="227165" indent="0">
              <a:buNone/>
              <a:tabLst/>
              <a:defRPr sz="1961"/>
            </a:lvl3pPr>
            <a:lvl4pPr marL="451219" indent="0">
              <a:buNone/>
              <a:defRPr/>
            </a:lvl4pPr>
            <a:lvl5pPr marL="672161"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017502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2" y="1189177"/>
            <a:ext cx="5378548" cy="1946751"/>
          </a:xfrm>
        </p:spPr>
        <p:txBody>
          <a:bodyPr wrap="square">
            <a:spAutoFit/>
          </a:bodyPr>
          <a:lstStyle>
            <a:lvl1pPr marL="281623" indent="-281623">
              <a:spcBef>
                <a:spcPts val="1200"/>
              </a:spcBef>
              <a:buClr>
                <a:schemeClr val="tx2"/>
              </a:buClr>
              <a:buFont typeface="Arial" pitchFamily="34" charset="0"/>
              <a:buChar char="•"/>
              <a:defRPr sz="3136">
                <a:gradFill>
                  <a:gsLst>
                    <a:gs pos="1250">
                      <a:schemeClr val="tx2"/>
                    </a:gs>
                    <a:gs pos="99000">
                      <a:schemeClr val="tx2"/>
                    </a:gs>
                  </a:gsLst>
                  <a:lin ang="5400000" scaled="0"/>
                </a:gradFill>
              </a:defRPr>
            </a:lvl1pPr>
            <a:lvl2pPr marL="520602" indent="-228557">
              <a:defRPr sz="2353"/>
            </a:lvl2pPr>
            <a:lvl3pPr marL="685671" indent="-165070">
              <a:tabLst/>
              <a:defRPr sz="1961"/>
            </a:lvl3pPr>
            <a:lvl4pPr marL="863437" indent="-177767">
              <a:defRPr/>
            </a:lvl4pPr>
            <a:lvl5pPr marL="1028506" indent="-165070">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9177"/>
            <a:ext cx="5378548" cy="1946751"/>
          </a:xfrm>
        </p:spPr>
        <p:txBody>
          <a:bodyPr wrap="square">
            <a:spAutoFit/>
          </a:bodyPr>
          <a:lstStyle>
            <a:lvl1pPr marL="281623" indent="-281623">
              <a:spcBef>
                <a:spcPts val="1200"/>
              </a:spcBef>
              <a:buClr>
                <a:schemeClr val="tx2"/>
              </a:buClr>
              <a:buFont typeface="Arial" pitchFamily="34" charset="0"/>
              <a:buChar char="•"/>
              <a:defRPr sz="3136">
                <a:gradFill>
                  <a:gsLst>
                    <a:gs pos="1250">
                      <a:schemeClr val="tx2"/>
                    </a:gs>
                    <a:gs pos="99000">
                      <a:schemeClr val="tx2"/>
                    </a:gs>
                  </a:gsLst>
                  <a:lin ang="5400000" scaled="0"/>
                </a:gradFill>
              </a:defRPr>
            </a:lvl1pPr>
            <a:lvl2pPr marL="520602" indent="-228557">
              <a:defRPr sz="2353"/>
            </a:lvl2pPr>
            <a:lvl3pPr marL="685671" indent="-165070">
              <a:tabLst/>
              <a:defRPr sz="1961"/>
            </a:lvl3pPr>
            <a:lvl4pPr marL="863437" indent="-177767">
              <a:defRPr/>
            </a:lvl4pPr>
            <a:lvl5pPr marL="1028506" indent="-165070">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025392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2" y="1189177"/>
            <a:ext cx="5378548" cy="1946751"/>
          </a:xfrm>
        </p:spPr>
        <p:txBody>
          <a:bodyPr wrap="square">
            <a:spAutoFit/>
          </a:bodyPr>
          <a:lstStyle>
            <a:lvl1pPr marL="281623" indent="-281623">
              <a:spcBef>
                <a:spcPts val="1200"/>
              </a:spcBef>
              <a:buClr>
                <a:schemeClr val="tx1"/>
              </a:buClr>
              <a:buFont typeface="Arial" pitchFamily="34" charset="0"/>
              <a:buChar char="•"/>
              <a:defRPr sz="3136"/>
            </a:lvl1pPr>
            <a:lvl2pPr marL="520602" indent="-228557">
              <a:defRPr sz="2353"/>
            </a:lvl2pPr>
            <a:lvl3pPr marL="685671" indent="-165070">
              <a:tabLst/>
              <a:defRPr sz="1961"/>
            </a:lvl3pPr>
            <a:lvl4pPr marL="863437" indent="-177767">
              <a:defRPr/>
            </a:lvl4pPr>
            <a:lvl5pPr marL="1028506" indent="-165070">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9177"/>
            <a:ext cx="5378548" cy="1946751"/>
          </a:xfrm>
        </p:spPr>
        <p:txBody>
          <a:bodyPr wrap="square">
            <a:spAutoFit/>
          </a:bodyPr>
          <a:lstStyle>
            <a:lvl1pPr marL="281623" indent="-281623">
              <a:spcBef>
                <a:spcPts val="1200"/>
              </a:spcBef>
              <a:buClr>
                <a:schemeClr val="tx1"/>
              </a:buClr>
              <a:buFont typeface="Arial" pitchFamily="34" charset="0"/>
              <a:buChar char="•"/>
              <a:defRPr sz="3136"/>
            </a:lvl1pPr>
            <a:lvl2pPr marL="520602" indent="-228557">
              <a:defRPr sz="2353"/>
            </a:lvl2pPr>
            <a:lvl3pPr marL="685671" indent="-165070">
              <a:tabLst/>
              <a:defRPr sz="1961"/>
            </a:lvl3pPr>
            <a:lvl4pPr marL="863437" indent="-177767">
              <a:defRPr/>
            </a:lvl4pPr>
            <a:lvl5pPr marL="1028506" indent="-165070">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2976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2103730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1186357"/>
            <a:ext cx="4481416" cy="1158793"/>
          </a:xfrm>
          <a:noFill/>
        </p:spPr>
        <p:txBody>
          <a:bodyPr wrap="square" tIns="91440" bIns="91440" anchor="t" anchorCtr="0">
            <a:spAutoFit/>
          </a:bodyPr>
          <a:lstStyle>
            <a:lvl1pPr>
              <a:defRPr sz="7056" spc="-98" baseline="0">
                <a:gradFill>
                  <a:gsLst>
                    <a:gs pos="0">
                      <a:schemeClr val="tx1"/>
                    </a:gs>
                    <a:gs pos="100000">
                      <a:schemeClr val="tx1"/>
                    </a:gs>
                  </a:gsLst>
                  <a:lin ang="5400000" scaled="0"/>
                </a:gradFill>
              </a:defRPr>
            </a:lvl1pPr>
          </a:lstStyle>
          <a:p>
            <a:r>
              <a:rPr lang="en-US"/>
              <a:t>Demo title</a:t>
            </a:r>
          </a:p>
        </p:txBody>
      </p:sp>
      <p:sp>
        <p:nvSpPr>
          <p:cNvPr id="5" name="Text Placeholder 4"/>
          <p:cNvSpPr>
            <a:spLocks noGrp="1"/>
          </p:cNvSpPr>
          <p:nvPr>
            <p:ph type="body" sz="quarter" idx="12" hasCustomPrompt="1"/>
          </p:nvPr>
        </p:nvSpPr>
        <p:spPr>
          <a:xfrm>
            <a:off x="269240" y="3877277"/>
            <a:ext cx="4482124" cy="724246"/>
          </a:xfrm>
          <a:noFill/>
        </p:spPr>
        <p:txBody>
          <a:bodyPr wrap="square" lIns="182880" tIns="146304" rIns="182880" bIns="146304">
            <a:spAutoFit/>
          </a:bodyPr>
          <a:lstStyle>
            <a:lvl1pPr marL="0" indent="0">
              <a:spcBef>
                <a:spcPts val="0"/>
              </a:spcBef>
              <a:buNone/>
              <a:defRPr sz="3136" spc="0" baseline="0">
                <a:gradFill>
                  <a:gsLst>
                    <a:gs pos="0">
                      <a:schemeClr val="tx1"/>
                    </a:gs>
                    <a:gs pos="100000">
                      <a:schemeClr val="tx1"/>
                    </a:gs>
                  </a:gsLst>
                  <a:lin ang="5400000" scaled="0"/>
                </a:gradFill>
                <a:latin typeface="+mj-lt"/>
              </a:defRPr>
            </a:lvl1pPr>
          </a:lstStyle>
          <a:p>
            <a:pPr lvl="0"/>
            <a:r>
              <a:rPr lang="en-US"/>
              <a:t>Speaker Name</a:t>
            </a:r>
          </a:p>
        </p:txBody>
      </p:sp>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b="-6"/>
          <a:stretch/>
        </p:blipFill>
        <p:spPr>
          <a:xfrm>
            <a:off x="5198877" y="438"/>
            <a:ext cx="6991565" cy="6863349"/>
          </a:xfrm>
          <a:prstGeom prst="rect">
            <a:avLst/>
          </a:prstGeom>
        </p:spPr>
      </p:pic>
    </p:spTree>
    <p:extLst>
      <p:ext uri="{BB962C8B-B14F-4D97-AF65-F5344CB8AC3E}">
        <p14:creationId xmlns:p14="http://schemas.microsoft.com/office/powerpoint/2010/main" val="216509404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1186357"/>
            <a:ext cx="4481416" cy="1158793"/>
          </a:xfrm>
          <a:noFill/>
        </p:spPr>
        <p:txBody>
          <a:bodyPr wrap="square" tIns="91440" bIns="91440" anchor="t" anchorCtr="0">
            <a:spAutoFit/>
          </a:bodyPr>
          <a:lstStyle>
            <a:lvl1pPr>
              <a:defRPr sz="7056" spc="-98" baseline="0">
                <a:gradFill>
                  <a:gsLst>
                    <a:gs pos="0">
                      <a:schemeClr val="tx1"/>
                    </a:gs>
                    <a:gs pos="100000">
                      <a:schemeClr val="tx1"/>
                    </a:gs>
                  </a:gsLst>
                  <a:lin ang="5400000" scaled="0"/>
                </a:gradFill>
              </a:defRPr>
            </a:lvl1pPr>
          </a:lstStyle>
          <a:p>
            <a:r>
              <a:rPr lang="en-US"/>
              <a:t>Video title</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199586" y="0"/>
            <a:ext cx="6993968" cy="6863348"/>
          </a:xfrm>
          <a:prstGeom prst="rect">
            <a:avLst/>
          </a:prstGeom>
        </p:spPr>
      </p:pic>
    </p:spTree>
    <p:extLst>
      <p:ext uri="{BB962C8B-B14F-4D97-AF65-F5344CB8AC3E}">
        <p14:creationId xmlns:p14="http://schemas.microsoft.com/office/powerpoint/2010/main" val="362338184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2084173"/>
            <a:ext cx="11653523" cy="1158793"/>
          </a:xfrm>
          <a:noFill/>
        </p:spPr>
        <p:txBody>
          <a:bodyPr tIns="91440" bIns="91440" anchor="t" anchorCtr="0">
            <a:spAutoFit/>
          </a:bodyPr>
          <a:lstStyle>
            <a:lvl1pPr>
              <a:defRPr sz="7056" spc="-98"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405333569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2084173"/>
            <a:ext cx="11653523" cy="1158793"/>
          </a:xfrm>
          <a:noFill/>
        </p:spPr>
        <p:txBody>
          <a:bodyPr tIns="91440" bIns="91440" anchor="t" anchorCtr="0">
            <a:spAutoFit/>
          </a:bodyPr>
          <a:lstStyle>
            <a:lvl1pPr>
              <a:defRPr sz="7056" spc="-98"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238187191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0-50 Right Photo Layou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2" y="1217195"/>
            <a:ext cx="5378548" cy="1973570"/>
          </a:xfrm>
        </p:spPr>
        <p:txBody>
          <a:bodyPr>
            <a:spAutoFit/>
          </a:bodyPr>
          <a:lstStyle>
            <a:lvl1pPr>
              <a:defRPr sz="6469" baseline="0">
                <a:gradFill>
                  <a:gsLst>
                    <a:gs pos="1250">
                      <a:schemeClr val="tx1"/>
                    </a:gs>
                    <a:gs pos="100000">
                      <a:schemeClr val="tx1"/>
                    </a:gs>
                  </a:gsLst>
                  <a:lin ang="5400000" scaled="0"/>
                </a:gradFill>
              </a:defRPr>
            </a:lvl1pPr>
          </a:lstStyle>
          <a:p>
            <a:r>
              <a:rPr lang="en-US"/>
              <a:t>50/50 photo layout</a:t>
            </a:r>
          </a:p>
        </p:txBody>
      </p:sp>
      <p:sp>
        <p:nvSpPr>
          <p:cNvPr id="5" name="Picture Placeholder 4"/>
          <p:cNvSpPr>
            <a:spLocks noGrp="1"/>
          </p:cNvSpPr>
          <p:nvPr>
            <p:ph type="pic" sz="quarter" idx="10"/>
          </p:nvPr>
        </p:nvSpPr>
        <p:spPr bwMode="ltGray">
          <a:xfrm>
            <a:off x="6097556" y="0"/>
            <a:ext cx="6094444" cy="6856100"/>
          </a:xfrm>
          <a:blipFill>
            <a:blip r:embed="rId2"/>
            <a:stretch>
              <a:fillRect/>
            </a:stretch>
          </a:blipFill>
        </p:spPr>
        <p:txBody>
          <a:bodyPr tIns="548640" anchor="ctr" anchorCtr="0">
            <a:noAutofit/>
          </a:bodyPr>
          <a:lstStyle>
            <a:lvl1pPr marL="0" indent="0" algn="ctr">
              <a:buNone/>
              <a:defRPr sz="1567" b="1" cap="none" baseline="0">
                <a:gradFill>
                  <a:gsLst>
                    <a:gs pos="0">
                      <a:srgbClr val="FFFFFF"/>
                    </a:gs>
                    <a:gs pos="27000">
                      <a:srgbClr val="FFFFFF"/>
                    </a:gs>
                  </a:gsLst>
                  <a:lin ang="5400000" scaled="0"/>
                </a:gradFill>
                <a:latin typeface="+mn-lt"/>
              </a:defRPr>
            </a:lvl1pPr>
          </a:lstStyle>
          <a:p>
            <a:r>
              <a:rPr lang="en-US"/>
              <a:t>Click icon to add picture</a:t>
            </a:r>
          </a:p>
        </p:txBody>
      </p:sp>
    </p:spTree>
    <p:extLst>
      <p:ext uri="{BB962C8B-B14F-4D97-AF65-F5344CB8AC3E}">
        <p14:creationId xmlns:p14="http://schemas.microsoft.com/office/powerpoint/2010/main" val="262269994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195862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957001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189176"/>
            <a:ext cx="12192000" cy="566882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5" tIns="45715" rIns="45715" bIns="45715" numCol="1" spcCol="0" rtlCol="0" fromWordArt="0" anchor="ctr" anchorCtr="0" forceAA="0" compatLnSpc="1">
            <a:prstTxWarp prst="textNoShape">
              <a:avLst/>
            </a:prstTxWarp>
            <a:noAutofit/>
          </a:bodyPr>
          <a:lstStyle/>
          <a:p>
            <a:pPr algn="ctr" defTabSz="913927" fontAlgn="base">
              <a:spcBef>
                <a:spcPct val="0"/>
              </a:spcBef>
              <a:spcAft>
                <a:spcPct val="0"/>
              </a:spcAft>
            </a:pPr>
            <a:endParaRPr lang="en-US" sz="1765">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69239" y="1197323"/>
            <a:ext cx="11653522" cy="1956973"/>
          </a:xfrm>
        </p:spPr>
        <p:txBody>
          <a:bodyPr/>
          <a:lstStyle>
            <a:lvl1pPr marL="0" indent="0">
              <a:buNone/>
              <a:defRPr sz="3234">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39661"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72979"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798362"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30094"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7503186"/>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losing logo slide_color">
    <p:bg>
      <p:bgPr>
        <a:solidFill>
          <a:schemeClr val="accent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69239" y="6171617"/>
            <a:ext cx="11653522" cy="395317"/>
          </a:xfrm>
          <a:prstGeom prst="rect">
            <a:avLst/>
          </a:prstGeom>
          <a:noFill/>
          <a:ln w="12700">
            <a:noFill/>
            <a:miter lim="800000"/>
            <a:headEnd type="none" w="sm" len="sm"/>
            <a:tailEnd type="none" w="sm" len="sm"/>
          </a:ln>
          <a:effectLst/>
        </p:spPr>
        <p:txBody>
          <a:bodyPr vert="horz" wrap="square" lIns="179259" tIns="143407" rIns="179259" bIns="143407" numCol="1" anchor="t" anchorCtr="0" compatLnSpc="1">
            <a:prstTxWarp prst="textNoShape">
              <a:avLst/>
            </a:prstTxWarp>
            <a:spAutoFit/>
          </a:bodyPr>
          <a:lstStyle/>
          <a:p>
            <a:pPr defTabSz="913748" eaLnBrk="0" hangingPunct="0"/>
            <a:r>
              <a:rPr lang="en-US" sz="686">
                <a:gradFill>
                  <a:gsLst>
                    <a:gs pos="0">
                      <a:schemeClr val="tx1"/>
                    </a:gs>
                    <a:gs pos="100000">
                      <a:schemeClr val="tx1"/>
                    </a:gs>
                  </a:gsLst>
                  <a:lin ang="5400000" scaled="0"/>
                </a:gradFill>
                <a:cs typeface="Segoe UI" pitchFamily="34" charset="0"/>
              </a:rPr>
              <a:t>© 2016 Microsoft Corporation. All rights reserved. </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b="1380"/>
          <a:stretch/>
        </p:blipFill>
        <p:spPr bwMode="invGray">
          <a:xfrm>
            <a:off x="448213" y="470067"/>
            <a:ext cx="1421436" cy="300619"/>
          </a:xfrm>
          <a:prstGeom prst="rect">
            <a:avLst/>
          </a:prstGeom>
        </p:spPr>
      </p:pic>
    </p:spTree>
    <p:extLst>
      <p:ext uri="{BB962C8B-B14F-4D97-AF65-F5344CB8AC3E}">
        <p14:creationId xmlns:p14="http://schemas.microsoft.com/office/powerpoint/2010/main" val="132740558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69240" y="1189178"/>
            <a:ext cx="11653523" cy="2396047"/>
          </a:xfrm>
          <a:prstGeom prst="rect">
            <a:avLst/>
          </a:prstGeom>
        </p:spPr>
        <p:txBody>
          <a:bodyPr/>
          <a:lstStyle>
            <a:lvl1pPr marL="284735" indent="-284735">
              <a:buClr>
                <a:schemeClr val="tx1"/>
              </a:buClr>
              <a:buSzPct val="90000"/>
              <a:buFont typeface="Arial" pitchFamily="34" charset="0"/>
              <a:buChar char="•"/>
              <a:defRPr sz="3528">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60134" indent="-275401">
              <a:buClr>
                <a:schemeClr val="tx1"/>
              </a:buClr>
              <a:buSzPct val="90000"/>
              <a:buFont typeface="Arial" pitchFamily="34" charset="0"/>
              <a:buChar char="•"/>
              <a:defRPr sz="3136">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4869" indent="-284735">
              <a:buClr>
                <a:schemeClr val="tx1"/>
              </a:buClr>
              <a:buSzPct val="90000"/>
              <a:buFont typeface="Arial" pitchFamily="34" charset="0"/>
              <a:buChar char="•"/>
              <a:defRPr sz="2745">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8923" indent="-224054">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92976" indent="-224054">
              <a:buClr>
                <a:schemeClr val="tx1"/>
              </a:buClr>
              <a:buSzPct val="90000"/>
              <a:buFont typeface="Arial" pitchFamily="34" charset="0"/>
              <a:buChar char="•"/>
              <a:defRPr sz="196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2" y="6238876"/>
            <a:ext cx="12192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26"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439176990"/>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21" Type="http://schemas.openxmlformats.org/officeDocument/2006/relationships/slideLayout" Target="../slideLayouts/slideLayout37.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20116" y="727328"/>
            <a:ext cx="10373995" cy="578485"/>
          </a:xfrm>
          <a:prstGeom prst="rect">
            <a:avLst/>
          </a:prstGeom>
        </p:spPr>
        <p:txBody>
          <a:bodyPr wrap="square" lIns="0" tIns="0" rIns="0" bIns="0">
            <a:spAutoFit/>
          </a:bodyPr>
          <a:lstStyle>
            <a:lvl1pPr>
              <a:defRPr sz="1950" b="0" i="0">
                <a:solidFill>
                  <a:srgbClr val="505050"/>
                </a:solidFill>
                <a:latin typeface="Arial Black"/>
                <a:cs typeface="Arial Black"/>
              </a:defRPr>
            </a:lvl1pPr>
          </a:lstStyle>
          <a:p>
            <a:endParaRPr/>
          </a:p>
        </p:txBody>
      </p:sp>
      <p:sp>
        <p:nvSpPr>
          <p:cNvPr id="3" name="Holder 3"/>
          <p:cNvSpPr>
            <a:spLocks noGrp="1"/>
          </p:cNvSpPr>
          <p:nvPr>
            <p:ph type="body" idx="1"/>
          </p:nvPr>
        </p:nvSpPr>
        <p:spPr>
          <a:xfrm>
            <a:off x="638810" y="1730501"/>
            <a:ext cx="10914379" cy="4003040"/>
          </a:xfrm>
          <a:prstGeom prst="rect">
            <a:avLst/>
          </a:prstGeom>
        </p:spPr>
        <p:txBody>
          <a:bodyPr wrap="square" lIns="0" tIns="0" rIns="0" bIns="0">
            <a:spAutoFit/>
          </a:bodyPr>
          <a:lstStyle>
            <a:lvl1pPr>
              <a:defRPr sz="1600" b="0" i="0">
                <a:solidFill>
                  <a:srgbClr val="505050"/>
                </a:solidFill>
                <a:latin typeface="Arial Black"/>
                <a:cs typeface="Arial Black"/>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1/20/2025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
        <p:nvSpPr>
          <p:cNvPr id="8" name="TextBox 7">
            <a:extLst>
              <a:ext uri="{FF2B5EF4-FFF2-40B4-BE49-F238E27FC236}">
                <a16:creationId xmlns:a16="http://schemas.microsoft.com/office/drawing/2014/main" id="{94CD29EE-E2E4-BEB6-88D5-4D3D9FA5A38B}"/>
              </a:ext>
            </a:extLst>
          </p:cNvPr>
          <p:cNvSpPr txBox="1"/>
          <p:nvPr userDrawn="1">
            <p:extLst>
              <p:ext uri="{1162E1C5-73C7-4A58-AE30-91384D911F3F}">
                <p184:classification xmlns:p184="http://schemas.microsoft.com/office/powerpoint/2018/4/main" val="ftr"/>
              </p:ext>
            </p:extLst>
          </p:nvPr>
        </p:nvSpPr>
        <p:spPr>
          <a:xfrm>
            <a:off x="63500" y="6642100"/>
            <a:ext cx="1741488"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Information Classification: Public </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CFBC7D-5DC8-449A-BDDE-5A7D1F3484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49EB68-AA51-489B-A2FA-C388E5CD4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51B201-9F1E-4EAA-B6BE-6752B1BE1F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5BD2AE-7E22-4BCC-9896-16802FE818C9}" type="datetimeFigureOut">
              <a:rPr lang="en-US" smtClean="0"/>
              <a:t>1/20/2025</a:t>
            </a:fld>
            <a:endParaRPr lang="en-US"/>
          </a:p>
        </p:txBody>
      </p:sp>
      <p:sp>
        <p:nvSpPr>
          <p:cNvPr id="5" name="Footer Placeholder 4">
            <a:extLst>
              <a:ext uri="{FF2B5EF4-FFF2-40B4-BE49-F238E27FC236}">
                <a16:creationId xmlns:a16="http://schemas.microsoft.com/office/drawing/2014/main" id="{61B88865-D880-4590-A3D1-C4A70384FD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B443BA3-681D-47BF-B92B-89B45FFDC3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0EE1D4-7434-48E9-8BEF-AF38E260A8DA}" type="slidenum">
              <a:rPr lang="en-US" smtClean="0"/>
              <a:t>‹#›</a:t>
            </a:fld>
            <a:endParaRPr lang="en-US"/>
          </a:p>
        </p:txBody>
      </p:sp>
      <p:sp>
        <p:nvSpPr>
          <p:cNvPr id="8" name="TextBox 7">
            <a:extLst>
              <a:ext uri="{FF2B5EF4-FFF2-40B4-BE49-F238E27FC236}">
                <a16:creationId xmlns:a16="http://schemas.microsoft.com/office/drawing/2014/main" id="{E2491669-C6BA-724A-9107-EC205496D7FE}"/>
              </a:ext>
            </a:extLst>
          </p:cNvPr>
          <p:cNvSpPr txBox="1"/>
          <p:nvPr userDrawn="1">
            <p:extLst>
              <p:ext uri="{1162E1C5-73C7-4A58-AE30-91384D911F3F}">
                <p184:classification xmlns:p184="http://schemas.microsoft.com/office/powerpoint/2018/4/main" val="ftr"/>
              </p:ext>
            </p:extLst>
          </p:nvPr>
        </p:nvSpPr>
        <p:spPr>
          <a:xfrm>
            <a:off x="63500" y="6642100"/>
            <a:ext cx="1741488"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Information Classification: Public </a:t>
            </a:r>
          </a:p>
        </p:txBody>
      </p:sp>
    </p:spTree>
    <p:extLst>
      <p:ext uri="{BB962C8B-B14F-4D97-AF65-F5344CB8AC3E}">
        <p14:creationId xmlns:p14="http://schemas.microsoft.com/office/powerpoint/2010/main" val="198789285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0" y="289512"/>
            <a:ext cx="11655840" cy="89966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69242" y="1189178"/>
            <a:ext cx="11653521" cy="2052030"/>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p:cNvGrpSpPr/>
          <p:nvPr userDrawn="1"/>
        </p:nvGrpSpPr>
        <p:grpSpPr>
          <a:xfrm>
            <a:off x="12366225" y="-8232"/>
            <a:ext cx="941530" cy="5662634"/>
            <a:chOff x="12614198" y="-8396"/>
            <a:chExt cx="960410" cy="5775362"/>
          </a:xfrm>
        </p:grpSpPr>
        <p:grpSp>
          <p:nvGrpSpPr>
            <p:cNvPr id="37" name="Group 36"/>
            <p:cNvGrpSpPr/>
            <p:nvPr userDrawn="1"/>
          </p:nvGrpSpPr>
          <p:grpSpPr>
            <a:xfrm>
              <a:off x="12614198" y="-8396"/>
              <a:ext cx="960410" cy="5724185"/>
              <a:chOff x="12614198" y="-8396"/>
              <a:chExt cx="960410" cy="5724185"/>
            </a:xfrm>
          </p:grpSpPr>
          <p:grpSp>
            <p:nvGrpSpPr>
              <p:cNvPr id="33" name="Group 32"/>
              <p:cNvGrpSpPr/>
              <p:nvPr userDrawn="1"/>
            </p:nvGrpSpPr>
            <p:grpSpPr>
              <a:xfrm rot="5400000">
                <a:off x="11576883" y="1040117"/>
                <a:ext cx="2708636" cy="634005"/>
                <a:chOff x="1581150" y="4543426"/>
                <a:chExt cx="2708636" cy="634005"/>
              </a:xfrm>
            </p:grpSpPr>
            <p:sp>
              <p:nvSpPr>
                <p:cNvPr id="3" name="Rectangle 2"/>
                <p:cNvSpPr/>
                <p:nvPr userDrawn="1"/>
              </p:nvSpPr>
              <p:spPr bwMode="auto">
                <a:xfrm>
                  <a:off x="1586734" y="4543428"/>
                  <a:ext cx="869930" cy="28976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13927" fontAlgn="base">
                    <a:lnSpc>
                      <a:spcPct val="100000"/>
                    </a:lnSpc>
                    <a:spcBef>
                      <a:spcPct val="0"/>
                    </a:spcBef>
                    <a:spcAft>
                      <a:spcPct val="0"/>
                    </a:spcAft>
                  </a:pPr>
                  <a:r>
                    <a:rPr lang="en-US" sz="490" b="1" kern="1200" baseline="0">
                      <a:gradFill>
                        <a:gsLst>
                          <a:gs pos="0">
                            <a:srgbClr val="FFFFFF"/>
                          </a:gs>
                          <a:gs pos="100000">
                            <a:srgbClr val="FFFFFF"/>
                          </a:gs>
                        </a:gsLst>
                        <a:lin ang="5400000" scaled="0"/>
                      </a:gradFill>
                      <a:latin typeface="+mn-lt"/>
                      <a:ea typeface="Segoe UI" pitchFamily="34" charset="0"/>
                      <a:cs typeface="Segoe UI" pitchFamily="34" charset="0"/>
                    </a:rPr>
                    <a:t>Purple</a:t>
                  </a:r>
                </a:p>
                <a:p>
                  <a:pPr algn="l" defTabSz="913927" fontAlgn="base">
                    <a:lnSpc>
                      <a:spcPct val="100000"/>
                    </a:lnSpc>
                    <a:spcBef>
                      <a:spcPct val="0"/>
                    </a:spcBef>
                    <a:spcAft>
                      <a:spcPct val="0"/>
                    </a:spcAft>
                  </a:pPr>
                  <a:r>
                    <a:rPr lang="en-US" sz="490">
                      <a:gradFill>
                        <a:gsLst>
                          <a:gs pos="0">
                            <a:srgbClr val="FFFFFF"/>
                          </a:gs>
                          <a:gs pos="100000">
                            <a:srgbClr val="FFFFFF"/>
                          </a:gs>
                        </a:gsLst>
                        <a:lin ang="5400000" scaled="0"/>
                      </a:gradFill>
                      <a:ea typeface="Segoe UI" pitchFamily="34" charset="0"/>
                      <a:cs typeface="Segoe UI" pitchFamily="34" charset="0"/>
                    </a:rPr>
                    <a:t>R:</a:t>
                  </a:r>
                  <a:r>
                    <a:rPr lang="en-US" sz="490" baseline="0">
                      <a:gradFill>
                        <a:gsLst>
                          <a:gs pos="0">
                            <a:srgbClr val="FFFFFF"/>
                          </a:gs>
                          <a:gs pos="100000">
                            <a:srgbClr val="FFFFFF"/>
                          </a:gs>
                        </a:gsLst>
                        <a:lin ang="5400000" scaled="0"/>
                      </a:gradFill>
                      <a:ea typeface="Segoe UI" pitchFamily="34" charset="0"/>
                      <a:cs typeface="Segoe UI" pitchFamily="34" charset="0"/>
                    </a:rPr>
                    <a:t>0 G:45 B:145</a:t>
                  </a:r>
                  <a:endParaRPr lang="en-US" sz="49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1581150" y="4887665"/>
                  <a:ext cx="869930" cy="28976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13927" fontAlgn="base">
                    <a:lnSpc>
                      <a:spcPct val="100000"/>
                    </a:lnSpc>
                    <a:spcBef>
                      <a:spcPct val="0"/>
                    </a:spcBef>
                    <a:spcAft>
                      <a:spcPct val="0"/>
                    </a:spcAft>
                  </a:pPr>
                  <a:r>
                    <a:rPr lang="en-US" sz="490" b="1" kern="1200" baseline="0">
                      <a:gradFill>
                        <a:gsLst>
                          <a:gs pos="0">
                            <a:srgbClr val="FFFFFF"/>
                          </a:gs>
                          <a:gs pos="100000">
                            <a:srgbClr val="FFFFFF"/>
                          </a:gs>
                        </a:gsLst>
                        <a:lin ang="5400000" scaled="0"/>
                      </a:gradFill>
                      <a:latin typeface="+mn-lt"/>
                      <a:ea typeface="Segoe UI" pitchFamily="34" charset="0"/>
                      <a:cs typeface="Segoe UI" pitchFamily="34" charset="0"/>
                    </a:rPr>
                    <a:t>Dark Purple</a:t>
                  </a:r>
                </a:p>
                <a:p>
                  <a:pPr algn="l" defTabSz="913927" fontAlgn="base">
                    <a:lnSpc>
                      <a:spcPct val="100000"/>
                    </a:lnSpc>
                    <a:spcBef>
                      <a:spcPct val="0"/>
                    </a:spcBef>
                    <a:spcAft>
                      <a:spcPct val="0"/>
                    </a:spcAft>
                  </a:pPr>
                  <a:r>
                    <a:rPr lang="en-US" sz="490">
                      <a:gradFill>
                        <a:gsLst>
                          <a:gs pos="0">
                            <a:srgbClr val="FFFFFF"/>
                          </a:gs>
                          <a:gs pos="100000">
                            <a:srgbClr val="FFFFFF"/>
                          </a:gs>
                        </a:gsLst>
                        <a:lin ang="5400000" scaled="0"/>
                      </a:gradFill>
                      <a:ea typeface="Segoe UI" pitchFamily="34" charset="0"/>
                      <a:cs typeface="Segoe UI" pitchFamily="34" charset="0"/>
                    </a:rPr>
                    <a:t>R:</a:t>
                  </a:r>
                  <a:r>
                    <a:rPr lang="en-US" sz="490" baseline="0">
                      <a:gradFill>
                        <a:gsLst>
                          <a:gs pos="0">
                            <a:srgbClr val="FFFFFF"/>
                          </a:gs>
                          <a:gs pos="100000">
                            <a:srgbClr val="FFFFFF"/>
                          </a:gs>
                        </a:gsLst>
                        <a:lin ang="5400000" scaled="0"/>
                      </a:gradFill>
                      <a:ea typeface="Segoe UI" pitchFamily="34" charset="0"/>
                      <a:cs typeface="Segoe UI" pitchFamily="34" charset="0"/>
                    </a:rPr>
                    <a:t>50 G:20 B:90</a:t>
                  </a:r>
                  <a:endParaRPr lang="en-US" sz="490">
                    <a:gradFill>
                      <a:gsLst>
                        <a:gs pos="0">
                          <a:srgbClr val="FFFFFF"/>
                        </a:gs>
                        <a:gs pos="100000">
                          <a:srgbClr val="FFFFFF"/>
                        </a:gs>
                      </a:gsLst>
                      <a:lin ang="5400000" scaled="0"/>
                    </a:gradFill>
                    <a:ea typeface="Segoe UI" pitchFamily="34" charset="0"/>
                    <a:cs typeface="Segoe UI" pitchFamily="34" charset="0"/>
                  </a:endParaRPr>
                </a:p>
              </p:txBody>
            </p:sp>
            <p:sp>
              <p:nvSpPr>
                <p:cNvPr id="15" name="Rectangle 14"/>
                <p:cNvSpPr/>
                <p:nvPr userDrawn="1"/>
              </p:nvSpPr>
              <p:spPr bwMode="auto">
                <a:xfrm>
                  <a:off x="3419856" y="4543426"/>
                  <a:ext cx="869930" cy="28976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1775">
                            <a:schemeClr val="bg1"/>
                          </a:gs>
                          <a:gs pos="14000">
                            <a:schemeClr val="bg1"/>
                          </a:gs>
                        </a:gsLst>
                        <a:lin ang="5400000" scaled="0"/>
                      </a:gradFill>
                      <a:latin typeface="+mn-lt"/>
                      <a:ea typeface="Segoe UI" pitchFamily="34" charset="0"/>
                      <a:cs typeface="Segoe UI" pitchFamily="34" charset="0"/>
                    </a:rPr>
                    <a:t>Dark Blue</a:t>
                  </a:r>
                </a:p>
                <a:p>
                  <a:pPr algn="l" defTabSz="913927" fontAlgn="base">
                    <a:lnSpc>
                      <a:spcPct val="100000"/>
                    </a:lnSpc>
                    <a:spcBef>
                      <a:spcPct val="0"/>
                    </a:spcBef>
                    <a:spcAft>
                      <a:spcPct val="0"/>
                    </a:spcAft>
                  </a:pPr>
                  <a:r>
                    <a:rPr lang="en-US" sz="490">
                      <a:gradFill>
                        <a:gsLst>
                          <a:gs pos="1775">
                            <a:schemeClr val="bg1"/>
                          </a:gs>
                          <a:gs pos="14000">
                            <a:schemeClr val="bg1"/>
                          </a:gs>
                        </a:gsLst>
                        <a:lin ang="5400000" scaled="0"/>
                      </a:gradFill>
                      <a:ea typeface="Segoe UI" pitchFamily="34" charset="0"/>
                      <a:cs typeface="Segoe UI" pitchFamily="34" charset="0"/>
                    </a:rPr>
                    <a:t>R:</a:t>
                  </a:r>
                  <a:r>
                    <a:rPr lang="en-US" sz="490" baseline="0">
                      <a:gradFill>
                        <a:gsLst>
                          <a:gs pos="1775">
                            <a:schemeClr val="bg1"/>
                          </a:gs>
                          <a:gs pos="14000">
                            <a:schemeClr val="bg1"/>
                          </a:gs>
                        </a:gsLst>
                        <a:lin ang="5400000" scaled="0"/>
                      </a:gradFill>
                      <a:ea typeface="Segoe UI" pitchFamily="34" charset="0"/>
                      <a:cs typeface="Segoe UI" pitchFamily="34" charset="0"/>
                    </a:rPr>
                    <a:t>0 G:32 B:80</a:t>
                  </a:r>
                  <a:endParaRPr lang="en-US" sz="490">
                    <a:gradFill>
                      <a:gsLst>
                        <a:gs pos="1775">
                          <a:schemeClr val="bg1"/>
                        </a:gs>
                        <a:gs pos="14000">
                          <a:schemeClr val="bg1"/>
                        </a:gs>
                      </a:gsLst>
                      <a:lin ang="5400000" scaled="0"/>
                    </a:gradFill>
                    <a:ea typeface="Segoe UI" pitchFamily="34" charset="0"/>
                    <a:cs typeface="Segoe UI" pitchFamily="34" charset="0"/>
                  </a:endParaRPr>
                </a:p>
              </p:txBody>
            </p:sp>
            <p:sp>
              <p:nvSpPr>
                <p:cNvPr id="16" name="Rectangle 15"/>
                <p:cNvSpPr/>
                <p:nvPr userDrawn="1"/>
              </p:nvSpPr>
              <p:spPr bwMode="auto">
                <a:xfrm>
                  <a:off x="2498744" y="4882896"/>
                  <a:ext cx="869930" cy="28976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0">
                            <a:srgbClr val="FFFFFF"/>
                          </a:gs>
                          <a:gs pos="100000">
                            <a:srgbClr val="FFFFFF"/>
                          </a:gs>
                        </a:gsLst>
                        <a:lin ang="5400000" scaled="0"/>
                      </a:gradFill>
                      <a:latin typeface="+mn-lt"/>
                      <a:ea typeface="Segoe UI" pitchFamily="34" charset="0"/>
                      <a:cs typeface="Segoe UI" pitchFamily="34" charset="0"/>
                    </a:rPr>
                    <a:t>Magenta</a:t>
                  </a:r>
                </a:p>
                <a:p>
                  <a:pPr algn="l" defTabSz="913927" fontAlgn="base">
                    <a:lnSpc>
                      <a:spcPct val="100000"/>
                    </a:lnSpc>
                    <a:spcBef>
                      <a:spcPct val="0"/>
                    </a:spcBef>
                    <a:spcAft>
                      <a:spcPct val="0"/>
                    </a:spcAft>
                  </a:pPr>
                  <a:r>
                    <a:rPr lang="en-US" sz="490">
                      <a:gradFill>
                        <a:gsLst>
                          <a:gs pos="2092">
                            <a:srgbClr val="F8F8F8"/>
                          </a:gs>
                          <a:gs pos="10042">
                            <a:srgbClr val="F8F8F8"/>
                          </a:gs>
                        </a:gsLst>
                        <a:lin ang="5400000" scaled="0"/>
                      </a:gradFill>
                      <a:ea typeface="Segoe UI" pitchFamily="34" charset="0"/>
                      <a:cs typeface="Segoe UI" pitchFamily="34" charset="0"/>
                    </a:rPr>
                    <a:t>R:</a:t>
                  </a:r>
                  <a:r>
                    <a:rPr lang="en-US" sz="490" baseline="0">
                      <a:gradFill>
                        <a:gsLst>
                          <a:gs pos="2092">
                            <a:srgbClr val="F8F8F8"/>
                          </a:gs>
                          <a:gs pos="10042">
                            <a:srgbClr val="F8F8F8"/>
                          </a:gs>
                        </a:gsLst>
                        <a:lin ang="5400000" scaled="0"/>
                      </a:gradFill>
                      <a:ea typeface="Segoe UI" pitchFamily="34" charset="0"/>
                      <a:cs typeface="Segoe UI" pitchFamily="34" charset="0"/>
                    </a:rPr>
                    <a:t>180 G:0 B:158</a:t>
                  </a:r>
                  <a:endParaRPr lang="en-US" sz="490">
                    <a:gradFill>
                      <a:gsLst>
                        <a:gs pos="2092">
                          <a:srgbClr val="F8F8F8"/>
                        </a:gs>
                        <a:gs pos="10042">
                          <a:srgbClr val="F8F8F8"/>
                        </a:gs>
                      </a:gsLst>
                      <a:lin ang="5400000" scaled="0"/>
                    </a:gradFill>
                    <a:ea typeface="Segoe UI" pitchFamily="34" charset="0"/>
                    <a:cs typeface="Segoe UI" pitchFamily="34" charset="0"/>
                  </a:endParaRPr>
                </a:p>
              </p:txBody>
            </p:sp>
            <p:sp>
              <p:nvSpPr>
                <p:cNvPr id="17" name="Rectangle 16"/>
                <p:cNvSpPr/>
                <p:nvPr userDrawn="1"/>
              </p:nvSpPr>
              <p:spPr bwMode="auto">
                <a:xfrm>
                  <a:off x="3413144" y="4882895"/>
                  <a:ext cx="869930" cy="289766"/>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0">
                            <a:srgbClr val="FFFFFF"/>
                          </a:gs>
                          <a:gs pos="100000">
                            <a:srgbClr val="FFFFFF"/>
                          </a:gs>
                        </a:gsLst>
                        <a:lin ang="5400000" scaled="0"/>
                      </a:gradFill>
                      <a:latin typeface="+mn-lt"/>
                      <a:ea typeface="Segoe UI" pitchFamily="34" charset="0"/>
                      <a:cs typeface="Segoe UI" pitchFamily="34" charset="0"/>
                    </a:rPr>
                    <a:t>Dark Gray</a:t>
                  </a:r>
                </a:p>
                <a:p>
                  <a:pPr algn="l" defTabSz="913927" fontAlgn="base">
                    <a:lnSpc>
                      <a:spcPct val="100000"/>
                    </a:lnSpc>
                    <a:spcBef>
                      <a:spcPct val="0"/>
                    </a:spcBef>
                    <a:spcAft>
                      <a:spcPct val="0"/>
                    </a:spcAft>
                  </a:pPr>
                  <a:r>
                    <a:rPr lang="en-US" sz="490">
                      <a:gradFill>
                        <a:gsLst>
                          <a:gs pos="2092">
                            <a:srgbClr val="F8F8F8"/>
                          </a:gs>
                          <a:gs pos="10042">
                            <a:srgbClr val="F8F8F8"/>
                          </a:gs>
                        </a:gsLst>
                        <a:lin ang="5400000" scaled="0"/>
                      </a:gradFill>
                      <a:ea typeface="Segoe UI" pitchFamily="34" charset="0"/>
                      <a:cs typeface="Segoe UI" pitchFamily="34" charset="0"/>
                    </a:rPr>
                    <a:t>R:</a:t>
                  </a:r>
                  <a:r>
                    <a:rPr lang="en-US" sz="490" baseline="0">
                      <a:gradFill>
                        <a:gsLst>
                          <a:gs pos="2092">
                            <a:srgbClr val="F8F8F8"/>
                          </a:gs>
                          <a:gs pos="10042">
                            <a:srgbClr val="F8F8F8"/>
                          </a:gs>
                        </a:gsLst>
                        <a:lin ang="5400000" scaled="0"/>
                      </a:gradFill>
                      <a:ea typeface="Segoe UI" pitchFamily="34" charset="0"/>
                      <a:cs typeface="Segoe UI" pitchFamily="34" charset="0"/>
                    </a:rPr>
                    <a:t>80 G:80 B:80</a:t>
                  </a:r>
                  <a:endParaRPr lang="en-US" sz="490">
                    <a:gradFill>
                      <a:gsLst>
                        <a:gs pos="2092">
                          <a:srgbClr val="F8F8F8"/>
                        </a:gs>
                        <a:gs pos="10042">
                          <a:srgbClr val="F8F8F8"/>
                        </a:gs>
                      </a:gsLst>
                      <a:lin ang="5400000" scaled="0"/>
                    </a:gradFill>
                    <a:ea typeface="Segoe UI" pitchFamily="34" charset="0"/>
                    <a:cs typeface="Segoe UI" pitchFamily="34" charset="0"/>
                  </a:endParaRPr>
                </a:p>
              </p:txBody>
            </p:sp>
            <p:sp>
              <p:nvSpPr>
                <p:cNvPr id="18" name="Rectangle 17"/>
                <p:cNvSpPr/>
                <p:nvPr userDrawn="1"/>
              </p:nvSpPr>
              <p:spPr bwMode="auto">
                <a:xfrm>
                  <a:off x="2498745" y="4543428"/>
                  <a:ext cx="869930" cy="289766"/>
                </a:xfrm>
                <a:prstGeom prst="rect">
                  <a:avLst/>
                </a:prstGeom>
                <a:solidFill>
                  <a:srgbClr val="3076B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0">
                            <a:srgbClr val="FFFFFF"/>
                          </a:gs>
                          <a:gs pos="100000">
                            <a:srgbClr val="FFFFFF"/>
                          </a:gs>
                        </a:gsLst>
                        <a:lin ang="5400000" scaled="0"/>
                      </a:gradFill>
                      <a:latin typeface="+mn-lt"/>
                      <a:ea typeface="Segoe UI" pitchFamily="34" charset="0"/>
                      <a:cs typeface="Segoe UI" pitchFamily="34" charset="0"/>
                    </a:rPr>
                    <a:t>Blue</a:t>
                  </a:r>
                </a:p>
                <a:p>
                  <a:pPr algn="l" defTabSz="913927" fontAlgn="base">
                    <a:lnSpc>
                      <a:spcPct val="100000"/>
                    </a:lnSpc>
                    <a:spcBef>
                      <a:spcPct val="0"/>
                    </a:spcBef>
                    <a:spcAft>
                      <a:spcPct val="0"/>
                    </a:spcAft>
                  </a:pPr>
                  <a:r>
                    <a:rPr lang="en-US" sz="490">
                      <a:gradFill>
                        <a:gsLst>
                          <a:gs pos="2092">
                            <a:srgbClr val="F8F8F8"/>
                          </a:gs>
                          <a:gs pos="10042">
                            <a:srgbClr val="F8F8F8"/>
                          </a:gs>
                        </a:gsLst>
                        <a:lin ang="5400000" scaled="0"/>
                      </a:gradFill>
                      <a:ea typeface="Segoe UI" pitchFamily="34" charset="0"/>
                      <a:cs typeface="Segoe UI" pitchFamily="34" charset="0"/>
                    </a:rPr>
                    <a:t>R:</a:t>
                  </a:r>
                  <a:r>
                    <a:rPr lang="en-US" sz="490" baseline="0">
                      <a:gradFill>
                        <a:gsLst>
                          <a:gs pos="2092">
                            <a:srgbClr val="F8F8F8"/>
                          </a:gs>
                          <a:gs pos="10042">
                            <a:srgbClr val="F8F8F8"/>
                          </a:gs>
                        </a:gsLst>
                        <a:lin ang="5400000" scaled="0"/>
                      </a:gradFill>
                      <a:ea typeface="Segoe UI" pitchFamily="34" charset="0"/>
                      <a:cs typeface="Segoe UI" pitchFamily="34" charset="0"/>
                    </a:rPr>
                    <a:t>0 G:120 B:215</a:t>
                  </a:r>
                  <a:endParaRPr lang="en-US" sz="490">
                    <a:gradFill>
                      <a:gsLst>
                        <a:gs pos="2092">
                          <a:srgbClr val="F8F8F8"/>
                        </a:gs>
                        <a:gs pos="10042">
                          <a:srgbClr val="F8F8F8"/>
                        </a:gs>
                      </a:gsLst>
                      <a:lin ang="5400000" scaled="0"/>
                    </a:gradFill>
                    <a:ea typeface="Segoe UI" pitchFamily="34" charset="0"/>
                    <a:cs typeface="Segoe UI" pitchFamily="34" charset="0"/>
                  </a:endParaRPr>
                </a:p>
              </p:txBody>
            </p:sp>
          </p:grpSp>
          <p:sp>
            <p:nvSpPr>
              <p:cNvPr id="34" name="TextBox 33"/>
              <p:cNvSpPr txBox="1"/>
              <p:nvPr userDrawn="1"/>
            </p:nvSpPr>
            <p:spPr>
              <a:xfrm rot="5400000">
                <a:off x="12979639" y="256928"/>
                <a:ext cx="860293" cy="329645"/>
              </a:xfrm>
              <a:prstGeom prst="rect">
                <a:avLst/>
              </a:prstGeom>
              <a:noFill/>
            </p:spPr>
            <p:txBody>
              <a:bodyPr wrap="none" lIns="0" tIns="91440" rIns="182880" bIns="91440" rtlCol="0">
                <a:spAutoFit/>
              </a:bodyPr>
              <a:lstStyle/>
              <a:p>
                <a:pPr>
                  <a:lnSpc>
                    <a:spcPct val="90000"/>
                  </a:lnSpc>
                  <a:spcAft>
                    <a:spcPts val="588"/>
                  </a:spcAft>
                </a:pPr>
                <a:r>
                  <a:rPr lang="en-US" sz="980">
                    <a:gradFill>
                      <a:gsLst>
                        <a:gs pos="2917">
                          <a:schemeClr val="tx1"/>
                        </a:gs>
                        <a:gs pos="30000">
                          <a:schemeClr val="tx1"/>
                        </a:gs>
                      </a:gsLst>
                      <a:lin ang="5400000" scaled="0"/>
                    </a:gradFill>
                  </a:rPr>
                  <a:t>Main colors</a:t>
                </a:r>
              </a:p>
            </p:txBody>
          </p:sp>
          <p:sp>
            <p:nvSpPr>
              <p:cNvPr id="35" name="TextBox 34"/>
              <p:cNvSpPr txBox="1"/>
              <p:nvPr userDrawn="1"/>
            </p:nvSpPr>
            <p:spPr>
              <a:xfrm rot="5400000">
                <a:off x="11746692" y="4228746"/>
                <a:ext cx="2647253" cy="326834"/>
              </a:xfrm>
              <a:prstGeom prst="rect">
                <a:avLst/>
              </a:prstGeom>
              <a:noFill/>
            </p:spPr>
            <p:txBody>
              <a:bodyPr wrap="none" lIns="0" tIns="91440" rIns="182880" bIns="91440" rtlCol="0">
                <a:spAutoFit/>
              </a:bodyPr>
              <a:lstStyle/>
              <a:p>
                <a:pPr>
                  <a:lnSpc>
                    <a:spcPct val="90000"/>
                  </a:lnSpc>
                  <a:spcAft>
                    <a:spcPts val="588"/>
                  </a:spcAft>
                </a:pPr>
                <a:r>
                  <a:rPr lang="en-US" sz="980">
                    <a:gradFill>
                      <a:gsLst>
                        <a:gs pos="2917">
                          <a:schemeClr val="tx1"/>
                        </a:gs>
                        <a:gs pos="30000">
                          <a:schemeClr val="tx1"/>
                        </a:gs>
                      </a:gsLst>
                      <a:lin ang="5400000" scaled="0"/>
                    </a:gradFill>
                  </a:rPr>
                  <a:t>Secondary colors (use only when</a:t>
                </a:r>
                <a:r>
                  <a:rPr lang="en-US" sz="980" baseline="0">
                    <a:gradFill>
                      <a:gsLst>
                        <a:gs pos="2917">
                          <a:schemeClr val="tx1"/>
                        </a:gs>
                        <a:gs pos="30000">
                          <a:schemeClr val="tx1"/>
                        </a:gs>
                      </a:gsLst>
                      <a:lin ang="5400000" scaled="0"/>
                    </a:gradFill>
                  </a:rPr>
                  <a:t> necessary)</a:t>
                </a:r>
                <a:endParaRPr lang="en-US" sz="980">
                  <a:gradFill>
                    <a:gsLst>
                      <a:gs pos="2917">
                        <a:schemeClr val="tx1"/>
                      </a:gs>
                      <a:gs pos="30000">
                        <a:schemeClr val="tx1"/>
                      </a:gs>
                    </a:gsLst>
                    <a:lin ang="5400000" scaled="0"/>
                  </a:gradFill>
                </a:endParaRPr>
              </a:p>
            </p:txBody>
          </p:sp>
        </p:grpSp>
        <p:sp>
          <p:nvSpPr>
            <p:cNvPr id="19" name="Rectangle 18"/>
            <p:cNvSpPr/>
            <p:nvPr userDrawn="1"/>
          </p:nvSpPr>
          <p:spPr bwMode="auto">
            <a:xfrm rot="5400000">
              <a:off x="12328887" y="4272718"/>
              <a:ext cx="869930" cy="289766"/>
            </a:xfrm>
            <a:prstGeom prst="rect">
              <a:avLst/>
            </a:prstGeom>
            <a:solidFill>
              <a:srgbClr val="00188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18584">
                        <a:srgbClr val="FFFFFF"/>
                      </a:gs>
                      <a:gs pos="52000">
                        <a:srgbClr val="FFFFFF"/>
                      </a:gs>
                    </a:gsLst>
                    <a:lin ang="5400000" scaled="0"/>
                  </a:gradFill>
                  <a:latin typeface="+mn-lt"/>
                  <a:ea typeface="Segoe UI" pitchFamily="34" charset="0"/>
                  <a:cs typeface="Segoe UI" pitchFamily="34" charset="0"/>
                </a:rPr>
                <a:t>Mid Blue</a:t>
              </a:r>
            </a:p>
            <a:p>
              <a:pPr algn="l" defTabSz="913927" fontAlgn="base">
                <a:lnSpc>
                  <a:spcPct val="100000"/>
                </a:lnSpc>
                <a:spcBef>
                  <a:spcPct val="0"/>
                </a:spcBef>
                <a:spcAft>
                  <a:spcPct val="0"/>
                </a:spcAft>
              </a:pPr>
              <a:r>
                <a:rPr lang="en-US" sz="490">
                  <a:gradFill>
                    <a:gsLst>
                      <a:gs pos="18584">
                        <a:srgbClr val="FFFFFF"/>
                      </a:gs>
                      <a:gs pos="52000">
                        <a:srgbClr val="FFFFFF"/>
                      </a:gs>
                    </a:gsLst>
                    <a:lin ang="5400000" scaled="0"/>
                  </a:gradFill>
                  <a:ea typeface="Segoe UI" pitchFamily="34" charset="0"/>
                  <a:cs typeface="Segoe UI" pitchFamily="34" charset="0"/>
                </a:rPr>
                <a:t>R:0</a:t>
              </a:r>
              <a:r>
                <a:rPr lang="en-US" sz="490" baseline="0">
                  <a:gradFill>
                    <a:gsLst>
                      <a:gs pos="18584">
                        <a:srgbClr val="FFFFFF"/>
                      </a:gs>
                      <a:gs pos="52000">
                        <a:srgbClr val="FFFFFF"/>
                      </a:gs>
                    </a:gsLst>
                    <a:lin ang="5400000" scaled="0"/>
                  </a:gradFill>
                  <a:ea typeface="Segoe UI" pitchFamily="34" charset="0"/>
                  <a:cs typeface="Segoe UI" pitchFamily="34" charset="0"/>
                </a:rPr>
                <a:t> G:24 B:143</a:t>
              </a:r>
              <a:endParaRPr lang="en-US" sz="490">
                <a:gradFill>
                  <a:gsLst>
                    <a:gs pos="18584">
                      <a:srgbClr val="FFFFFF"/>
                    </a:gs>
                    <a:gs pos="52000">
                      <a:srgbClr val="FFFFFF"/>
                    </a:gs>
                  </a:gsLst>
                  <a:lin ang="5400000" scaled="0"/>
                </a:gradFill>
                <a:ea typeface="Segoe UI" pitchFamily="34" charset="0"/>
                <a:cs typeface="Segoe UI" pitchFamily="34" charset="0"/>
              </a:endParaRPr>
            </a:p>
          </p:txBody>
        </p:sp>
        <p:sp>
          <p:nvSpPr>
            <p:cNvPr id="20" name="Rectangle 19"/>
            <p:cNvSpPr/>
            <p:nvPr userDrawn="1"/>
          </p:nvSpPr>
          <p:spPr bwMode="auto">
            <a:xfrm rot="5400000">
              <a:off x="12328887" y="5187118"/>
              <a:ext cx="869930" cy="289766"/>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0">
                        <a:srgbClr val="FFFFFF"/>
                      </a:gs>
                      <a:gs pos="100000">
                        <a:srgbClr val="FFFFFF"/>
                      </a:gs>
                    </a:gsLst>
                    <a:lin ang="5400000" scaled="0"/>
                  </a:gradFill>
                  <a:latin typeface="+mn-lt"/>
                  <a:ea typeface="Segoe UI" pitchFamily="34" charset="0"/>
                  <a:cs typeface="Segoe UI" pitchFamily="34" charset="0"/>
                </a:rPr>
                <a:t>Green</a:t>
              </a:r>
            </a:p>
            <a:p>
              <a:pPr algn="l" defTabSz="913927" fontAlgn="base">
                <a:lnSpc>
                  <a:spcPct val="100000"/>
                </a:lnSpc>
                <a:spcBef>
                  <a:spcPct val="0"/>
                </a:spcBef>
                <a:spcAft>
                  <a:spcPct val="0"/>
                </a:spcAft>
              </a:pPr>
              <a:r>
                <a:rPr lang="en-US" sz="490">
                  <a:gradFill>
                    <a:gsLst>
                      <a:gs pos="2092">
                        <a:srgbClr val="F8F8F8"/>
                      </a:gs>
                      <a:gs pos="10042">
                        <a:srgbClr val="F8F8F8"/>
                      </a:gs>
                    </a:gsLst>
                    <a:lin ang="5400000" scaled="0"/>
                  </a:gradFill>
                  <a:ea typeface="Segoe UI" pitchFamily="34" charset="0"/>
                  <a:cs typeface="Segoe UI" pitchFamily="34" charset="0"/>
                </a:rPr>
                <a:t>R:</a:t>
              </a:r>
              <a:r>
                <a:rPr lang="en-US" sz="490" baseline="0">
                  <a:gradFill>
                    <a:gsLst>
                      <a:gs pos="2092">
                        <a:srgbClr val="F8F8F8"/>
                      </a:gs>
                      <a:gs pos="10042">
                        <a:srgbClr val="F8F8F8"/>
                      </a:gs>
                    </a:gsLst>
                    <a:lin ang="5400000" scaled="0"/>
                  </a:gradFill>
                  <a:ea typeface="Segoe UI" pitchFamily="34" charset="0"/>
                  <a:cs typeface="Segoe UI" pitchFamily="34" charset="0"/>
                </a:rPr>
                <a:t>16 G:124 B:16</a:t>
              </a:r>
            </a:p>
          </p:txBody>
        </p:sp>
        <p:sp>
          <p:nvSpPr>
            <p:cNvPr id="21" name="Rectangle 20"/>
            <p:cNvSpPr/>
            <p:nvPr userDrawn="1"/>
          </p:nvSpPr>
          <p:spPr bwMode="auto">
            <a:xfrm rot="5400000">
              <a:off x="12328886" y="3353996"/>
              <a:ext cx="869930" cy="289766"/>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13927" rtl="0" eaLnBrk="1" fontAlgn="base" latinLnBrk="0" hangingPunct="1">
                <a:lnSpc>
                  <a:spcPct val="100000"/>
                </a:lnSpc>
                <a:spcBef>
                  <a:spcPct val="0"/>
                </a:spcBef>
                <a:spcAft>
                  <a:spcPct val="0"/>
                </a:spcAft>
              </a:pPr>
              <a:r>
                <a:rPr lang="en-US" sz="490" b="1" kern="1200" baseline="0">
                  <a:gradFill>
                    <a:gsLst>
                      <a:gs pos="66272">
                        <a:srgbClr val="000000"/>
                      </a:gs>
                      <a:gs pos="44000">
                        <a:srgbClr val="000000"/>
                      </a:gs>
                    </a:gsLst>
                    <a:lin ang="5400000" scaled="1"/>
                  </a:gradFill>
                  <a:latin typeface="+mn-lt"/>
                  <a:ea typeface="Segoe UI" pitchFamily="34" charset="0"/>
                  <a:cs typeface="Segoe UI" pitchFamily="34" charset="0"/>
                </a:rPr>
                <a:t>Light Blue</a:t>
              </a:r>
            </a:p>
            <a:p>
              <a:pPr algn="l" defTabSz="913927" fontAlgn="base">
                <a:lnSpc>
                  <a:spcPct val="100000"/>
                </a:lnSpc>
                <a:spcBef>
                  <a:spcPct val="0"/>
                </a:spcBef>
                <a:spcAft>
                  <a:spcPct val="0"/>
                </a:spcAft>
              </a:pPr>
              <a:r>
                <a:rPr lang="en-US" sz="490">
                  <a:gradFill>
                    <a:gsLst>
                      <a:gs pos="66272">
                        <a:srgbClr val="000000"/>
                      </a:gs>
                      <a:gs pos="44000">
                        <a:srgbClr val="000000"/>
                      </a:gs>
                    </a:gsLst>
                    <a:lin ang="5400000" scaled="1"/>
                  </a:gradFill>
                  <a:ea typeface="Segoe UI" pitchFamily="34" charset="0"/>
                  <a:cs typeface="Segoe UI" pitchFamily="34" charset="0"/>
                </a:rPr>
                <a:t>R:0</a:t>
              </a:r>
              <a:r>
                <a:rPr lang="en-US" sz="490" baseline="0">
                  <a:gradFill>
                    <a:gsLst>
                      <a:gs pos="66272">
                        <a:srgbClr val="000000"/>
                      </a:gs>
                      <a:gs pos="44000">
                        <a:srgbClr val="000000"/>
                      </a:gs>
                    </a:gsLst>
                    <a:lin ang="5400000" scaled="1"/>
                  </a:gradFill>
                  <a:ea typeface="Segoe UI" pitchFamily="34" charset="0"/>
                  <a:cs typeface="Segoe UI" pitchFamily="34" charset="0"/>
                </a:rPr>
                <a:t> G:188 B:242</a:t>
              </a:r>
              <a:endParaRPr lang="en-US" sz="490">
                <a:gradFill>
                  <a:gsLst>
                    <a:gs pos="66272">
                      <a:srgbClr val="000000"/>
                    </a:gs>
                    <a:gs pos="44000">
                      <a:srgbClr val="000000"/>
                    </a:gs>
                  </a:gsLst>
                  <a:lin ang="5400000" scaled="1"/>
                </a:gradFill>
                <a:ea typeface="Segoe UI" pitchFamily="34" charset="0"/>
                <a:cs typeface="Segoe UI" pitchFamily="34" charset="0"/>
              </a:endParaRPr>
            </a:p>
          </p:txBody>
        </p:sp>
      </p:grpSp>
      <p:sp>
        <p:nvSpPr>
          <p:cNvPr id="8" name="TextBox 7">
            <a:extLst>
              <a:ext uri="{FF2B5EF4-FFF2-40B4-BE49-F238E27FC236}">
                <a16:creationId xmlns:a16="http://schemas.microsoft.com/office/drawing/2014/main" id="{558DA84F-F353-AE63-4CFF-1606C71E2F71}"/>
              </a:ext>
            </a:extLst>
          </p:cNvPr>
          <p:cNvSpPr txBox="1"/>
          <p:nvPr userDrawn="1">
            <p:extLst>
              <p:ext uri="{1162E1C5-73C7-4A58-AE30-91384D911F3F}">
                <p184:classification xmlns:p184="http://schemas.microsoft.com/office/powerpoint/2018/4/main" val="ftr"/>
              </p:ext>
            </p:extLst>
          </p:nvPr>
        </p:nvSpPr>
        <p:spPr>
          <a:xfrm>
            <a:off x="63500" y="6642100"/>
            <a:ext cx="1741488"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Information Classification: Public </a:t>
            </a:r>
          </a:p>
        </p:txBody>
      </p:sp>
    </p:spTree>
    <p:extLst>
      <p:ext uri="{BB962C8B-B14F-4D97-AF65-F5344CB8AC3E}">
        <p14:creationId xmlns:p14="http://schemas.microsoft.com/office/powerpoint/2010/main" val="351644195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Lst>
  <p:transition>
    <p:fade/>
  </p:transition>
  <p:hf hdr="0"/>
  <p:txStyles>
    <p:titleStyle>
      <a:lvl1pPr algn="l" defTabSz="914192" rtl="0" eaLnBrk="1" latinLnBrk="0" hangingPunct="1">
        <a:lnSpc>
          <a:spcPct val="90000"/>
        </a:lnSpc>
        <a:spcBef>
          <a:spcPct val="0"/>
        </a:spcBef>
        <a:buNone/>
        <a:defRPr lang="en-US" sz="4704"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6080" marR="0" indent="-336080" algn="l" defTabSz="914192" rtl="0" eaLnBrk="1" fontAlgn="auto" latinLnBrk="0" hangingPunct="1">
        <a:lnSpc>
          <a:spcPct val="90000"/>
        </a:lnSpc>
        <a:spcBef>
          <a:spcPct val="20000"/>
        </a:spcBef>
        <a:spcAft>
          <a:spcPts val="0"/>
        </a:spcAft>
        <a:buClrTx/>
        <a:buSzPct val="90000"/>
        <a:buFont typeface="Arial" pitchFamily="34" charset="0"/>
        <a:buChar char="•"/>
        <a:tabLst/>
        <a:defRPr sz="3920" kern="1200" spc="0" baseline="0">
          <a:gradFill>
            <a:gsLst>
              <a:gs pos="1250">
                <a:schemeClr val="tx1"/>
              </a:gs>
              <a:gs pos="100000">
                <a:schemeClr val="tx1"/>
              </a:gs>
            </a:gsLst>
            <a:lin ang="5400000" scaled="0"/>
          </a:gradFill>
          <a:latin typeface="+mj-lt"/>
          <a:ea typeface="+mn-ea"/>
          <a:cs typeface="+mn-cs"/>
        </a:defRPr>
      </a:lvl1pPr>
      <a:lvl2pPr marL="572581" marR="0" indent="-236500" algn="l" defTabSz="914192"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187" marR="0" indent="-224054" algn="l" defTabSz="914192"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241" marR="0" indent="-224054" algn="l" defTabSz="914192"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294" marR="0" indent="-224054" algn="l" defTabSz="914192"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026"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123"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219"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192" rtl="0" eaLnBrk="1" latinLnBrk="0" hangingPunct="1">
        <a:defRPr sz="1765" kern="1200">
          <a:solidFill>
            <a:schemeClr val="tx1"/>
          </a:solidFill>
          <a:latin typeface="+mn-lt"/>
          <a:ea typeface="+mn-ea"/>
          <a:cs typeface="+mn-cs"/>
        </a:defRPr>
      </a:lvl1pPr>
      <a:lvl2pPr marL="457095" algn="l" defTabSz="914192" rtl="0" eaLnBrk="1" latinLnBrk="0" hangingPunct="1">
        <a:defRPr sz="1765" kern="1200">
          <a:solidFill>
            <a:schemeClr val="tx1"/>
          </a:solidFill>
          <a:latin typeface="+mn-lt"/>
          <a:ea typeface="+mn-ea"/>
          <a:cs typeface="+mn-cs"/>
        </a:defRPr>
      </a:lvl2pPr>
      <a:lvl3pPr marL="914192" algn="l" defTabSz="914192" rtl="0" eaLnBrk="1" latinLnBrk="0" hangingPunct="1">
        <a:defRPr sz="1765" kern="1200">
          <a:solidFill>
            <a:schemeClr val="tx1"/>
          </a:solidFill>
          <a:latin typeface="+mn-lt"/>
          <a:ea typeface="+mn-ea"/>
          <a:cs typeface="+mn-cs"/>
        </a:defRPr>
      </a:lvl3pPr>
      <a:lvl4pPr marL="1371287" algn="l" defTabSz="914192" rtl="0" eaLnBrk="1" latinLnBrk="0" hangingPunct="1">
        <a:defRPr sz="1765" kern="1200">
          <a:solidFill>
            <a:schemeClr val="tx1"/>
          </a:solidFill>
          <a:latin typeface="+mn-lt"/>
          <a:ea typeface="+mn-ea"/>
          <a:cs typeface="+mn-cs"/>
        </a:defRPr>
      </a:lvl4pPr>
      <a:lvl5pPr marL="1828383" algn="l" defTabSz="914192" rtl="0" eaLnBrk="1" latinLnBrk="0" hangingPunct="1">
        <a:defRPr sz="1765" kern="1200">
          <a:solidFill>
            <a:schemeClr val="tx1"/>
          </a:solidFill>
          <a:latin typeface="+mn-lt"/>
          <a:ea typeface="+mn-ea"/>
          <a:cs typeface="+mn-cs"/>
        </a:defRPr>
      </a:lvl5pPr>
      <a:lvl6pPr marL="2285479" algn="l" defTabSz="914192" rtl="0" eaLnBrk="1" latinLnBrk="0" hangingPunct="1">
        <a:defRPr sz="1765" kern="1200">
          <a:solidFill>
            <a:schemeClr val="tx1"/>
          </a:solidFill>
          <a:latin typeface="+mn-lt"/>
          <a:ea typeface="+mn-ea"/>
          <a:cs typeface="+mn-cs"/>
        </a:defRPr>
      </a:lvl6pPr>
      <a:lvl7pPr marL="2742575" algn="l" defTabSz="914192" rtl="0" eaLnBrk="1" latinLnBrk="0" hangingPunct="1">
        <a:defRPr sz="1765" kern="1200">
          <a:solidFill>
            <a:schemeClr val="tx1"/>
          </a:solidFill>
          <a:latin typeface="+mn-lt"/>
          <a:ea typeface="+mn-ea"/>
          <a:cs typeface="+mn-cs"/>
        </a:defRPr>
      </a:lvl7pPr>
      <a:lvl8pPr marL="3199670" algn="l" defTabSz="914192" rtl="0" eaLnBrk="1" latinLnBrk="0" hangingPunct="1">
        <a:defRPr sz="1765" kern="1200">
          <a:solidFill>
            <a:schemeClr val="tx1"/>
          </a:solidFill>
          <a:latin typeface="+mn-lt"/>
          <a:ea typeface="+mn-ea"/>
          <a:cs typeface="+mn-cs"/>
        </a:defRPr>
      </a:lvl8pPr>
      <a:lvl9pPr marL="3656767" algn="l" defTabSz="914192"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jp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jpg"/><Relationship Id="rId17" Type="http://schemas.openxmlformats.org/officeDocument/2006/relationships/image" Target="../media/image27.png"/><Relationship Id="rId2" Type="http://schemas.openxmlformats.org/officeDocument/2006/relationships/image" Target="../media/image12.png"/><Relationship Id="rId16" Type="http://schemas.openxmlformats.org/officeDocument/2006/relationships/image" Target="../media/image26.jpg"/><Relationship Id="rId20" Type="http://schemas.openxmlformats.org/officeDocument/2006/relationships/image" Target="../media/image30.png"/><Relationship Id="rId1" Type="http://schemas.openxmlformats.org/officeDocument/2006/relationships/slideLayout" Target="../slideLayouts/slideLayout5.xml"/><Relationship Id="rId6" Type="http://schemas.openxmlformats.org/officeDocument/2006/relationships/image" Target="../media/image16.png"/><Relationship Id="rId11" Type="http://schemas.openxmlformats.org/officeDocument/2006/relationships/image" Target="../media/image21.jpg"/><Relationship Id="rId5" Type="http://schemas.openxmlformats.org/officeDocument/2006/relationships/image" Target="../media/image15.png"/><Relationship Id="rId15" Type="http://schemas.openxmlformats.org/officeDocument/2006/relationships/image" Target="../media/image25.jp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jpg"/><Relationship Id="rId14" Type="http://schemas.openxmlformats.org/officeDocument/2006/relationships/image" Target="../media/image24.jp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2.xml"/><Relationship Id="rId5" Type="http://schemas.openxmlformats.org/officeDocument/2006/relationships/image" Target="../media/image37.jpg"/><Relationship Id="rId4" Type="http://schemas.openxmlformats.org/officeDocument/2006/relationships/image" Target="../media/image36.png"/></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jpg"/><Relationship Id="rId5" Type="http://schemas.openxmlformats.org/officeDocument/2006/relationships/image" Target="../media/image45.jpg"/><Relationship Id="rId4" Type="http://schemas.openxmlformats.org/officeDocument/2006/relationships/image" Target="../media/image44.png"/></Relationships>
</file>

<file path=ppt/slides/_rels/slide10.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5.xml"/><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image" Target="../media/image54.png"/><Relationship Id="rId1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1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5.xml"/><Relationship Id="rId5" Type="http://schemas.openxmlformats.org/officeDocument/2006/relationships/image" Target="../media/image72.png"/><Relationship Id="rId4" Type="http://schemas.openxmlformats.org/officeDocument/2006/relationships/image" Target="../media/image71.png"/></Relationships>
</file>

<file path=ppt/slides/_rels/slide1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jp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20.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image" Target="../media/image78.png"/><Relationship Id="rId1" Type="http://schemas.openxmlformats.org/officeDocument/2006/relationships/slideLayout" Target="../slideLayouts/slideLayout5.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21.xml.rels><?xml version="1.0" encoding="UTF-8" standalone="yes"?>
<Relationships xmlns="http://schemas.openxmlformats.org/package/2006/relationships"><Relationship Id="rId13" Type="http://schemas.openxmlformats.org/officeDocument/2006/relationships/image" Target="../media/image96.jpg"/><Relationship Id="rId18" Type="http://schemas.openxmlformats.org/officeDocument/2006/relationships/image" Target="../media/image101.png"/><Relationship Id="rId26" Type="http://schemas.openxmlformats.org/officeDocument/2006/relationships/image" Target="../media/image109.png"/><Relationship Id="rId39" Type="http://schemas.openxmlformats.org/officeDocument/2006/relationships/image" Target="../media/image122.png"/><Relationship Id="rId21" Type="http://schemas.openxmlformats.org/officeDocument/2006/relationships/image" Target="../media/image104.png"/><Relationship Id="rId34" Type="http://schemas.openxmlformats.org/officeDocument/2006/relationships/image" Target="../media/image117.png"/><Relationship Id="rId42" Type="http://schemas.openxmlformats.org/officeDocument/2006/relationships/image" Target="../media/image125.png"/><Relationship Id="rId47" Type="http://schemas.openxmlformats.org/officeDocument/2006/relationships/image" Target="../media/image130.png"/><Relationship Id="rId50" Type="http://schemas.openxmlformats.org/officeDocument/2006/relationships/image" Target="../media/image133.png"/><Relationship Id="rId7" Type="http://schemas.openxmlformats.org/officeDocument/2006/relationships/image" Target="../media/image90.png"/><Relationship Id="rId2" Type="http://schemas.openxmlformats.org/officeDocument/2006/relationships/image" Target="../media/image85.png"/><Relationship Id="rId16" Type="http://schemas.openxmlformats.org/officeDocument/2006/relationships/image" Target="../media/image99.png"/><Relationship Id="rId29" Type="http://schemas.openxmlformats.org/officeDocument/2006/relationships/image" Target="../media/image112.png"/><Relationship Id="rId11" Type="http://schemas.openxmlformats.org/officeDocument/2006/relationships/image" Target="../media/image94.png"/><Relationship Id="rId24" Type="http://schemas.openxmlformats.org/officeDocument/2006/relationships/image" Target="../media/image107.png"/><Relationship Id="rId32" Type="http://schemas.openxmlformats.org/officeDocument/2006/relationships/image" Target="../media/image115.png"/><Relationship Id="rId37" Type="http://schemas.openxmlformats.org/officeDocument/2006/relationships/image" Target="../media/image120.png"/><Relationship Id="rId40" Type="http://schemas.openxmlformats.org/officeDocument/2006/relationships/image" Target="../media/image123.png"/><Relationship Id="rId45" Type="http://schemas.openxmlformats.org/officeDocument/2006/relationships/image" Target="../media/image128.png"/><Relationship Id="rId53" Type="http://schemas.openxmlformats.org/officeDocument/2006/relationships/image" Target="../media/image136.png"/><Relationship Id="rId5" Type="http://schemas.openxmlformats.org/officeDocument/2006/relationships/image" Target="../media/image88.jpg"/><Relationship Id="rId10" Type="http://schemas.openxmlformats.org/officeDocument/2006/relationships/image" Target="../media/image93.png"/><Relationship Id="rId19" Type="http://schemas.openxmlformats.org/officeDocument/2006/relationships/image" Target="../media/image102.png"/><Relationship Id="rId31" Type="http://schemas.openxmlformats.org/officeDocument/2006/relationships/image" Target="../media/image114.png"/><Relationship Id="rId44" Type="http://schemas.openxmlformats.org/officeDocument/2006/relationships/image" Target="../media/image127.png"/><Relationship Id="rId52" Type="http://schemas.openxmlformats.org/officeDocument/2006/relationships/image" Target="../media/image135.png"/><Relationship Id="rId4" Type="http://schemas.openxmlformats.org/officeDocument/2006/relationships/image" Target="../media/image87.png"/><Relationship Id="rId9" Type="http://schemas.openxmlformats.org/officeDocument/2006/relationships/image" Target="../media/image92.png"/><Relationship Id="rId14" Type="http://schemas.openxmlformats.org/officeDocument/2006/relationships/image" Target="../media/image97.png"/><Relationship Id="rId22" Type="http://schemas.openxmlformats.org/officeDocument/2006/relationships/image" Target="../media/image105.png"/><Relationship Id="rId27" Type="http://schemas.openxmlformats.org/officeDocument/2006/relationships/image" Target="../media/image110.png"/><Relationship Id="rId30" Type="http://schemas.openxmlformats.org/officeDocument/2006/relationships/image" Target="../media/image113.png"/><Relationship Id="rId35" Type="http://schemas.openxmlformats.org/officeDocument/2006/relationships/image" Target="../media/image118.png"/><Relationship Id="rId43" Type="http://schemas.openxmlformats.org/officeDocument/2006/relationships/image" Target="../media/image126.png"/><Relationship Id="rId48" Type="http://schemas.openxmlformats.org/officeDocument/2006/relationships/image" Target="../media/image131.png"/><Relationship Id="rId8" Type="http://schemas.openxmlformats.org/officeDocument/2006/relationships/image" Target="../media/image91.png"/><Relationship Id="rId51" Type="http://schemas.openxmlformats.org/officeDocument/2006/relationships/image" Target="../media/image134.png"/><Relationship Id="rId3" Type="http://schemas.openxmlformats.org/officeDocument/2006/relationships/image" Target="../media/image86.png"/><Relationship Id="rId12" Type="http://schemas.openxmlformats.org/officeDocument/2006/relationships/image" Target="../media/image95.jpg"/><Relationship Id="rId17" Type="http://schemas.openxmlformats.org/officeDocument/2006/relationships/image" Target="../media/image100.png"/><Relationship Id="rId25" Type="http://schemas.openxmlformats.org/officeDocument/2006/relationships/image" Target="../media/image108.png"/><Relationship Id="rId33" Type="http://schemas.openxmlformats.org/officeDocument/2006/relationships/image" Target="../media/image116.png"/><Relationship Id="rId38" Type="http://schemas.openxmlformats.org/officeDocument/2006/relationships/image" Target="../media/image121.png"/><Relationship Id="rId46" Type="http://schemas.openxmlformats.org/officeDocument/2006/relationships/image" Target="../media/image129.png"/><Relationship Id="rId20" Type="http://schemas.openxmlformats.org/officeDocument/2006/relationships/image" Target="../media/image103.png"/><Relationship Id="rId41" Type="http://schemas.openxmlformats.org/officeDocument/2006/relationships/image" Target="../media/image124.jpg"/><Relationship Id="rId1" Type="http://schemas.openxmlformats.org/officeDocument/2006/relationships/slideLayout" Target="../slideLayouts/slideLayout2.xml"/><Relationship Id="rId6" Type="http://schemas.openxmlformats.org/officeDocument/2006/relationships/image" Target="../media/image89.jpg"/><Relationship Id="rId15" Type="http://schemas.openxmlformats.org/officeDocument/2006/relationships/image" Target="../media/image98.png"/><Relationship Id="rId23" Type="http://schemas.openxmlformats.org/officeDocument/2006/relationships/image" Target="../media/image106.png"/><Relationship Id="rId28" Type="http://schemas.openxmlformats.org/officeDocument/2006/relationships/image" Target="../media/image111.png"/><Relationship Id="rId36" Type="http://schemas.openxmlformats.org/officeDocument/2006/relationships/image" Target="../media/image119.png"/><Relationship Id="rId49" Type="http://schemas.openxmlformats.org/officeDocument/2006/relationships/image" Target="../media/image132.png"/></Relationships>
</file>

<file path=ppt/slides/_rels/slide22.xml.rels><?xml version="1.0" encoding="UTF-8" standalone="yes"?>
<Relationships xmlns="http://schemas.openxmlformats.org/package/2006/relationships"><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image" Target="../media/image137.png"/><Relationship Id="rId1" Type="http://schemas.openxmlformats.org/officeDocument/2006/relationships/slideLayout" Target="../slideLayouts/slideLayout5.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23.xml.rels><?xml version="1.0" encoding="UTF-8" standalone="yes"?>
<Relationships xmlns="http://schemas.openxmlformats.org/package/2006/relationships"><Relationship Id="rId13" Type="http://schemas.openxmlformats.org/officeDocument/2006/relationships/image" Target="../media/image154.png"/><Relationship Id="rId18" Type="http://schemas.openxmlformats.org/officeDocument/2006/relationships/image" Target="../media/image159.png"/><Relationship Id="rId26" Type="http://schemas.openxmlformats.org/officeDocument/2006/relationships/image" Target="../media/image167.png"/><Relationship Id="rId3" Type="http://schemas.openxmlformats.org/officeDocument/2006/relationships/image" Target="../media/image144.png"/><Relationship Id="rId21" Type="http://schemas.openxmlformats.org/officeDocument/2006/relationships/image" Target="../media/image162.png"/><Relationship Id="rId34" Type="http://schemas.openxmlformats.org/officeDocument/2006/relationships/image" Target="../media/image175.png"/><Relationship Id="rId7" Type="http://schemas.openxmlformats.org/officeDocument/2006/relationships/image" Target="../media/image148.png"/><Relationship Id="rId12" Type="http://schemas.openxmlformats.org/officeDocument/2006/relationships/image" Target="../media/image153.png"/><Relationship Id="rId17" Type="http://schemas.openxmlformats.org/officeDocument/2006/relationships/image" Target="../media/image158.png"/><Relationship Id="rId25" Type="http://schemas.openxmlformats.org/officeDocument/2006/relationships/image" Target="../media/image166.png"/><Relationship Id="rId33" Type="http://schemas.openxmlformats.org/officeDocument/2006/relationships/image" Target="../media/image174.png"/><Relationship Id="rId2" Type="http://schemas.openxmlformats.org/officeDocument/2006/relationships/image" Target="../media/image143.png"/><Relationship Id="rId16" Type="http://schemas.openxmlformats.org/officeDocument/2006/relationships/image" Target="../media/image157.png"/><Relationship Id="rId20" Type="http://schemas.openxmlformats.org/officeDocument/2006/relationships/image" Target="../media/image161.png"/><Relationship Id="rId29" Type="http://schemas.openxmlformats.org/officeDocument/2006/relationships/image" Target="../media/image170.png"/><Relationship Id="rId1" Type="http://schemas.openxmlformats.org/officeDocument/2006/relationships/slideLayout" Target="../slideLayouts/slideLayout5.xml"/><Relationship Id="rId6" Type="http://schemas.openxmlformats.org/officeDocument/2006/relationships/image" Target="../media/image147.png"/><Relationship Id="rId11" Type="http://schemas.openxmlformats.org/officeDocument/2006/relationships/image" Target="../media/image152.png"/><Relationship Id="rId24" Type="http://schemas.openxmlformats.org/officeDocument/2006/relationships/image" Target="../media/image165.png"/><Relationship Id="rId32" Type="http://schemas.openxmlformats.org/officeDocument/2006/relationships/image" Target="../media/image173.png"/><Relationship Id="rId5" Type="http://schemas.openxmlformats.org/officeDocument/2006/relationships/image" Target="../media/image146.png"/><Relationship Id="rId15" Type="http://schemas.openxmlformats.org/officeDocument/2006/relationships/image" Target="../media/image156.png"/><Relationship Id="rId23" Type="http://schemas.openxmlformats.org/officeDocument/2006/relationships/image" Target="../media/image164.png"/><Relationship Id="rId28" Type="http://schemas.openxmlformats.org/officeDocument/2006/relationships/image" Target="../media/image169.png"/><Relationship Id="rId36" Type="http://schemas.openxmlformats.org/officeDocument/2006/relationships/image" Target="../media/image177.png"/><Relationship Id="rId10" Type="http://schemas.openxmlformats.org/officeDocument/2006/relationships/image" Target="../media/image151.png"/><Relationship Id="rId19" Type="http://schemas.openxmlformats.org/officeDocument/2006/relationships/image" Target="../media/image160.png"/><Relationship Id="rId31" Type="http://schemas.openxmlformats.org/officeDocument/2006/relationships/image" Target="../media/image172.png"/><Relationship Id="rId4" Type="http://schemas.openxmlformats.org/officeDocument/2006/relationships/image" Target="../media/image145.png"/><Relationship Id="rId9" Type="http://schemas.openxmlformats.org/officeDocument/2006/relationships/image" Target="../media/image150.png"/><Relationship Id="rId14" Type="http://schemas.openxmlformats.org/officeDocument/2006/relationships/image" Target="../media/image155.png"/><Relationship Id="rId22" Type="http://schemas.openxmlformats.org/officeDocument/2006/relationships/image" Target="../media/image163.png"/><Relationship Id="rId27" Type="http://schemas.openxmlformats.org/officeDocument/2006/relationships/image" Target="../media/image168.png"/><Relationship Id="rId30" Type="http://schemas.openxmlformats.org/officeDocument/2006/relationships/image" Target="../media/image171.png"/><Relationship Id="rId35" Type="http://schemas.openxmlformats.org/officeDocument/2006/relationships/image" Target="../media/image176.png"/><Relationship Id="rId8" Type="http://schemas.openxmlformats.org/officeDocument/2006/relationships/image" Target="../media/image149.png"/></Relationships>
</file>

<file path=ppt/slides/_rels/slide24.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5.xml"/><Relationship Id="rId5" Type="http://schemas.openxmlformats.org/officeDocument/2006/relationships/image" Target="../media/image181.png"/><Relationship Id="rId4" Type="http://schemas.openxmlformats.org/officeDocument/2006/relationships/image" Target="../media/image180.png"/></Relationships>
</file>

<file path=ppt/slides/_rels/slide25.xml.rels><?xml version="1.0" encoding="UTF-8" standalone="yes"?>
<Relationships xmlns="http://schemas.openxmlformats.org/package/2006/relationships"><Relationship Id="rId3" Type="http://schemas.openxmlformats.org/officeDocument/2006/relationships/image" Target="../media/image183.png"/><Relationship Id="rId7" Type="http://schemas.openxmlformats.org/officeDocument/2006/relationships/image" Target="../media/image187.png"/><Relationship Id="rId2" Type="http://schemas.openxmlformats.org/officeDocument/2006/relationships/image" Target="../media/image182.jpg"/><Relationship Id="rId1" Type="http://schemas.openxmlformats.org/officeDocument/2006/relationships/slideLayout" Target="../slideLayouts/slideLayout5.xml"/><Relationship Id="rId6" Type="http://schemas.openxmlformats.org/officeDocument/2006/relationships/image" Target="../media/image186.png"/><Relationship Id="rId5" Type="http://schemas.openxmlformats.org/officeDocument/2006/relationships/image" Target="../media/image185.png"/><Relationship Id="rId4" Type="http://schemas.openxmlformats.org/officeDocument/2006/relationships/image" Target="../media/image184.png"/></Relationships>
</file>

<file path=ppt/slides/_rels/slide26.xml.rels><?xml version="1.0" encoding="UTF-8" standalone="yes"?>
<Relationships xmlns="http://schemas.openxmlformats.org/package/2006/relationships"><Relationship Id="rId3" Type="http://schemas.openxmlformats.org/officeDocument/2006/relationships/image" Target="../media/image189.jpg"/><Relationship Id="rId2" Type="http://schemas.openxmlformats.org/officeDocument/2006/relationships/image" Target="../media/image188.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90.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191.png"/><Relationship Id="rId1" Type="http://schemas.openxmlformats.org/officeDocument/2006/relationships/slideLayout" Target="../slideLayouts/slideLayout5.xml"/><Relationship Id="rId6" Type="http://schemas.openxmlformats.org/officeDocument/2006/relationships/image" Target="../media/image195.png"/><Relationship Id="rId5" Type="http://schemas.openxmlformats.org/officeDocument/2006/relationships/image" Target="../media/image194.png"/><Relationship Id="rId4" Type="http://schemas.openxmlformats.org/officeDocument/2006/relationships/image" Target="../media/image19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openxmlformats.org/officeDocument/2006/relationships/image" Target="../media/image202.png"/><Relationship Id="rId3" Type="http://schemas.openxmlformats.org/officeDocument/2006/relationships/image" Target="../media/image197.png"/><Relationship Id="rId7" Type="http://schemas.openxmlformats.org/officeDocument/2006/relationships/image" Target="../media/image201.png"/><Relationship Id="rId12" Type="http://schemas.openxmlformats.org/officeDocument/2006/relationships/image" Target="../media/image206.png"/><Relationship Id="rId2" Type="http://schemas.openxmlformats.org/officeDocument/2006/relationships/image" Target="../media/image196.png"/><Relationship Id="rId1" Type="http://schemas.openxmlformats.org/officeDocument/2006/relationships/slideLayout" Target="../slideLayouts/slideLayout5.xml"/><Relationship Id="rId6" Type="http://schemas.openxmlformats.org/officeDocument/2006/relationships/image" Target="../media/image200.png"/><Relationship Id="rId11" Type="http://schemas.openxmlformats.org/officeDocument/2006/relationships/image" Target="../media/image205.png"/><Relationship Id="rId5" Type="http://schemas.openxmlformats.org/officeDocument/2006/relationships/image" Target="../media/image199.png"/><Relationship Id="rId10" Type="http://schemas.openxmlformats.org/officeDocument/2006/relationships/image" Target="../media/image204.png"/><Relationship Id="rId4" Type="http://schemas.openxmlformats.org/officeDocument/2006/relationships/image" Target="../media/image198.png"/><Relationship Id="rId9" Type="http://schemas.openxmlformats.org/officeDocument/2006/relationships/image" Target="../media/image203.png"/></Relationships>
</file>

<file path=ppt/slides/_rels/slide31.xml.rels><?xml version="1.0" encoding="UTF-8" standalone="yes"?>
<Relationships xmlns="http://schemas.openxmlformats.org/package/2006/relationships"><Relationship Id="rId8" Type="http://schemas.openxmlformats.org/officeDocument/2006/relationships/image" Target="../media/image213.png"/><Relationship Id="rId13" Type="http://schemas.openxmlformats.org/officeDocument/2006/relationships/image" Target="../media/image218.png"/><Relationship Id="rId3" Type="http://schemas.openxmlformats.org/officeDocument/2006/relationships/image" Target="../media/image208.png"/><Relationship Id="rId7" Type="http://schemas.openxmlformats.org/officeDocument/2006/relationships/image" Target="../media/image212.png"/><Relationship Id="rId12" Type="http://schemas.openxmlformats.org/officeDocument/2006/relationships/image" Target="../media/image217.png"/><Relationship Id="rId2" Type="http://schemas.openxmlformats.org/officeDocument/2006/relationships/image" Target="../media/image207.png"/><Relationship Id="rId1" Type="http://schemas.openxmlformats.org/officeDocument/2006/relationships/slideLayout" Target="../slideLayouts/slideLayout3.xml"/><Relationship Id="rId6" Type="http://schemas.openxmlformats.org/officeDocument/2006/relationships/image" Target="../media/image211.png"/><Relationship Id="rId11" Type="http://schemas.openxmlformats.org/officeDocument/2006/relationships/image" Target="../media/image216.png"/><Relationship Id="rId5" Type="http://schemas.openxmlformats.org/officeDocument/2006/relationships/image" Target="../media/image210.png"/><Relationship Id="rId10" Type="http://schemas.openxmlformats.org/officeDocument/2006/relationships/image" Target="../media/image215.png"/><Relationship Id="rId4" Type="http://schemas.openxmlformats.org/officeDocument/2006/relationships/image" Target="../media/image209.png"/><Relationship Id="rId9" Type="http://schemas.openxmlformats.org/officeDocument/2006/relationships/image" Target="../media/image214.png"/><Relationship Id="rId14" Type="http://schemas.openxmlformats.org/officeDocument/2006/relationships/image" Target="../media/image219.png"/></Relationships>
</file>

<file path=ppt/slides/_rels/slide32.xml.rels><?xml version="1.0" encoding="UTF-8" standalone="yes"?>
<Relationships xmlns="http://schemas.openxmlformats.org/package/2006/relationships"><Relationship Id="rId2" Type="http://schemas.openxmlformats.org/officeDocument/2006/relationships/image" Target="../media/image220.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21.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22.jp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23.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25.jpg"/><Relationship Id="rId2" Type="http://schemas.openxmlformats.org/officeDocument/2006/relationships/image" Target="../media/image224.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26.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27.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hyperlink" Target="https://livewallpaperhd.com/white-wallpaper-desktop-images-1555/" TargetMode="External"/><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image" Target="../media/image228.jpg"/><Relationship Id="rId1" Type="http://schemas.openxmlformats.org/officeDocument/2006/relationships/slideLayout" Target="../slideLayouts/slideLayout6.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12.png"/><Relationship Id="rId1" Type="http://schemas.openxmlformats.org/officeDocument/2006/relationships/slideLayout" Target="../slideLayouts/slideLayout5.xml"/><Relationship Id="rId5" Type="http://schemas.openxmlformats.org/officeDocument/2006/relationships/image" Target="../media/image231.jpg"/><Relationship Id="rId4" Type="http://schemas.openxmlformats.org/officeDocument/2006/relationships/image" Target="../media/image2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3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235.gif"/><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12192000" cy="685799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0" y="3570731"/>
              <a:ext cx="12192000" cy="3287267"/>
            </a:xfrm>
            <a:prstGeom prst="rect">
              <a:avLst/>
            </a:prstGeom>
            <a:blipFill>
              <a:blip r:embed="rId3" cstate="print"/>
              <a:stretch>
                <a:fillRect/>
              </a:stretch>
            </a:blipFill>
          </p:spPr>
          <p:txBody>
            <a:bodyPr wrap="square" lIns="0" tIns="0" rIns="0" bIns="0" rtlCol="0"/>
            <a:lstStyle/>
            <a:p>
              <a:endParaRPr dirty="0"/>
            </a:p>
          </p:txBody>
        </p:sp>
        <p:sp>
          <p:nvSpPr>
            <p:cNvPr id="5" name="object 5"/>
            <p:cNvSpPr/>
            <p:nvPr/>
          </p:nvSpPr>
          <p:spPr>
            <a:xfrm>
              <a:off x="10574482" y="5912057"/>
              <a:ext cx="217656" cy="200546"/>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10821790" y="5907561"/>
              <a:ext cx="41275" cy="205104"/>
            </a:xfrm>
            <a:custGeom>
              <a:avLst/>
              <a:gdLst/>
              <a:ahLst/>
              <a:cxnLst/>
              <a:rect l="l" t="t" r="r" b="b"/>
              <a:pathLst>
                <a:path w="41275" h="205104">
                  <a:moveTo>
                    <a:pt x="37114" y="61467"/>
                  </a:moveTo>
                  <a:lnTo>
                    <a:pt x="2993" y="61467"/>
                  </a:lnTo>
                  <a:lnTo>
                    <a:pt x="2993" y="205042"/>
                  </a:lnTo>
                  <a:lnTo>
                    <a:pt x="37114" y="205042"/>
                  </a:lnTo>
                  <a:lnTo>
                    <a:pt x="37114" y="61467"/>
                  </a:lnTo>
                  <a:close/>
                </a:path>
                <a:path w="41275" h="205104">
                  <a:moveTo>
                    <a:pt x="26339" y="0"/>
                  </a:moveTo>
                  <a:lnTo>
                    <a:pt x="14965" y="0"/>
                  </a:lnTo>
                  <a:lnTo>
                    <a:pt x="9857" y="2108"/>
                  </a:lnTo>
                  <a:lnTo>
                    <a:pt x="1795" y="9548"/>
                  </a:lnTo>
                  <a:lnTo>
                    <a:pt x="0" y="14322"/>
                  </a:lnTo>
                  <a:lnTo>
                    <a:pt x="0" y="25382"/>
                  </a:lnTo>
                  <a:lnTo>
                    <a:pt x="1795" y="30156"/>
                  </a:lnTo>
                  <a:lnTo>
                    <a:pt x="5986" y="33737"/>
                  </a:lnTo>
                  <a:lnTo>
                    <a:pt x="9857" y="37318"/>
                  </a:lnTo>
                  <a:lnTo>
                    <a:pt x="14646" y="39108"/>
                  </a:lnTo>
                  <a:lnTo>
                    <a:pt x="26019" y="39108"/>
                  </a:lnTo>
                  <a:lnTo>
                    <a:pt x="30808" y="37318"/>
                  </a:lnTo>
                  <a:lnTo>
                    <a:pt x="34999" y="33737"/>
                  </a:lnTo>
                  <a:lnTo>
                    <a:pt x="38910" y="30156"/>
                  </a:lnTo>
                  <a:lnTo>
                    <a:pt x="40985" y="25382"/>
                  </a:lnTo>
                  <a:lnTo>
                    <a:pt x="40985" y="14640"/>
                  </a:lnTo>
                  <a:lnTo>
                    <a:pt x="38910" y="9866"/>
                  </a:lnTo>
                  <a:lnTo>
                    <a:pt x="31128" y="2108"/>
                  </a:lnTo>
                  <a:lnTo>
                    <a:pt x="26339" y="0"/>
                  </a:lnTo>
                  <a:close/>
                </a:path>
              </a:pathLst>
            </a:custGeom>
            <a:solidFill>
              <a:srgbClr val="FDFDFD"/>
            </a:solidFill>
          </p:spPr>
          <p:txBody>
            <a:bodyPr wrap="square" lIns="0" tIns="0" rIns="0" bIns="0" rtlCol="0"/>
            <a:lstStyle/>
            <a:p>
              <a:endParaRPr dirty="0"/>
            </a:p>
          </p:txBody>
        </p:sp>
        <p:sp>
          <p:nvSpPr>
            <p:cNvPr id="7" name="object 7"/>
            <p:cNvSpPr/>
            <p:nvPr/>
          </p:nvSpPr>
          <p:spPr>
            <a:xfrm>
              <a:off x="10882250" y="5965448"/>
              <a:ext cx="112859" cy="150740"/>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11020565" y="5897422"/>
              <a:ext cx="690245" cy="219075"/>
            </a:xfrm>
            <a:custGeom>
              <a:avLst/>
              <a:gdLst/>
              <a:ahLst/>
              <a:cxnLst/>
              <a:rect l="l" t="t" r="r" b="b"/>
              <a:pathLst>
                <a:path w="690245" h="219075">
                  <a:moveTo>
                    <a:pt x="83807" y="71335"/>
                  </a:moveTo>
                  <a:lnTo>
                    <a:pt x="80213" y="69545"/>
                  </a:lnTo>
                  <a:lnTo>
                    <a:pt x="75742" y="68948"/>
                  </a:lnTo>
                  <a:lnTo>
                    <a:pt x="61658" y="68948"/>
                  </a:lnTo>
                  <a:lnTo>
                    <a:pt x="34442" y="96405"/>
                  </a:lnTo>
                  <a:lnTo>
                    <a:pt x="34124" y="96405"/>
                  </a:lnTo>
                  <a:lnTo>
                    <a:pt x="34124" y="71615"/>
                  </a:lnTo>
                  <a:lnTo>
                    <a:pt x="0" y="71615"/>
                  </a:lnTo>
                  <a:lnTo>
                    <a:pt x="0" y="215188"/>
                  </a:lnTo>
                  <a:lnTo>
                    <a:pt x="34124" y="215188"/>
                  </a:lnTo>
                  <a:lnTo>
                    <a:pt x="34124" y="141770"/>
                  </a:lnTo>
                  <a:lnTo>
                    <a:pt x="34632" y="132765"/>
                  </a:lnTo>
                  <a:lnTo>
                    <a:pt x="55397" y="99682"/>
                  </a:lnTo>
                  <a:lnTo>
                    <a:pt x="67360" y="99682"/>
                  </a:lnTo>
                  <a:lnTo>
                    <a:pt x="70954" y="99987"/>
                  </a:lnTo>
                  <a:lnTo>
                    <a:pt x="74549" y="101180"/>
                  </a:lnTo>
                  <a:lnTo>
                    <a:pt x="78143" y="102069"/>
                  </a:lnTo>
                  <a:lnTo>
                    <a:pt x="80810" y="103263"/>
                  </a:lnTo>
                  <a:lnTo>
                    <a:pt x="82334" y="104165"/>
                  </a:lnTo>
                  <a:lnTo>
                    <a:pt x="83807" y="105359"/>
                  </a:lnTo>
                  <a:lnTo>
                    <a:pt x="83807" y="71335"/>
                  </a:lnTo>
                  <a:close/>
                </a:path>
                <a:path w="690245" h="219075">
                  <a:moveTo>
                    <a:pt x="234416" y="142062"/>
                  </a:moveTo>
                  <a:lnTo>
                    <a:pt x="233197" y="125730"/>
                  </a:lnTo>
                  <a:lnTo>
                    <a:pt x="229552" y="111213"/>
                  </a:lnTo>
                  <a:lnTo>
                    <a:pt x="223558" y="98539"/>
                  </a:lnTo>
                  <a:lnTo>
                    <a:pt x="221678" y="96100"/>
                  </a:lnTo>
                  <a:lnTo>
                    <a:pt x="215265" y="87744"/>
                  </a:lnTo>
                  <a:lnTo>
                    <a:pt x="204838" y="79121"/>
                  </a:lnTo>
                  <a:lnTo>
                    <a:pt x="199047" y="76238"/>
                  </a:lnTo>
                  <a:lnTo>
                    <a:pt x="199047" y="142062"/>
                  </a:lnTo>
                  <a:lnTo>
                    <a:pt x="198983" y="145046"/>
                  </a:lnTo>
                  <a:lnTo>
                    <a:pt x="184023" y="183921"/>
                  </a:lnTo>
                  <a:lnTo>
                    <a:pt x="161061" y="190715"/>
                  </a:lnTo>
                  <a:lnTo>
                    <a:pt x="152146" y="189941"/>
                  </a:lnTo>
                  <a:lnTo>
                    <a:pt x="123901" y="163741"/>
                  </a:lnTo>
                  <a:lnTo>
                    <a:pt x="121310" y="145046"/>
                  </a:lnTo>
                  <a:lnTo>
                    <a:pt x="121348" y="142062"/>
                  </a:lnTo>
                  <a:lnTo>
                    <a:pt x="137439" y="103035"/>
                  </a:lnTo>
                  <a:lnTo>
                    <a:pt x="160743" y="96100"/>
                  </a:lnTo>
                  <a:lnTo>
                    <a:pt x="169113" y="96837"/>
                  </a:lnTo>
                  <a:lnTo>
                    <a:pt x="198475" y="132181"/>
                  </a:lnTo>
                  <a:lnTo>
                    <a:pt x="199047" y="142062"/>
                  </a:lnTo>
                  <a:lnTo>
                    <a:pt x="199047" y="76238"/>
                  </a:lnTo>
                  <a:lnTo>
                    <a:pt x="192506" y="72961"/>
                  </a:lnTo>
                  <a:lnTo>
                    <a:pt x="178371" y="69265"/>
                  </a:lnTo>
                  <a:lnTo>
                    <a:pt x="162547" y="68033"/>
                  </a:lnTo>
                  <a:lnTo>
                    <a:pt x="145542" y="69316"/>
                  </a:lnTo>
                  <a:lnTo>
                    <a:pt x="106273" y="88646"/>
                  </a:lnTo>
                  <a:lnTo>
                    <a:pt x="87439" y="128219"/>
                  </a:lnTo>
                  <a:lnTo>
                    <a:pt x="86194" y="145046"/>
                  </a:lnTo>
                  <a:lnTo>
                    <a:pt x="87439" y="161048"/>
                  </a:lnTo>
                  <a:lnTo>
                    <a:pt x="105994" y="198767"/>
                  </a:lnTo>
                  <a:lnTo>
                    <a:pt x="143179" y="217500"/>
                  </a:lnTo>
                  <a:lnTo>
                    <a:pt x="158953" y="218770"/>
                  </a:lnTo>
                  <a:lnTo>
                    <a:pt x="175399" y="217436"/>
                  </a:lnTo>
                  <a:lnTo>
                    <a:pt x="190106" y="213474"/>
                  </a:lnTo>
                  <a:lnTo>
                    <a:pt x="203009" y="206933"/>
                  </a:lnTo>
                  <a:lnTo>
                    <a:pt x="214058" y="197878"/>
                  </a:lnTo>
                  <a:lnTo>
                    <a:pt x="219621" y="190715"/>
                  </a:lnTo>
                  <a:lnTo>
                    <a:pt x="222923" y="186474"/>
                  </a:lnTo>
                  <a:lnTo>
                    <a:pt x="229285" y="173329"/>
                  </a:lnTo>
                  <a:lnTo>
                    <a:pt x="233133" y="158508"/>
                  </a:lnTo>
                  <a:lnTo>
                    <a:pt x="234416" y="142062"/>
                  </a:lnTo>
                  <a:close/>
                </a:path>
                <a:path w="690245" h="219075">
                  <a:moveTo>
                    <a:pt x="346075" y="173710"/>
                  </a:moveTo>
                  <a:lnTo>
                    <a:pt x="326504" y="139534"/>
                  </a:lnTo>
                  <a:lnTo>
                    <a:pt x="298475" y="126542"/>
                  </a:lnTo>
                  <a:lnTo>
                    <a:pt x="291604" y="122961"/>
                  </a:lnTo>
                  <a:lnTo>
                    <a:pt x="286219" y="117589"/>
                  </a:lnTo>
                  <a:lnTo>
                    <a:pt x="284695" y="114007"/>
                  </a:lnTo>
                  <a:lnTo>
                    <a:pt x="284695" y="105054"/>
                  </a:lnTo>
                  <a:lnTo>
                    <a:pt x="286499" y="101777"/>
                  </a:lnTo>
                  <a:lnTo>
                    <a:pt x="290093" y="99085"/>
                  </a:lnTo>
                  <a:lnTo>
                    <a:pt x="293395" y="96405"/>
                  </a:lnTo>
                  <a:lnTo>
                    <a:pt x="298475" y="94907"/>
                  </a:lnTo>
                  <a:lnTo>
                    <a:pt x="310159" y="94907"/>
                  </a:lnTo>
                  <a:lnTo>
                    <a:pt x="316153" y="95808"/>
                  </a:lnTo>
                  <a:lnTo>
                    <a:pt x="321856" y="97599"/>
                  </a:lnTo>
                  <a:lnTo>
                    <a:pt x="327837" y="99390"/>
                  </a:lnTo>
                  <a:lnTo>
                    <a:pt x="332905" y="101777"/>
                  </a:lnTo>
                  <a:lnTo>
                    <a:pt x="337096" y="104457"/>
                  </a:lnTo>
                  <a:lnTo>
                    <a:pt x="338620" y="105651"/>
                  </a:lnTo>
                  <a:lnTo>
                    <a:pt x="338620" y="74320"/>
                  </a:lnTo>
                  <a:lnTo>
                    <a:pt x="310756" y="68033"/>
                  </a:lnTo>
                  <a:lnTo>
                    <a:pt x="305650" y="68033"/>
                  </a:lnTo>
                  <a:lnTo>
                    <a:pt x="265861" y="80289"/>
                  </a:lnTo>
                  <a:lnTo>
                    <a:pt x="250583" y="112217"/>
                  </a:lnTo>
                  <a:lnTo>
                    <a:pt x="250583" y="118783"/>
                  </a:lnTo>
                  <a:lnTo>
                    <a:pt x="251498" y="125056"/>
                  </a:lnTo>
                  <a:lnTo>
                    <a:pt x="253898" y="130124"/>
                  </a:lnTo>
                  <a:lnTo>
                    <a:pt x="255968" y="135204"/>
                  </a:lnTo>
                  <a:lnTo>
                    <a:pt x="259562" y="139674"/>
                  </a:lnTo>
                  <a:lnTo>
                    <a:pt x="264071" y="143256"/>
                  </a:lnTo>
                  <a:lnTo>
                    <a:pt x="268541" y="147142"/>
                  </a:lnTo>
                  <a:lnTo>
                    <a:pt x="275717" y="151028"/>
                  </a:lnTo>
                  <a:lnTo>
                    <a:pt x="292798" y="158178"/>
                  </a:lnTo>
                  <a:lnTo>
                    <a:pt x="298475" y="160870"/>
                  </a:lnTo>
                  <a:lnTo>
                    <a:pt x="311962" y="174002"/>
                  </a:lnTo>
                  <a:lnTo>
                    <a:pt x="311962" y="177584"/>
                  </a:lnTo>
                  <a:lnTo>
                    <a:pt x="310603" y="183857"/>
                  </a:lnTo>
                  <a:lnTo>
                    <a:pt x="306501" y="188328"/>
                  </a:lnTo>
                  <a:lnTo>
                    <a:pt x="299580" y="191020"/>
                  </a:lnTo>
                  <a:lnTo>
                    <a:pt x="289814" y="191909"/>
                  </a:lnTo>
                  <a:lnTo>
                    <a:pt x="284416" y="191909"/>
                  </a:lnTo>
                  <a:lnTo>
                    <a:pt x="278117" y="190715"/>
                  </a:lnTo>
                  <a:lnTo>
                    <a:pt x="270929" y="188328"/>
                  </a:lnTo>
                  <a:lnTo>
                    <a:pt x="264071" y="186245"/>
                  </a:lnTo>
                  <a:lnTo>
                    <a:pt x="257759" y="182956"/>
                  </a:lnTo>
                  <a:lnTo>
                    <a:pt x="251777" y="178777"/>
                  </a:lnTo>
                  <a:lnTo>
                    <a:pt x="250583" y="177584"/>
                  </a:lnTo>
                  <a:lnTo>
                    <a:pt x="250583" y="210718"/>
                  </a:lnTo>
                  <a:lnTo>
                    <a:pt x="250901" y="210718"/>
                  </a:lnTo>
                  <a:lnTo>
                    <a:pt x="255689" y="213093"/>
                  </a:lnTo>
                  <a:lnTo>
                    <a:pt x="261950" y="214884"/>
                  </a:lnTo>
                  <a:lnTo>
                    <a:pt x="276326" y="217881"/>
                  </a:lnTo>
                  <a:lnTo>
                    <a:pt x="282905" y="218770"/>
                  </a:lnTo>
                  <a:lnTo>
                    <a:pt x="288607" y="218770"/>
                  </a:lnTo>
                  <a:lnTo>
                    <a:pt x="330517" y="206235"/>
                  </a:lnTo>
                  <a:lnTo>
                    <a:pt x="345122" y="183324"/>
                  </a:lnTo>
                  <a:lnTo>
                    <a:pt x="346075" y="173710"/>
                  </a:lnTo>
                  <a:close/>
                </a:path>
                <a:path w="690245" h="219075">
                  <a:moveTo>
                    <a:pt x="509257" y="142062"/>
                  </a:moveTo>
                  <a:lnTo>
                    <a:pt x="508076" y="125730"/>
                  </a:lnTo>
                  <a:lnTo>
                    <a:pt x="504507" y="111213"/>
                  </a:lnTo>
                  <a:lnTo>
                    <a:pt x="498525" y="98539"/>
                  </a:lnTo>
                  <a:lnTo>
                    <a:pt x="496620" y="96100"/>
                  </a:lnTo>
                  <a:lnTo>
                    <a:pt x="490105" y="87744"/>
                  </a:lnTo>
                  <a:lnTo>
                    <a:pt x="479729" y="79121"/>
                  </a:lnTo>
                  <a:lnTo>
                    <a:pt x="473887" y="76200"/>
                  </a:lnTo>
                  <a:lnTo>
                    <a:pt x="473887" y="142062"/>
                  </a:lnTo>
                  <a:lnTo>
                    <a:pt x="473837" y="145046"/>
                  </a:lnTo>
                  <a:lnTo>
                    <a:pt x="459028" y="183921"/>
                  </a:lnTo>
                  <a:lnTo>
                    <a:pt x="435914" y="190715"/>
                  </a:lnTo>
                  <a:lnTo>
                    <a:pt x="427037" y="189941"/>
                  </a:lnTo>
                  <a:lnTo>
                    <a:pt x="398741" y="163741"/>
                  </a:lnTo>
                  <a:lnTo>
                    <a:pt x="396163" y="145046"/>
                  </a:lnTo>
                  <a:lnTo>
                    <a:pt x="396189" y="142062"/>
                  </a:lnTo>
                  <a:lnTo>
                    <a:pt x="412419" y="103035"/>
                  </a:lnTo>
                  <a:lnTo>
                    <a:pt x="435597" y="96100"/>
                  </a:lnTo>
                  <a:lnTo>
                    <a:pt x="444080" y="96837"/>
                  </a:lnTo>
                  <a:lnTo>
                    <a:pt x="473316" y="132181"/>
                  </a:lnTo>
                  <a:lnTo>
                    <a:pt x="473887" y="142062"/>
                  </a:lnTo>
                  <a:lnTo>
                    <a:pt x="473887" y="76200"/>
                  </a:lnTo>
                  <a:lnTo>
                    <a:pt x="467461" y="72961"/>
                  </a:lnTo>
                  <a:lnTo>
                    <a:pt x="453339" y="69265"/>
                  </a:lnTo>
                  <a:lnTo>
                    <a:pt x="437388" y="68033"/>
                  </a:lnTo>
                  <a:lnTo>
                    <a:pt x="420573" y="69316"/>
                  </a:lnTo>
                  <a:lnTo>
                    <a:pt x="381393" y="88646"/>
                  </a:lnTo>
                  <a:lnTo>
                    <a:pt x="362331" y="128219"/>
                  </a:lnTo>
                  <a:lnTo>
                    <a:pt x="361048" y="145046"/>
                  </a:lnTo>
                  <a:lnTo>
                    <a:pt x="362280" y="161048"/>
                  </a:lnTo>
                  <a:lnTo>
                    <a:pt x="380796" y="198767"/>
                  </a:lnTo>
                  <a:lnTo>
                    <a:pt x="418160" y="217500"/>
                  </a:lnTo>
                  <a:lnTo>
                    <a:pt x="433793" y="218770"/>
                  </a:lnTo>
                  <a:lnTo>
                    <a:pt x="450240" y="217436"/>
                  </a:lnTo>
                  <a:lnTo>
                    <a:pt x="488911" y="197878"/>
                  </a:lnTo>
                  <a:lnTo>
                    <a:pt x="507974" y="158508"/>
                  </a:lnTo>
                  <a:lnTo>
                    <a:pt x="509257" y="142062"/>
                  </a:lnTo>
                  <a:close/>
                </a:path>
                <a:path w="690245" h="219075">
                  <a:moveTo>
                    <a:pt x="690079" y="71615"/>
                  </a:moveTo>
                  <a:lnTo>
                    <a:pt x="655637" y="71615"/>
                  </a:lnTo>
                  <a:lnTo>
                    <a:pt x="655637" y="28651"/>
                  </a:lnTo>
                  <a:lnTo>
                    <a:pt x="654443" y="28968"/>
                  </a:lnTo>
                  <a:lnTo>
                    <a:pt x="622439" y="38785"/>
                  </a:lnTo>
                  <a:lnTo>
                    <a:pt x="621842" y="39103"/>
                  </a:lnTo>
                  <a:lnTo>
                    <a:pt x="621842" y="71615"/>
                  </a:lnTo>
                  <a:lnTo>
                    <a:pt x="570915" y="71615"/>
                  </a:lnTo>
                  <a:lnTo>
                    <a:pt x="570915" y="45072"/>
                  </a:lnTo>
                  <a:lnTo>
                    <a:pt x="572719" y="38506"/>
                  </a:lnTo>
                  <a:lnTo>
                    <a:pt x="580212" y="29845"/>
                  </a:lnTo>
                  <a:lnTo>
                    <a:pt x="585292" y="27774"/>
                  </a:lnTo>
                  <a:lnTo>
                    <a:pt x="596976" y="27774"/>
                  </a:lnTo>
                  <a:lnTo>
                    <a:pt x="602043" y="28968"/>
                  </a:lnTo>
                  <a:lnTo>
                    <a:pt x="607161" y="31356"/>
                  </a:lnTo>
                  <a:lnTo>
                    <a:pt x="608355" y="31623"/>
                  </a:lnTo>
                  <a:lnTo>
                    <a:pt x="608355" y="2705"/>
                  </a:lnTo>
                  <a:lnTo>
                    <a:pt x="607758" y="2387"/>
                  </a:lnTo>
                  <a:lnTo>
                    <a:pt x="602970" y="914"/>
                  </a:lnTo>
                  <a:lnTo>
                    <a:pt x="596658" y="0"/>
                  </a:lnTo>
                  <a:lnTo>
                    <a:pt x="588594" y="0"/>
                  </a:lnTo>
                  <a:lnTo>
                    <a:pt x="550913" y="14338"/>
                  </a:lnTo>
                  <a:lnTo>
                    <a:pt x="536524" y="51638"/>
                  </a:lnTo>
                  <a:lnTo>
                    <a:pt x="536524" y="71615"/>
                  </a:lnTo>
                  <a:lnTo>
                    <a:pt x="512533" y="71615"/>
                  </a:lnTo>
                  <a:lnTo>
                    <a:pt x="512533" y="99085"/>
                  </a:lnTo>
                  <a:lnTo>
                    <a:pt x="536524" y="99085"/>
                  </a:lnTo>
                  <a:lnTo>
                    <a:pt x="536524" y="215188"/>
                  </a:lnTo>
                  <a:lnTo>
                    <a:pt x="570915" y="215188"/>
                  </a:lnTo>
                  <a:lnTo>
                    <a:pt x="570915" y="99085"/>
                  </a:lnTo>
                  <a:lnTo>
                    <a:pt x="621842" y="99085"/>
                  </a:lnTo>
                  <a:lnTo>
                    <a:pt x="621842" y="172808"/>
                  </a:lnTo>
                  <a:lnTo>
                    <a:pt x="624522" y="192836"/>
                  </a:lnTo>
                  <a:lnTo>
                    <a:pt x="632536" y="207213"/>
                  </a:lnTo>
                  <a:lnTo>
                    <a:pt x="645833" y="215874"/>
                  </a:lnTo>
                  <a:lnTo>
                    <a:pt x="664349" y="218770"/>
                  </a:lnTo>
                  <a:lnTo>
                    <a:pt x="669137" y="218770"/>
                  </a:lnTo>
                  <a:lnTo>
                    <a:pt x="673925" y="218173"/>
                  </a:lnTo>
                  <a:lnTo>
                    <a:pt x="678992" y="216979"/>
                  </a:lnTo>
                  <a:lnTo>
                    <a:pt x="684098" y="216090"/>
                  </a:lnTo>
                  <a:lnTo>
                    <a:pt x="687692" y="214884"/>
                  </a:lnTo>
                  <a:lnTo>
                    <a:pt x="689800" y="213690"/>
                  </a:lnTo>
                  <a:lnTo>
                    <a:pt x="690079" y="213398"/>
                  </a:lnTo>
                  <a:lnTo>
                    <a:pt x="690079" y="185648"/>
                  </a:lnTo>
                  <a:lnTo>
                    <a:pt x="688606" y="186537"/>
                  </a:lnTo>
                  <a:lnTo>
                    <a:pt x="686816" y="187731"/>
                  </a:lnTo>
                  <a:lnTo>
                    <a:pt x="684415" y="188925"/>
                  </a:lnTo>
                  <a:lnTo>
                    <a:pt x="681697" y="189522"/>
                  </a:lnTo>
                  <a:lnTo>
                    <a:pt x="678992" y="190423"/>
                  </a:lnTo>
                  <a:lnTo>
                    <a:pt x="676910" y="190715"/>
                  </a:lnTo>
                  <a:lnTo>
                    <a:pt x="668210" y="190715"/>
                  </a:lnTo>
                  <a:lnTo>
                    <a:pt x="663422" y="188925"/>
                  </a:lnTo>
                  <a:lnTo>
                    <a:pt x="657440" y="181762"/>
                  </a:lnTo>
                  <a:lnTo>
                    <a:pt x="655637" y="175488"/>
                  </a:lnTo>
                  <a:lnTo>
                    <a:pt x="655637" y="99085"/>
                  </a:lnTo>
                  <a:lnTo>
                    <a:pt x="690079" y="99085"/>
                  </a:lnTo>
                  <a:lnTo>
                    <a:pt x="690079" y="71615"/>
                  </a:lnTo>
                  <a:close/>
                </a:path>
              </a:pathLst>
            </a:custGeom>
            <a:solidFill>
              <a:srgbClr val="FDFDFD"/>
            </a:solidFill>
          </p:spPr>
          <p:txBody>
            <a:bodyPr wrap="square" lIns="0" tIns="0" rIns="0" bIns="0" rtlCol="0"/>
            <a:lstStyle/>
            <a:p>
              <a:endParaRPr dirty="0"/>
            </a:p>
          </p:txBody>
        </p:sp>
        <p:sp>
          <p:nvSpPr>
            <p:cNvPr id="9" name="object 9"/>
            <p:cNvSpPr/>
            <p:nvPr/>
          </p:nvSpPr>
          <p:spPr>
            <a:xfrm>
              <a:off x="10138270" y="5845179"/>
              <a:ext cx="335604" cy="334581"/>
            </a:xfrm>
            <a:prstGeom prst="rect">
              <a:avLst/>
            </a:prstGeom>
            <a:blipFill>
              <a:blip r:embed="rId6" cstate="print"/>
              <a:stretch>
                <a:fillRect/>
              </a:stretch>
            </a:blipFill>
          </p:spPr>
          <p:txBody>
            <a:bodyPr wrap="square" lIns="0" tIns="0" rIns="0" bIns="0" rtlCol="0"/>
            <a:lstStyle/>
            <a:p>
              <a:endParaRPr dirty="0"/>
            </a:p>
          </p:txBody>
        </p:sp>
      </p:grpSp>
      <p:sp>
        <p:nvSpPr>
          <p:cNvPr id="10" name="object 10"/>
          <p:cNvSpPr txBox="1"/>
          <p:nvPr/>
        </p:nvSpPr>
        <p:spPr>
          <a:xfrm>
            <a:off x="391158" y="5056428"/>
            <a:ext cx="5704842" cy="1501052"/>
          </a:xfrm>
          <a:prstGeom prst="rect">
            <a:avLst/>
          </a:prstGeom>
        </p:spPr>
        <p:txBody>
          <a:bodyPr vert="horz" wrap="square" lIns="0" tIns="13335" rIns="0" bIns="0" rtlCol="0">
            <a:spAutoFit/>
          </a:bodyPr>
          <a:lstStyle/>
          <a:p>
            <a:pPr marL="12700">
              <a:lnSpc>
                <a:spcPts val="5800"/>
              </a:lnSpc>
              <a:spcBef>
                <a:spcPts val="105"/>
              </a:spcBef>
            </a:pPr>
            <a:r>
              <a:rPr sz="4900" b="1" spc="-215" dirty="0">
                <a:solidFill>
                  <a:srgbClr val="FFFFFF"/>
                </a:solidFill>
                <a:latin typeface="Arial"/>
                <a:cs typeface="Arial"/>
              </a:rPr>
              <a:t>Microsoft </a:t>
            </a:r>
            <a:r>
              <a:rPr sz="4900" b="1" spc="-95" dirty="0">
                <a:solidFill>
                  <a:srgbClr val="FFFFFF"/>
                </a:solidFill>
                <a:latin typeface="Arial"/>
                <a:cs typeface="Arial"/>
              </a:rPr>
              <a:t>3</a:t>
            </a:r>
            <a:r>
              <a:rPr lang="en-US" sz="4900" b="1" spc="-95" dirty="0">
                <a:solidFill>
                  <a:srgbClr val="FFFFFF"/>
                </a:solidFill>
                <a:latin typeface="Arial"/>
                <a:cs typeface="Arial"/>
              </a:rPr>
              <a:t>6</a:t>
            </a:r>
            <a:r>
              <a:rPr sz="4900" b="1" spc="-95" dirty="0">
                <a:solidFill>
                  <a:srgbClr val="FFFFFF"/>
                </a:solidFill>
                <a:latin typeface="Arial"/>
                <a:cs typeface="Arial"/>
              </a:rPr>
              <a:t>5</a:t>
            </a:r>
            <a:r>
              <a:rPr sz="4900" b="1" spc="-495" dirty="0">
                <a:solidFill>
                  <a:srgbClr val="FFFFFF"/>
                </a:solidFill>
                <a:latin typeface="Arial"/>
                <a:cs typeface="Arial"/>
              </a:rPr>
              <a:t> </a:t>
            </a:r>
            <a:r>
              <a:rPr sz="4900" b="1" spc="-440" dirty="0">
                <a:solidFill>
                  <a:srgbClr val="FFFFFF"/>
                </a:solidFill>
                <a:latin typeface="Arial"/>
                <a:cs typeface="Arial"/>
              </a:rPr>
              <a:t>E5</a:t>
            </a:r>
            <a:endParaRPr sz="4900" dirty="0">
              <a:latin typeface="Arial"/>
              <a:cs typeface="Arial"/>
            </a:endParaRPr>
          </a:p>
          <a:p>
            <a:pPr marL="19050">
              <a:lnSpc>
                <a:spcPts val="2860"/>
              </a:lnSpc>
            </a:pPr>
            <a:r>
              <a:rPr lang="en-US" sz="2450" spc="-400" dirty="0">
                <a:solidFill>
                  <a:srgbClr val="FFFFFF"/>
                </a:solidFill>
                <a:latin typeface="Arial Black" panose="020B0A04020102020204" pitchFamily="34" charset="0"/>
                <a:cs typeface="Arial Black"/>
              </a:rPr>
              <a:t>S A L I N   K U M A R</a:t>
            </a:r>
          </a:p>
          <a:p>
            <a:pPr marL="19050">
              <a:lnSpc>
                <a:spcPts val="2860"/>
              </a:lnSpc>
            </a:pPr>
            <a:r>
              <a:rPr lang="en-US" sz="2450" spc="-400" dirty="0">
                <a:solidFill>
                  <a:srgbClr val="FFFFFF"/>
                </a:solidFill>
                <a:latin typeface="Arial Black" panose="020B0A04020102020204" pitchFamily="34" charset="0"/>
                <a:cs typeface="Arial Black"/>
              </a:rPr>
              <a:t>S r .  P r e S a l e s   C o n s u l t a n t – M S C l o u d </a:t>
            </a:r>
            <a:endParaRPr sz="2450" dirty="0">
              <a:latin typeface="Arial Black" panose="020B0A04020102020204" pitchFamily="34" charset="0"/>
              <a:cs typeface="Arial Black"/>
            </a:endParaRPr>
          </a:p>
        </p:txBody>
      </p:sp>
      <p:pic>
        <p:nvPicPr>
          <p:cNvPr id="12" name="x__x0000_i1032">
            <a:extLst>
              <a:ext uri="{FF2B5EF4-FFF2-40B4-BE49-F238E27FC236}">
                <a16:creationId xmlns:a16="http://schemas.microsoft.com/office/drawing/2014/main" id="{C344B593-1A1F-4055-A8F5-00E862E15041}"/>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001000" y="5638800"/>
            <a:ext cx="2006289" cy="58247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062481" y="6271413"/>
            <a:ext cx="1831700" cy="408123"/>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577595" y="509016"/>
            <a:ext cx="9521215" cy="400050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0230611" y="537972"/>
            <a:ext cx="1280160" cy="1240790"/>
          </a:xfrm>
          <a:custGeom>
            <a:avLst/>
            <a:gdLst/>
            <a:ahLst/>
            <a:cxnLst/>
            <a:rect l="l" t="t" r="r" b="b"/>
            <a:pathLst>
              <a:path w="1280159" h="1240789">
                <a:moveTo>
                  <a:pt x="1280159" y="0"/>
                </a:moveTo>
                <a:lnTo>
                  <a:pt x="0" y="0"/>
                </a:lnTo>
                <a:lnTo>
                  <a:pt x="0" y="1240536"/>
                </a:lnTo>
                <a:lnTo>
                  <a:pt x="1280159" y="1240536"/>
                </a:lnTo>
                <a:lnTo>
                  <a:pt x="1280159" y="0"/>
                </a:lnTo>
                <a:close/>
              </a:path>
            </a:pathLst>
          </a:custGeom>
          <a:solidFill>
            <a:srgbClr val="006AC3"/>
          </a:solidFill>
        </p:spPr>
        <p:txBody>
          <a:bodyPr wrap="square" lIns="0" tIns="0" rIns="0" bIns="0" rtlCol="0"/>
          <a:lstStyle/>
          <a:p>
            <a:endParaRPr/>
          </a:p>
        </p:txBody>
      </p:sp>
      <p:sp>
        <p:nvSpPr>
          <p:cNvPr id="5" name="object 5"/>
          <p:cNvSpPr txBox="1"/>
          <p:nvPr/>
        </p:nvSpPr>
        <p:spPr>
          <a:xfrm>
            <a:off x="10230611" y="537972"/>
            <a:ext cx="1280160" cy="1240790"/>
          </a:xfrm>
          <a:prstGeom prst="rect">
            <a:avLst/>
          </a:prstGeom>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35"/>
              </a:spcBef>
            </a:pPr>
            <a:endParaRPr sz="1300" dirty="0">
              <a:latin typeface="Times New Roman"/>
              <a:cs typeface="Times New Roman"/>
            </a:endParaRPr>
          </a:p>
          <a:p>
            <a:pPr marL="82550">
              <a:lnSpc>
                <a:spcPct val="100000"/>
              </a:lnSpc>
            </a:pPr>
            <a:r>
              <a:rPr sz="1100" spc="-215" dirty="0">
                <a:solidFill>
                  <a:srgbClr val="FFFFFF"/>
                </a:solidFill>
                <a:latin typeface="Arial Black"/>
                <a:cs typeface="Arial Black"/>
              </a:rPr>
              <a:t>S</a:t>
            </a:r>
            <a:r>
              <a:rPr lang="en-US" sz="1100" spc="-215" dirty="0">
                <a:solidFill>
                  <a:srgbClr val="FFFFFF"/>
                </a:solidFill>
                <a:latin typeface="Arial Black"/>
                <a:cs typeface="Arial Black"/>
              </a:rPr>
              <a:t> </a:t>
            </a:r>
            <a:r>
              <a:rPr sz="1100" spc="-215" dirty="0">
                <a:solidFill>
                  <a:srgbClr val="FFFFFF"/>
                </a:solidFill>
                <a:latin typeface="Arial Black"/>
                <a:cs typeface="Arial Black"/>
              </a:rPr>
              <a:t>k</a:t>
            </a:r>
            <a:r>
              <a:rPr lang="en-US" sz="1100" spc="-215" dirty="0">
                <a:solidFill>
                  <a:srgbClr val="FFFFFF"/>
                </a:solidFill>
                <a:latin typeface="Arial Black"/>
                <a:cs typeface="Arial Black"/>
              </a:rPr>
              <a:t> </a:t>
            </a:r>
            <a:r>
              <a:rPr sz="1100" spc="-215" dirty="0" err="1">
                <a:solidFill>
                  <a:srgbClr val="FFFFFF"/>
                </a:solidFill>
                <a:latin typeface="Arial Black"/>
                <a:cs typeface="Arial Black"/>
              </a:rPr>
              <a:t>yp</a:t>
            </a:r>
            <a:r>
              <a:rPr lang="en-US" sz="1100" spc="-215" dirty="0">
                <a:solidFill>
                  <a:srgbClr val="FFFFFF"/>
                </a:solidFill>
                <a:latin typeface="Arial Black"/>
                <a:cs typeface="Arial Black"/>
              </a:rPr>
              <a:t> </a:t>
            </a:r>
            <a:r>
              <a:rPr sz="1100" spc="-215" dirty="0">
                <a:solidFill>
                  <a:srgbClr val="FFFFFF"/>
                </a:solidFill>
                <a:latin typeface="Arial Black"/>
                <a:cs typeface="Arial Black"/>
              </a:rPr>
              <a:t>e </a:t>
            </a:r>
            <a:r>
              <a:rPr sz="1100" spc="-145" dirty="0">
                <a:solidFill>
                  <a:srgbClr val="FFFFFF"/>
                </a:solidFill>
                <a:latin typeface="Arial Black"/>
                <a:cs typeface="Arial Black"/>
              </a:rPr>
              <a:t>for</a:t>
            </a:r>
            <a:r>
              <a:rPr sz="1100" spc="-200" dirty="0">
                <a:solidFill>
                  <a:srgbClr val="FFFFFF"/>
                </a:solidFill>
                <a:latin typeface="Arial Black"/>
                <a:cs typeface="Arial Black"/>
              </a:rPr>
              <a:t> </a:t>
            </a:r>
            <a:r>
              <a:rPr sz="1100" spc="-229" dirty="0">
                <a:solidFill>
                  <a:srgbClr val="FFFFFF"/>
                </a:solidFill>
                <a:latin typeface="Arial Black"/>
                <a:cs typeface="Arial Black"/>
              </a:rPr>
              <a:t>B</a:t>
            </a:r>
            <a:r>
              <a:rPr lang="en-US" sz="1100" spc="-229" dirty="0">
                <a:solidFill>
                  <a:srgbClr val="FFFFFF"/>
                </a:solidFill>
                <a:latin typeface="Arial Black"/>
                <a:cs typeface="Arial Black"/>
              </a:rPr>
              <a:t> </a:t>
            </a:r>
            <a:r>
              <a:rPr sz="1100" spc="-229" dirty="0">
                <a:solidFill>
                  <a:srgbClr val="FFFFFF"/>
                </a:solidFill>
                <a:latin typeface="Arial Black"/>
                <a:cs typeface="Arial Black"/>
              </a:rPr>
              <a:t>u</a:t>
            </a:r>
            <a:r>
              <a:rPr lang="en-US" sz="1100" spc="-229" dirty="0">
                <a:solidFill>
                  <a:srgbClr val="FFFFFF"/>
                </a:solidFill>
                <a:latin typeface="Arial Black"/>
                <a:cs typeface="Arial Black"/>
              </a:rPr>
              <a:t> </a:t>
            </a:r>
            <a:r>
              <a:rPr sz="1100" spc="-229" dirty="0">
                <a:solidFill>
                  <a:srgbClr val="FFFFFF"/>
                </a:solidFill>
                <a:latin typeface="Arial Black"/>
                <a:cs typeface="Arial Black"/>
              </a:rPr>
              <a:t>s</a:t>
            </a:r>
            <a:r>
              <a:rPr lang="en-US" sz="1100" spc="-229" dirty="0">
                <a:solidFill>
                  <a:srgbClr val="FFFFFF"/>
                </a:solidFill>
                <a:latin typeface="Arial Black"/>
                <a:cs typeface="Arial Black"/>
              </a:rPr>
              <a:t> I </a:t>
            </a:r>
            <a:r>
              <a:rPr sz="1100" spc="-229" dirty="0">
                <a:solidFill>
                  <a:srgbClr val="FFFFFF"/>
                </a:solidFill>
                <a:latin typeface="Arial Black"/>
                <a:cs typeface="Arial Black"/>
              </a:rPr>
              <a:t>n</a:t>
            </a:r>
            <a:r>
              <a:rPr lang="en-US" sz="1100" spc="-229" dirty="0">
                <a:solidFill>
                  <a:srgbClr val="FFFFFF"/>
                </a:solidFill>
                <a:latin typeface="Arial Black"/>
                <a:cs typeface="Arial Black"/>
              </a:rPr>
              <a:t> </a:t>
            </a:r>
            <a:r>
              <a:rPr sz="1100" spc="-229" dirty="0" err="1">
                <a:solidFill>
                  <a:srgbClr val="FFFFFF"/>
                </a:solidFill>
                <a:latin typeface="Arial Black"/>
                <a:cs typeface="Arial Black"/>
              </a:rPr>
              <a:t>ess</a:t>
            </a:r>
            <a:endParaRPr sz="1100" dirty="0">
              <a:latin typeface="Arial Black"/>
              <a:cs typeface="Arial Black"/>
            </a:endParaRPr>
          </a:p>
        </p:txBody>
      </p:sp>
      <p:sp>
        <p:nvSpPr>
          <p:cNvPr id="6" name="object 6"/>
          <p:cNvSpPr/>
          <p:nvPr/>
        </p:nvSpPr>
        <p:spPr>
          <a:xfrm>
            <a:off x="10459211" y="688848"/>
            <a:ext cx="822959" cy="810767"/>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0230611" y="1883664"/>
            <a:ext cx="1280160" cy="1240790"/>
          </a:xfrm>
          <a:custGeom>
            <a:avLst/>
            <a:gdLst/>
            <a:ahLst/>
            <a:cxnLst/>
            <a:rect l="l" t="t" r="r" b="b"/>
            <a:pathLst>
              <a:path w="1280159" h="1240789">
                <a:moveTo>
                  <a:pt x="1280159" y="0"/>
                </a:moveTo>
                <a:lnTo>
                  <a:pt x="0" y="0"/>
                </a:lnTo>
                <a:lnTo>
                  <a:pt x="0" y="1240536"/>
                </a:lnTo>
                <a:lnTo>
                  <a:pt x="1280159" y="1240536"/>
                </a:lnTo>
                <a:lnTo>
                  <a:pt x="1280159" y="0"/>
                </a:lnTo>
                <a:close/>
              </a:path>
            </a:pathLst>
          </a:custGeom>
          <a:solidFill>
            <a:srgbClr val="D24625"/>
          </a:solidFill>
        </p:spPr>
        <p:txBody>
          <a:bodyPr wrap="square" lIns="0" tIns="0" rIns="0" bIns="0" rtlCol="0"/>
          <a:lstStyle/>
          <a:p>
            <a:endParaRPr/>
          </a:p>
        </p:txBody>
      </p:sp>
      <p:sp>
        <p:nvSpPr>
          <p:cNvPr id="8" name="object 8"/>
          <p:cNvSpPr txBox="1"/>
          <p:nvPr/>
        </p:nvSpPr>
        <p:spPr>
          <a:xfrm>
            <a:off x="10230611" y="1883664"/>
            <a:ext cx="1280160" cy="124079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45"/>
              </a:spcBef>
            </a:pPr>
            <a:endParaRPr sz="1600">
              <a:latin typeface="Times New Roman"/>
              <a:cs typeface="Times New Roman"/>
            </a:endParaRPr>
          </a:p>
          <a:p>
            <a:pPr marL="82550">
              <a:lnSpc>
                <a:spcPct val="100000"/>
              </a:lnSpc>
            </a:pPr>
            <a:r>
              <a:rPr sz="1100" spc="-185" dirty="0">
                <a:solidFill>
                  <a:srgbClr val="FFFFFF"/>
                </a:solidFill>
                <a:latin typeface="Arial Black"/>
                <a:cs typeface="Arial Black"/>
              </a:rPr>
              <a:t>Office</a:t>
            </a:r>
            <a:endParaRPr sz="1100">
              <a:latin typeface="Arial Black"/>
              <a:cs typeface="Arial Black"/>
            </a:endParaRPr>
          </a:p>
          <a:p>
            <a:pPr marL="82550">
              <a:lnSpc>
                <a:spcPct val="100000"/>
              </a:lnSpc>
            </a:pPr>
            <a:r>
              <a:rPr sz="1100" spc="-140" dirty="0">
                <a:solidFill>
                  <a:srgbClr val="FFFFFF"/>
                </a:solidFill>
                <a:latin typeface="Arial Black"/>
                <a:cs typeface="Arial Black"/>
              </a:rPr>
              <a:t>for </a:t>
            </a:r>
            <a:r>
              <a:rPr sz="1100" spc="-175" dirty="0">
                <a:solidFill>
                  <a:srgbClr val="FFFFFF"/>
                </a:solidFill>
                <a:latin typeface="Arial Black"/>
                <a:cs typeface="Arial Black"/>
              </a:rPr>
              <a:t>15</a:t>
            </a:r>
            <a:r>
              <a:rPr sz="1100" spc="-290" dirty="0">
                <a:solidFill>
                  <a:srgbClr val="FFFFFF"/>
                </a:solidFill>
                <a:latin typeface="Arial Black"/>
                <a:cs typeface="Arial Black"/>
              </a:rPr>
              <a:t> </a:t>
            </a:r>
            <a:r>
              <a:rPr sz="1100" spc="-220" dirty="0">
                <a:solidFill>
                  <a:srgbClr val="FFFFFF"/>
                </a:solidFill>
                <a:latin typeface="Arial Black"/>
                <a:cs typeface="Arial Black"/>
              </a:rPr>
              <a:t>Devices</a:t>
            </a:r>
            <a:endParaRPr sz="1100">
              <a:latin typeface="Arial Black"/>
              <a:cs typeface="Arial Black"/>
            </a:endParaRPr>
          </a:p>
        </p:txBody>
      </p:sp>
      <p:sp>
        <p:nvSpPr>
          <p:cNvPr id="9" name="object 9"/>
          <p:cNvSpPr/>
          <p:nvPr/>
        </p:nvSpPr>
        <p:spPr>
          <a:xfrm>
            <a:off x="10230611" y="4573523"/>
            <a:ext cx="1280160" cy="1240790"/>
          </a:xfrm>
          <a:custGeom>
            <a:avLst/>
            <a:gdLst/>
            <a:ahLst/>
            <a:cxnLst/>
            <a:rect l="l" t="t" r="r" b="b"/>
            <a:pathLst>
              <a:path w="1280159" h="1240789">
                <a:moveTo>
                  <a:pt x="1280159" y="0"/>
                </a:moveTo>
                <a:lnTo>
                  <a:pt x="0" y="0"/>
                </a:lnTo>
                <a:lnTo>
                  <a:pt x="0" y="1240536"/>
                </a:lnTo>
                <a:lnTo>
                  <a:pt x="1280159" y="1240536"/>
                </a:lnTo>
                <a:lnTo>
                  <a:pt x="1280159" y="0"/>
                </a:lnTo>
                <a:close/>
              </a:path>
            </a:pathLst>
          </a:custGeom>
          <a:solidFill>
            <a:srgbClr val="006AC3"/>
          </a:solidFill>
        </p:spPr>
        <p:txBody>
          <a:bodyPr wrap="square" lIns="0" tIns="0" rIns="0" bIns="0" rtlCol="0"/>
          <a:lstStyle/>
          <a:p>
            <a:endParaRPr/>
          </a:p>
        </p:txBody>
      </p:sp>
      <p:sp>
        <p:nvSpPr>
          <p:cNvPr id="10" name="object 10"/>
          <p:cNvSpPr txBox="1"/>
          <p:nvPr/>
        </p:nvSpPr>
        <p:spPr>
          <a:xfrm>
            <a:off x="10230611" y="4573523"/>
            <a:ext cx="1280160" cy="124079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45"/>
              </a:spcBef>
            </a:pPr>
            <a:endParaRPr sz="1300">
              <a:latin typeface="Times New Roman"/>
              <a:cs typeface="Times New Roman"/>
            </a:endParaRPr>
          </a:p>
          <a:p>
            <a:pPr marL="104775">
              <a:lnSpc>
                <a:spcPct val="100000"/>
              </a:lnSpc>
              <a:spcBef>
                <a:spcPts val="5"/>
              </a:spcBef>
            </a:pPr>
            <a:r>
              <a:rPr sz="1100" spc="-225" dirty="0">
                <a:solidFill>
                  <a:srgbClr val="FFFFFF"/>
                </a:solidFill>
                <a:latin typeface="Arial Black"/>
                <a:cs typeface="Arial Black"/>
              </a:rPr>
              <a:t>ATP,</a:t>
            </a:r>
            <a:r>
              <a:rPr sz="1100" spc="-215" dirty="0">
                <a:solidFill>
                  <a:srgbClr val="FFFFFF"/>
                </a:solidFill>
                <a:latin typeface="Arial Black"/>
                <a:cs typeface="Arial Black"/>
              </a:rPr>
              <a:t> </a:t>
            </a:r>
            <a:r>
              <a:rPr sz="1100" spc="-110" dirty="0">
                <a:solidFill>
                  <a:srgbClr val="FFFFFF"/>
                </a:solidFill>
                <a:latin typeface="Arial Black"/>
                <a:cs typeface="Arial Black"/>
              </a:rPr>
              <a:t>MDM</a:t>
            </a:r>
            <a:r>
              <a:rPr sz="1100" spc="-225" dirty="0">
                <a:solidFill>
                  <a:srgbClr val="FFFFFF"/>
                </a:solidFill>
                <a:latin typeface="Arial Black"/>
                <a:cs typeface="Arial Black"/>
              </a:rPr>
              <a:t> </a:t>
            </a:r>
            <a:r>
              <a:rPr sz="1100" spc="-95" dirty="0">
                <a:solidFill>
                  <a:srgbClr val="FFFFFF"/>
                </a:solidFill>
                <a:latin typeface="Arial Black"/>
                <a:cs typeface="Arial Black"/>
              </a:rPr>
              <a:t>&amp;</a:t>
            </a:r>
            <a:r>
              <a:rPr sz="1100" spc="-225" dirty="0">
                <a:solidFill>
                  <a:srgbClr val="FFFFFF"/>
                </a:solidFill>
                <a:latin typeface="Arial Black"/>
                <a:cs typeface="Arial Black"/>
              </a:rPr>
              <a:t> </a:t>
            </a:r>
            <a:r>
              <a:rPr sz="1100" spc="-180" dirty="0">
                <a:solidFill>
                  <a:srgbClr val="FFFFFF"/>
                </a:solidFill>
                <a:latin typeface="Arial Black"/>
                <a:cs typeface="Arial Black"/>
              </a:rPr>
              <a:t>IRM</a:t>
            </a:r>
            <a:endParaRPr sz="1100">
              <a:latin typeface="Arial Black"/>
              <a:cs typeface="Arial Black"/>
            </a:endParaRPr>
          </a:p>
        </p:txBody>
      </p:sp>
      <p:sp>
        <p:nvSpPr>
          <p:cNvPr id="11" name="object 11"/>
          <p:cNvSpPr/>
          <p:nvPr/>
        </p:nvSpPr>
        <p:spPr>
          <a:xfrm>
            <a:off x="10556747" y="2136648"/>
            <a:ext cx="510540" cy="60350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10570464" y="4800600"/>
            <a:ext cx="539496" cy="638556"/>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6099047" y="4558284"/>
            <a:ext cx="1264920" cy="1240790"/>
          </a:xfrm>
          <a:custGeom>
            <a:avLst/>
            <a:gdLst/>
            <a:ahLst/>
            <a:cxnLst/>
            <a:rect l="l" t="t" r="r" b="b"/>
            <a:pathLst>
              <a:path w="1264920" h="1240789">
                <a:moveTo>
                  <a:pt x="1264920" y="0"/>
                </a:moveTo>
                <a:lnTo>
                  <a:pt x="0" y="0"/>
                </a:lnTo>
                <a:lnTo>
                  <a:pt x="0" y="1240536"/>
                </a:lnTo>
                <a:lnTo>
                  <a:pt x="1264920" y="1240536"/>
                </a:lnTo>
                <a:lnTo>
                  <a:pt x="1264920" y="0"/>
                </a:lnTo>
                <a:close/>
              </a:path>
            </a:pathLst>
          </a:custGeom>
          <a:solidFill>
            <a:srgbClr val="006AC3"/>
          </a:solidFill>
        </p:spPr>
        <p:txBody>
          <a:bodyPr wrap="square" lIns="0" tIns="0" rIns="0" bIns="0" rtlCol="0"/>
          <a:lstStyle/>
          <a:p>
            <a:endParaRPr/>
          </a:p>
        </p:txBody>
      </p:sp>
      <p:sp>
        <p:nvSpPr>
          <p:cNvPr id="14" name="object 14"/>
          <p:cNvSpPr txBox="1"/>
          <p:nvPr/>
        </p:nvSpPr>
        <p:spPr>
          <a:xfrm>
            <a:off x="6099047" y="4558284"/>
            <a:ext cx="1264920" cy="124079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40"/>
              </a:spcBef>
            </a:pPr>
            <a:endParaRPr sz="1300">
              <a:latin typeface="Times New Roman"/>
              <a:cs typeface="Times New Roman"/>
            </a:endParaRPr>
          </a:p>
          <a:p>
            <a:pPr marL="81915">
              <a:lnSpc>
                <a:spcPct val="100000"/>
              </a:lnSpc>
              <a:spcBef>
                <a:spcPts val="5"/>
              </a:spcBef>
            </a:pPr>
            <a:r>
              <a:rPr sz="1100" spc="-210" dirty="0">
                <a:solidFill>
                  <a:srgbClr val="FFFFFF"/>
                </a:solidFill>
                <a:latin typeface="Arial Black"/>
                <a:cs typeface="Arial Black"/>
              </a:rPr>
              <a:t>eDiscovery</a:t>
            </a:r>
            <a:endParaRPr sz="1100">
              <a:latin typeface="Arial Black"/>
              <a:cs typeface="Arial Black"/>
            </a:endParaRPr>
          </a:p>
        </p:txBody>
      </p:sp>
      <p:sp>
        <p:nvSpPr>
          <p:cNvPr id="15" name="object 15"/>
          <p:cNvSpPr/>
          <p:nvPr/>
        </p:nvSpPr>
        <p:spPr>
          <a:xfrm>
            <a:off x="6444996" y="4783835"/>
            <a:ext cx="539496" cy="640079"/>
          </a:xfrm>
          <a:prstGeom prst="rect">
            <a:avLst/>
          </a:prstGeom>
          <a:blipFill>
            <a:blip r:embed="rId6" cstate="print"/>
            <a:stretch>
              <a:fillRect/>
            </a:stretch>
          </a:blipFill>
        </p:spPr>
        <p:txBody>
          <a:bodyPr wrap="square" lIns="0" tIns="0" rIns="0" bIns="0" rtlCol="0"/>
          <a:lstStyle/>
          <a:p>
            <a:endParaRPr/>
          </a:p>
        </p:txBody>
      </p:sp>
      <p:sp>
        <p:nvSpPr>
          <p:cNvPr id="16" name="object 16"/>
          <p:cNvSpPr/>
          <p:nvPr/>
        </p:nvSpPr>
        <p:spPr>
          <a:xfrm>
            <a:off x="4706111" y="4558284"/>
            <a:ext cx="1266825" cy="1240790"/>
          </a:xfrm>
          <a:custGeom>
            <a:avLst/>
            <a:gdLst/>
            <a:ahLst/>
            <a:cxnLst/>
            <a:rect l="l" t="t" r="r" b="b"/>
            <a:pathLst>
              <a:path w="1266825" h="1240789">
                <a:moveTo>
                  <a:pt x="1266443" y="0"/>
                </a:moveTo>
                <a:lnTo>
                  <a:pt x="0" y="0"/>
                </a:lnTo>
                <a:lnTo>
                  <a:pt x="0" y="1240536"/>
                </a:lnTo>
                <a:lnTo>
                  <a:pt x="1266443" y="1240536"/>
                </a:lnTo>
                <a:lnTo>
                  <a:pt x="1266443" y="0"/>
                </a:lnTo>
                <a:close/>
              </a:path>
            </a:pathLst>
          </a:custGeom>
          <a:solidFill>
            <a:srgbClr val="0195AA"/>
          </a:solidFill>
        </p:spPr>
        <p:txBody>
          <a:bodyPr wrap="square" lIns="0" tIns="0" rIns="0" bIns="0" rtlCol="0"/>
          <a:lstStyle/>
          <a:p>
            <a:endParaRPr/>
          </a:p>
        </p:txBody>
      </p:sp>
      <p:sp>
        <p:nvSpPr>
          <p:cNvPr id="17" name="object 17"/>
          <p:cNvSpPr txBox="1"/>
          <p:nvPr/>
        </p:nvSpPr>
        <p:spPr>
          <a:xfrm>
            <a:off x="4706111" y="4558284"/>
            <a:ext cx="1266825" cy="124079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40"/>
              </a:spcBef>
            </a:pPr>
            <a:endParaRPr sz="1300">
              <a:latin typeface="Times New Roman"/>
              <a:cs typeface="Times New Roman"/>
            </a:endParaRPr>
          </a:p>
          <a:p>
            <a:pPr marL="81915">
              <a:lnSpc>
                <a:spcPct val="100000"/>
              </a:lnSpc>
              <a:spcBef>
                <a:spcPts val="5"/>
              </a:spcBef>
            </a:pPr>
            <a:r>
              <a:rPr sz="1100" spc="-204" dirty="0">
                <a:solidFill>
                  <a:srgbClr val="FFFFFF"/>
                </a:solidFill>
                <a:latin typeface="Arial Black"/>
                <a:cs typeface="Arial Black"/>
              </a:rPr>
              <a:t>MyAnalytics</a:t>
            </a:r>
            <a:endParaRPr sz="1100">
              <a:latin typeface="Arial Black"/>
              <a:cs typeface="Arial Black"/>
            </a:endParaRPr>
          </a:p>
        </p:txBody>
      </p:sp>
      <p:sp>
        <p:nvSpPr>
          <p:cNvPr id="18" name="object 18"/>
          <p:cNvSpPr/>
          <p:nvPr/>
        </p:nvSpPr>
        <p:spPr>
          <a:xfrm>
            <a:off x="7467600" y="4561332"/>
            <a:ext cx="1266825" cy="1237615"/>
          </a:xfrm>
          <a:custGeom>
            <a:avLst/>
            <a:gdLst/>
            <a:ahLst/>
            <a:cxnLst/>
            <a:rect l="l" t="t" r="r" b="b"/>
            <a:pathLst>
              <a:path w="1266825" h="1237614">
                <a:moveTo>
                  <a:pt x="1266444" y="0"/>
                </a:moveTo>
                <a:lnTo>
                  <a:pt x="0" y="0"/>
                </a:lnTo>
                <a:lnTo>
                  <a:pt x="0" y="1237488"/>
                </a:lnTo>
                <a:lnTo>
                  <a:pt x="1266444" y="1237488"/>
                </a:lnTo>
                <a:lnTo>
                  <a:pt x="1266444" y="0"/>
                </a:lnTo>
                <a:close/>
              </a:path>
            </a:pathLst>
          </a:custGeom>
          <a:solidFill>
            <a:srgbClr val="006AC3"/>
          </a:solidFill>
        </p:spPr>
        <p:txBody>
          <a:bodyPr wrap="square" lIns="0" tIns="0" rIns="0" bIns="0" rtlCol="0"/>
          <a:lstStyle/>
          <a:p>
            <a:endParaRPr/>
          </a:p>
        </p:txBody>
      </p:sp>
      <p:sp>
        <p:nvSpPr>
          <p:cNvPr id="19" name="object 19"/>
          <p:cNvSpPr txBox="1"/>
          <p:nvPr/>
        </p:nvSpPr>
        <p:spPr>
          <a:xfrm>
            <a:off x="7467600" y="4561332"/>
            <a:ext cx="1266825" cy="1237615"/>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200">
              <a:latin typeface="Times New Roman"/>
              <a:cs typeface="Times New Roman"/>
            </a:endParaRPr>
          </a:p>
          <a:p>
            <a:pPr marL="106045">
              <a:lnSpc>
                <a:spcPct val="100000"/>
              </a:lnSpc>
            </a:pPr>
            <a:r>
              <a:rPr sz="1100" spc="-180" dirty="0">
                <a:solidFill>
                  <a:srgbClr val="FFFFFF"/>
                </a:solidFill>
                <a:latin typeface="Arial Black"/>
                <a:cs typeface="Arial Black"/>
              </a:rPr>
              <a:t>MFA </a:t>
            </a:r>
            <a:r>
              <a:rPr sz="1100" spc="-170" dirty="0">
                <a:solidFill>
                  <a:srgbClr val="FFFFFF"/>
                </a:solidFill>
                <a:latin typeface="Arial Black"/>
                <a:cs typeface="Arial Black"/>
              </a:rPr>
              <a:t>and</a:t>
            </a:r>
            <a:r>
              <a:rPr sz="1100" spc="-250" dirty="0">
                <a:solidFill>
                  <a:srgbClr val="FFFFFF"/>
                </a:solidFill>
                <a:latin typeface="Arial Black"/>
                <a:cs typeface="Arial Black"/>
              </a:rPr>
              <a:t> </a:t>
            </a:r>
            <a:r>
              <a:rPr sz="1100" spc="-190" dirty="0">
                <a:solidFill>
                  <a:srgbClr val="FFFFFF"/>
                </a:solidFill>
                <a:latin typeface="Arial Black"/>
                <a:cs typeface="Arial Black"/>
              </a:rPr>
              <a:t>Identity</a:t>
            </a:r>
            <a:endParaRPr sz="1100">
              <a:latin typeface="Arial Black"/>
              <a:cs typeface="Arial Black"/>
            </a:endParaRPr>
          </a:p>
        </p:txBody>
      </p:sp>
      <p:sp>
        <p:nvSpPr>
          <p:cNvPr id="20" name="object 20"/>
          <p:cNvSpPr txBox="1"/>
          <p:nvPr/>
        </p:nvSpPr>
        <p:spPr>
          <a:xfrm>
            <a:off x="3339084" y="4543044"/>
            <a:ext cx="1228725" cy="1240790"/>
          </a:xfrm>
          <a:prstGeom prst="rect">
            <a:avLst/>
          </a:prstGeom>
          <a:solidFill>
            <a:srgbClr val="006AC3"/>
          </a:solidFill>
        </p:spPr>
        <p:txBody>
          <a:bodyPr vert="horz" wrap="square" lIns="0" tIns="330835" rIns="0" bIns="0" rtlCol="0">
            <a:spAutoFit/>
          </a:bodyPr>
          <a:lstStyle/>
          <a:p>
            <a:pPr marL="74295">
              <a:lnSpc>
                <a:spcPct val="100000"/>
              </a:lnSpc>
              <a:spcBef>
                <a:spcPts val="2605"/>
              </a:spcBef>
            </a:pPr>
            <a:r>
              <a:rPr sz="2800" spc="-450" dirty="0">
                <a:solidFill>
                  <a:srgbClr val="FFFFFF"/>
                </a:solidFill>
                <a:latin typeface="Arial Black"/>
                <a:cs typeface="Arial Black"/>
              </a:rPr>
              <a:t>99.96%</a:t>
            </a:r>
            <a:endParaRPr sz="2800">
              <a:latin typeface="Arial Black"/>
              <a:cs typeface="Arial Black"/>
            </a:endParaRPr>
          </a:p>
          <a:p>
            <a:pPr marL="43180">
              <a:lnSpc>
                <a:spcPct val="100000"/>
              </a:lnSpc>
              <a:spcBef>
                <a:spcPts val="2014"/>
              </a:spcBef>
            </a:pPr>
            <a:r>
              <a:rPr sz="1100" spc="-195" dirty="0">
                <a:solidFill>
                  <a:srgbClr val="FFFFFF"/>
                </a:solidFill>
                <a:latin typeface="Arial Black"/>
                <a:cs typeface="Arial Black"/>
              </a:rPr>
              <a:t>Availability</a:t>
            </a:r>
            <a:endParaRPr sz="1100">
              <a:latin typeface="Arial Black"/>
              <a:cs typeface="Arial Black"/>
            </a:endParaRPr>
          </a:p>
        </p:txBody>
      </p:sp>
      <p:sp>
        <p:nvSpPr>
          <p:cNvPr id="21" name="object 21"/>
          <p:cNvSpPr/>
          <p:nvPr/>
        </p:nvSpPr>
        <p:spPr>
          <a:xfrm>
            <a:off x="7703819" y="4661915"/>
            <a:ext cx="771144" cy="816863"/>
          </a:xfrm>
          <a:prstGeom prst="rect">
            <a:avLst/>
          </a:prstGeom>
          <a:blipFill>
            <a:blip r:embed="rId7" cstate="print"/>
            <a:stretch>
              <a:fillRect/>
            </a:stretch>
          </a:blipFill>
        </p:spPr>
        <p:txBody>
          <a:bodyPr wrap="square" lIns="0" tIns="0" rIns="0" bIns="0" rtlCol="0"/>
          <a:lstStyle/>
          <a:p>
            <a:endParaRPr/>
          </a:p>
        </p:txBody>
      </p:sp>
      <p:sp>
        <p:nvSpPr>
          <p:cNvPr id="22" name="object 22"/>
          <p:cNvSpPr/>
          <p:nvPr/>
        </p:nvSpPr>
        <p:spPr>
          <a:xfrm>
            <a:off x="577595" y="4539996"/>
            <a:ext cx="1228725" cy="1242060"/>
          </a:xfrm>
          <a:custGeom>
            <a:avLst/>
            <a:gdLst/>
            <a:ahLst/>
            <a:cxnLst/>
            <a:rect l="l" t="t" r="r" b="b"/>
            <a:pathLst>
              <a:path w="1228725" h="1242060">
                <a:moveTo>
                  <a:pt x="1228344" y="0"/>
                </a:moveTo>
                <a:lnTo>
                  <a:pt x="0" y="0"/>
                </a:lnTo>
                <a:lnTo>
                  <a:pt x="0" y="1242059"/>
                </a:lnTo>
                <a:lnTo>
                  <a:pt x="1228344" y="1242059"/>
                </a:lnTo>
                <a:lnTo>
                  <a:pt x="1228344" y="0"/>
                </a:lnTo>
                <a:close/>
              </a:path>
            </a:pathLst>
          </a:custGeom>
          <a:solidFill>
            <a:srgbClr val="30752E"/>
          </a:solidFill>
        </p:spPr>
        <p:txBody>
          <a:bodyPr wrap="square" lIns="0" tIns="0" rIns="0" bIns="0" rtlCol="0"/>
          <a:lstStyle/>
          <a:p>
            <a:endParaRPr/>
          </a:p>
        </p:txBody>
      </p:sp>
      <p:sp>
        <p:nvSpPr>
          <p:cNvPr id="23" name="object 23"/>
          <p:cNvSpPr txBox="1"/>
          <p:nvPr/>
        </p:nvSpPr>
        <p:spPr>
          <a:xfrm>
            <a:off x="577595" y="4539996"/>
            <a:ext cx="1228725" cy="124206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50"/>
              </a:spcBef>
            </a:pPr>
            <a:endParaRPr sz="1300">
              <a:latin typeface="Times New Roman"/>
              <a:cs typeface="Times New Roman"/>
            </a:endParaRPr>
          </a:p>
          <a:p>
            <a:pPr marL="74295">
              <a:lnSpc>
                <a:spcPct val="100000"/>
              </a:lnSpc>
              <a:spcBef>
                <a:spcPts val="5"/>
              </a:spcBef>
            </a:pPr>
            <a:r>
              <a:rPr sz="1100" spc="-210" dirty="0">
                <a:solidFill>
                  <a:srgbClr val="FFFFFF"/>
                </a:solidFill>
                <a:latin typeface="Arial Black"/>
                <a:cs typeface="Arial Black"/>
              </a:rPr>
              <a:t>Forms</a:t>
            </a:r>
            <a:endParaRPr sz="1100">
              <a:latin typeface="Arial Black"/>
              <a:cs typeface="Arial Black"/>
            </a:endParaRPr>
          </a:p>
        </p:txBody>
      </p:sp>
      <p:sp>
        <p:nvSpPr>
          <p:cNvPr id="24" name="object 24"/>
          <p:cNvSpPr/>
          <p:nvPr/>
        </p:nvSpPr>
        <p:spPr>
          <a:xfrm>
            <a:off x="1930907" y="4539996"/>
            <a:ext cx="1257300" cy="1242060"/>
          </a:xfrm>
          <a:custGeom>
            <a:avLst/>
            <a:gdLst/>
            <a:ahLst/>
            <a:cxnLst/>
            <a:rect l="l" t="t" r="r" b="b"/>
            <a:pathLst>
              <a:path w="1257300" h="1242060">
                <a:moveTo>
                  <a:pt x="1257300" y="0"/>
                </a:moveTo>
                <a:lnTo>
                  <a:pt x="0" y="0"/>
                </a:lnTo>
                <a:lnTo>
                  <a:pt x="0" y="1242059"/>
                </a:lnTo>
                <a:lnTo>
                  <a:pt x="1257300" y="1242059"/>
                </a:lnTo>
                <a:lnTo>
                  <a:pt x="1257300" y="0"/>
                </a:lnTo>
                <a:close/>
              </a:path>
            </a:pathLst>
          </a:custGeom>
          <a:solidFill>
            <a:srgbClr val="006AC3"/>
          </a:solidFill>
        </p:spPr>
        <p:txBody>
          <a:bodyPr wrap="square" lIns="0" tIns="0" rIns="0" bIns="0" rtlCol="0"/>
          <a:lstStyle/>
          <a:p>
            <a:endParaRPr/>
          </a:p>
        </p:txBody>
      </p:sp>
      <p:sp>
        <p:nvSpPr>
          <p:cNvPr id="25" name="object 25"/>
          <p:cNvSpPr txBox="1"/>
          <p:nvPr/>
        </p:nvSpPr>
        <p:spPr>
          <a:xfrm>
            <a:off x="1930907" y="4539996"/>
            <a:ext cx="1257300" cy="124206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50"/>
              </a:spcBef>
            </a:pPr>
            <a:endParaRPr sz="1300">
              <a:latin typeface="Times New Roman"/>
              <a:cs typeface="Times New Roman"/>
            </a:endParaRPr>
          </a:p>
          <a:p>
            <a:pPr marL="81915">
              <a:lnSpc>
                <a:spcPct val="100000"/>
              </a:lnSpc>
              <a:spcBef>
                <a:spcPts val="5"/>
              </a:spcBef>
            </a:pPr>
            <a:r>
              <a:rPr sz="1100" spc="-195" dirty="0">
                <a:solidFill>
                  <a:srgbClr val="FFFFFF"/>
                </a:solidFill>
                <a:latin typeface="Arial Black"/>
                <a:cs typeface="Arial Black"/>
              </a:rPr>
              <a:t>Administration</a:t>
            </a:r>
            <a:endParaRPr sz="1100">
              <a:latin typeface="Arial Black"/>
              <a:cs typeface="Arial Black"/>
            </a:endParaRPr>
          </a:p>
        </p:txBody>
      </p:sp>
      <p:sp>
        <p:nvSpPr>
          <p:cNvPr id="26" name="object 26"/>
          <p:cNvSpPr/>
          <p:nvPr/>
        </p:nvSpPr>
        <p:spPr>
          <a:xfrm>
            <a:off x="2072639" y="4608576"/>
            <a:ext cx="973836" cy="973836"/>
          </a:xfrm>
          <a:prstGeom prst="rect">
            <a:avLst/>
          </a:prstGeom>
          <a:blipFill>
            <a:blip r:embed="rId8" cstate="print"/>
            <a:stretch>
              <a:fillRect/>
            </a:stretch>
          </a:blipFill>
        </p:spPr>
        <p:txBody>
          <a:bodyPr wrap="square" lIns="0" tIns="0" rIns="0" bIns="0" rtlCol="0"/>
          <a:lstStyle/>
          <a:p>
            <a:endParaRPr/>
          </a:p>
        </p:txBody>
      </p:sp>
      <p:sp>
        <p:nvSpPr>
          <p:cNvPr id="27" name="object 27"/>
          <p:cNvSpPr/>
          <p:nvPr/>
        </p:nvSpPr>
        <p:spPr>
          <a:xfrm>
            <a:off x="1921764" y="3224783"/>
            <a:ext cx="1266825" cy="1236345"/>
          </a:xfrm>
          <a:custGeom>
            <a:avLst/>
            <a:gdLst/>
            <a:ahLst/>
            <a:cxnLst/>
            <a:rect l="l" t="t" r="r" b="b"/>
            <a:pathLst>
              <a:path w="1266825" h="1236345">
                <a:moveTo>
                  <a:pt x="1266444" y="0"/>
                </a:moveTo>
                <a:lnTo>
                  <a:pt x="0" y="0"/>
                </a:lnTo>
                <a:lnTo>
                  <a:pt x="0" y="1235964"/>
                </a:lnTo>
                <a:lnTo>
                  <a:pt x="1266444" y="1235964"/>
                </a:lnTo>
                <a:lnTo>
                  <a:pt x="1266444" y="0"/>
                </a:lnTo>
                <a:close/>
              </a:path>
            </a:pathLst>
          </a:custGeom>
          <a:solidFill>
            <a:srgbClr val="DA3A00"/>
          </a:solidFill>
        </p:spPr>
        <p:txBody>
          <a:bodyPr wrap="square" lIns="0" tIns="0" rIns="0" bIns="0" rtlCol="0"/>
          <a:lstStyle/>
          <a:p>
            <a:endParaRPr/>
          </a:p>
        </p:txBody>
      </p:sp>
      <p:sp>
        <p:nvSpPr>
          <p:cNvPr id="28" name="object 28"/>
          <p:cNvSpPr txBox="1"/>
          <p:nvPr/>
        </p:nvSpPr>
        <p:spPr>
          <a:xfrm>
            <a:off x="1921764" y="3224783"/>
            <a:ext cx="1266825" cy="1236345"/>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50"/>
              </a:spcBef>
            </a:pPr>
            <a:endParaRPr sz="1150">
              <a:latin typeface="Times New Roman"/>
              <a:cs typeface="Times New Roman"/>
            </a:endParaRPr>
          </a:p>
          <a:p>
            <a:pPr marL="105410">
              <a:lnSpc>
                <a:spcPct val="100000"/>
              </a:lnSpc>
            </a:pPr>
            <a:r>
              <a:rPr sz="1100" spc="-185" dirty="0">
                <a:solidFill>
                  <a:srgbClr val="FFFFFF"/>
                </a:solidFill>
                <a:latin typeface="Arial Black"/>
                <a:cs typeface="Arial Black"/>
              </a:rPr>
              <a:t>Office</a:t>
            </a:r>
            <a:r>
              <a:rPr sz="1100" spc="-195" dirty="0">
                <a:solidFill>
                  <a:srgbClr val="FFFFFF"/>
                </a:solidFill>
                <a:latin typeface="Arial Black"/>
                <a:cs typeface="Arial Black"/>
              </a:rPr>
              <a:t> </a:t>
            </a:r>
            <a:r>
              <a:rPr sz="1100" spc="-229" dirty="0">
                <a:solidFill>
                  <a:srgbClr val="FFFFFF"/>
                </a:solidFill>
                <a:latin typeface="Arial Black"/>
                <a:cs typeface="Arial Black"/>
              </a:rPr>
              <a:t>Lens</a:t>
            </a:r>
            <a:endParaRPr sz="1100">
              <a:latin typeface="Arial Black"/>
              <a:cs typeface="Arial Black"/>
            </a:endParaRPr>
          </a:p>
        </p:txBody>
      </p:sp>
      <p:sp>
        <p:nvSpPr>
          <p:cNvPr id="29" name="object 29"/>
          <p:cNvSpPr/>
          <p:nvPr/>
        </p:nvSpPr>
        <p:spPr>
          <a:xfrm>
            <a:off x="2147316" y="3317747"/>
            <a:ext cx="760476" cy="830579"/>
          </a:xfrm>
          <a:prstGeom prst="rect">
            <a:avLst/>
          </a:prstGeom>
          <a:blipFill>
            <a:blip r:embed="rId9" cstate="print"/>
            <a:stretch>
              <a:fillRect/>
            </a:stretch>
          </a:blipFill>
        </p:spPr>
        <p:txBody>
          <a:bodyPr wrap="square" lIns="0" tIns="0" rIns="0" bIns="0" rtlCol="0"/>
          <a:lstStyle/>
          <a:p>
            <a:endParaRPr/>
          </a:p>
        </p:txBody>
      </p:sp>
      <p:sp>
        <p:nvSpPr>
          <p:cNvPr id="30" name="object 30"/>
          <p:cNvSpPr/>
          <p:nvPr/>
        </p:nvSpPr>
        <p:spPr>
          <a:xfrm>
            <a:off x="1921764" y="1886711"/>
            <a:ext cx="1266825" cy="1237615"/>
          </a:xfrm>
          <a:custGeom>
            <a:avLst/>
            <a:gdLst/>
            <a:ahLst/>
            <a:cxnLst/>
            <a:rect l="l" t="t" r="r" b="b"/>
            <a:pathLst>
              <a:path w="1266825" h="1237614">
                <a:moveTo>
                  <a:pt x="1266444" y="0"/>
                </a:moveTo>
                <a:lnTo>
                  <a:pt x="0" y="0"/>
                </a:lnTo>
                <a:lnTo>
                  <a:pt x="0" y="1237488"/>
                </a:lnTo>
                <a:lnTo>
                  <a:pt x="1266444" y="1237488"/>
                </a:lnTo>
                <a:lnTo>
                  <a:pt x="1266444" y="0"/>
                </a:lnTo>
                <a:close/>
              </a:path>
            </a:pathLst>
          </a:custGeom>
          <a:solidFill>
            <a:srgbClr val="006AC3"/>
          </a:solidFill>
        </p:spPr>
        <p:txBody>
          <a:bodyPr wrap="square" lIns="0" tIns="0" rIns="0" bIns="0" rtlCol="0"/>
          <a:lstStyle/>
          <a:p>
            <a:endParaRPr/>
          </a:p>
        </p:txBody>
      </p:sp>
      <p:sp>
        <p:nvSpPr>
          <p:cNvPr id="31" name="object 31"/>
          <p:cNvSpPr txBox="1"/>
          <p:nvPr/>
        </p:nvSpPr>
        <p:spPr>
          <a:xfrm>
            <a:off x="1921764" y="1886711"/>
            <a:ext cx="1266825" cy="1237615"/>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55"/>
              </a:spcBef>
            </a:pPr>
            <a:endParaRPr sz="1150">
              <a:latin typeface="Times New Roman"/>
              <a:cs typeface="Times New Roman"/>
            </a:endParaRPr>
          </a:p>
          <a:p>
            <a:pPr marL="105410">
              <a:lnSpc>
                <a:spcPct val="100000"/>
              </a:lnSpc>
            </a:pPr>
            <a:r>
              <a:rPr sz="1100" spc="-175" dirty="0">
                <a:solidFill>
                  <a:srgbClr val="FFFFFF"/>
                </a:solidFill>
                <a:latin typeface="Arial Black"/>
                <a:cs typeface="Arial Black"/>
              </a:rPr>
              <a:t>Cloud</a:t>
            </a:r>
            <a:r>
              <a:rPr sz="1100" spc="-210" dirty="0">
                <a:solidFill>
                  <a:srgbClr val="FFFFFF"/>
                </a:solidFill>
                <a:latin typeface="Arial Black"/>
                <a:cs typeface="Arial Black"/>
              </a:rPr>
              <a:t> </a:t>
            </a:r>
            <a:r>
              <a:rPr sz="1100" spc="-250" dirty="0">
                <a:solidFill>
                  <a:srgbClr val="FFFFFF"/>
                </a:solidFill>
                <a:latin typeface="Arial Black"/>
                <a:cs typeface="Arial Black"/>
              </a:rPr>
              <a:t>PBX</a:t>
            </a:r>
            <a:endParaRPr sz="1100">
              <a:latin typeface="Arial Black"/>
              <a:cs typeface="Arial Black"/>
            </a:endParaRPr>
          </a:p>
        </p:txBody>
      </p:sp>
      <p:sp>
        <p:nvSpPr>
          <p:cNvPr id="32" name="object 32"/>
          <p:cNvSpPr/>
          <p:nvPr/>
        </p:nvSpPr>
        <p:spPr>
          <a:xfrm>
            <a:off x="2023872" y="1894332"/>
            <a:ext cx="1034796" cy="1034796"/>
          </a:xfrm>
          <a:prstGeom prst="rect">
            <a:avLst/>
          </a:prstGeom>
          <a:blipFill>
            <a:blip r:embed="rId10" cstate="print"/>
            <a:stretch>
              <a:fillRect/>
            </a:stretch>
          </a:blipFill>
        </p:spPr>
        <p:txBody>
          <a:bodyPr wrap="square" lIns="0" tIns="0" rIns="0" bIns="0" rtlCol="0"/>
          <a:lstStyle/>
          <a:p>
            <a:endParaRPr/>
          </a:p>
        </p:txBody>
      </p:sp>
      <p:sp>
        <p:nvSpPr>
          <p:cNvPr id="33" name="object 33"/>
          <p:cNvSpPr/>
          <p:nvPr/>
        </p:nvSpPr>
        <p:spPr>
          <a:xfrm>
            <a:off x="577595" y="1877567"/>
            <a:ext cx="1228725" cy="1256030"/>
          </a:xfrm>
          <a:custGeom>
            <a:avLst/>
            <a:gdLst/>
            <a:ahLst/>
            <a:cxnLst/>
            <a:rect l="l" t="t" r="r" b="b"/>
            <a:pathLst>
              <a:path w="1228725" h="1256030">
                <a:moveTo>
                  <a:pt x="1228344" y="0"/>
                </a:moveTo>
                <a:lnTo>
                  <a:pt x="0" y="0"/>
                </a:lnTo>
                <a:lnTo>
                  <a:pt x="0" y="1255776"/>
                </a:lnTo>
                <a:lnTo>
                  <a:pt x="1228344" y="1255776"/>
                </a:lnTo>
                <a:lnTo>
                  <a:pt x="1228344" y="0"/>
                </a:lnTo>
                <a:close/>
              </a:path>
            </a:pathLst>
          </a:custGeom>
          <a:solidFill>
            <a:srgbClr val="006AC3"/>
          </a:solidFill>
        </p:spPr>
        <p:txBody>
          <a:bodyPr wrap="square" lIns="0" tIns="0" rIns="0" bIns="0" rtlCol="0"/>
          <a:lstStyle/>
          <a:p>
            <a:endParaRPr/>
          </a:p>
        </p:txBody>
      </p:sp>
      <p:sp>
        <p:nvSpPr>
          <p:cNvPr id="34" name="object 34"/>
          <p:cNvSpPr txBox="1"/>
          <p:nvPr/>
        </p:nvSpPr>
        <p:spPr>
          <a:xfrm>
            <a:off x="577595" y="1877567"/>
            <a:ext cx="1228725" cy="1246495"/>
          </a:xfrm>
          <a:prstGeom prst="rect">
            <a:avLst/>
          </a:prstGeom>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45"/>
              </a:spcBef>
            </a:pPr>
            <a:endParaRPr sz="1400" dirty="0">
              <a:latin typeface="Times New Roman"/>
              <a:cs typeface="Times New Roman"/>
            </a:endParaRPr>
          </a:p>
          <a:p>
            <a:pPr marL="71755">
              <a:lnSpc>
                <a:spcPct val="100000"/>
              </a:lnSpc>
              <a:spcBef>
                <a:spcPts val="5"/>
              </a:spcBef>
            </a:pPr>
            <a:r>
              <a:rPr sz="1100" spc="-215" dirty="0">
                <a:solidFill>
                  <a:srgbClr val="FFFFFF"/>
                </a:solidFill>
                <a:latin typeface="Arial Black"/>
                <a:cs typeface="Arial Black"/>
              </a:rPr>
              <a:t>Skype </a:t>
            </a:r>
            <a:r>
              <a:rPr sz="1100" spc="-210" dirty="0">
                <a:solidFill>
                  <a:srgbClr val="FFFFFF"/>
                </a:solidFill>
                <a:latin typeface="Arial Black"/>
                <a:cs typeface="Arial Black"/>
              </a:rPr>
              <a:t>Br</a:t>
            </a:r>
            <a:r>
              <a:rPr lang="en-US" sz="1100" spc="-210" dirty="0">
                <a:solidFill>
                  <a:srgbClr val="FFFFFF"/>
                </a:solidFill>
                <a:latin typeface="Arial Black"/>
                <a:cs typeface="Arial Black"/>
              </a:rPr>
              <a:t> </a:t>
            </a:r>
            <a:r>
              <a:rPr sz="1100" spc="-210" dirty="0">
                <a:solidFill>
                  <a:srgbClr val="FFFFFF"/>
                </a:solidFill>
                <a:latin typeface="Arial Black"/>
                <a:cs typeface="Arial Black"/>
              </a:rPr>
              <a:t>o</a:t>
            </a:r>
            <a:r>
              <a:rPr lang="en-US" sz="1100" spc="-210" dirty="0">
                <a:solidFill>
                  <a:srgbClr val="FFFFFF"/>
                </a:solidFill>
                <a:latin typeface="Arial Black"/>
                <a:cs typeface="Arial Black"/>
              </a:rPr>
              <a:t> </a:t>
            </a:r>
            <a:r>
              <a:rPr sz="1100" spc="-210" dirty="0">
                <a:solidFill>
                  <a:srgbClr val="FFFFFF"/>
                </a:solidFill>
                <a:latin typeface="Arial Black"/>
                <a:cs typeface="Arial Black"/>
              </a:rPr>
              <a:t>a</a:t>
            </a:r>
            <a:r>
              <a:rPr lang="en-US" sz="1100" spc="-210" dirty="0">
                <a:solidFill>
                  <a:srgbClr val="FFFFFF"/>
                </a:solidFill>
                <a:latin typeface="Arial Black"/>
                <a:cs typeface="Arial Black"/>
              </a:rPr>
              <a:t> </a:t>
            </a:r>
            <a:r>
              <a:rPr sz="1100" spc="-210" dirty="0">
                <a:solidFill>
                  <a:srgbClr val="FFFFFF"/>
                </a:solidFill>
                <a:latin typeface="Arial Black"/>
                <a:cs typeface="Arial Black"/>
              </a:rPr>
              <a:t>d</a:t>
            </a:r>
            <a:r>
              <a:rPr lang="en-US" sz="1100" spc="-210" dirty="0">
                <a:solidFill>
                  <a:srgbClr val="FFFFFF"/>
                </a:solidFill>
                <a:latin typeface="Arial Black"/>
                <a:cs typeface="Arial Black"/>
              </a:rPr>
              <a:t> </a:t>
            </a:r>
            <a:r>
              <a:rPr sz="1100" spc="-210" dirty="0">
                <a:solidFill>
                  <a:srgbClr val="FFFFFF"/>
                </a:solidFill>
                <a:latin typeface="Arial Black"/>
                <a:cs typeface="Arial Black"/>
              </a:rPr>
              <a:t>c</a:t>
            </a:r>
            <a:r>
              <a:rPr lang="en-US" sz="1100" spc="-210" dirty="0">
                <a:solidFill>
                  <a:srgbClr val="FFFFFF"/>
                </a:solidFill>
                <a:latin typeface="Arial Black"/>
                <a:cs typeface="Arial Black"/>
              </a:rPr>
              <a:t> </a:t>
            </a:r>
            <a:r>
              <a:rPr sz="1100" spc="-210" dirty="0" err="1">
                <a:solidFill>
                  <a:srgbClr val="FFFFFF"/>
                </a:solidFill>
                <a:latin typeface="Arial Black"/>
                <a:cs typeface="Arial Black"/>
              </a:rPr>
              <a:t>asting</a:t>
            </a:r>
            <a:endParaRPr sz="1100" dirty="0">
              <a:latin typeface="Arial Black"/>
              <a:cs typeface="Arial Black"/>
            </a:endParaRPr>
          </a:p>
        </p:txBody>
      </p:sp>
      <p:sp>
        <p:nvSpPr>
          <p:cNvPr id="35" name="object 35"/>
          <p:cNvSpPr/>
          <p:nvPr/>
        </p:nvSpPr>
        <p:spPr>
          <a:xfrm>
            <a:off x="3337559" y="1877567"/>
            <a:ext cx="1240790" cy="1240790"/>
          </a:xfrm>
          <a:custGeom>
            <a:avLst/>
            <a:gdLst/>
            <a:ahLst/>
            <a:cxnLst/>
            <a:rect l="l" t="t" r="r" b="b"/>
            <a:pathLst>
              <a:path w="1240789" h="1240789">
                <a:moveTo>
                  <a:pt x="1240536" y="0"/>
                </a:moveTo>
                <a:lnTo>
                  <a:pt x="0" y="0"/>
                </a:lnTo>
                <a:lnTo>
                  <a:pt x="0" y="1240536"/>
                </a:lnTo>
                <a:lnTo>
                  <a:pt x="1240536" y="1240536"/>
                </a:lnTo>
                <a:lnTo>
                  <a:pt x="1240536" y="0"/>
                </a:lnTo>
                <a:close/>
              </a:path>
            </a:pathLst>
          </a:custGeom>
          <a:solidFill>
            <a:srgbClr val="006AC3"/>
          </a:solidFill>
        </p:spPr>
        <p:txBody>
          <a:bodyPr wrap="square" lIns="0" tIns="0" rIns="0" bIns="0" rtlCol="0"/>
          <a:lstStyle/>
          <a:p>
            <a:endParaRPr/>
          </a:p>
        </p:txBody>
      </p:sp>
      <p:sp>
        <p:nvSpPr>
          <p:cNvPr id="36" name="object 36"/>
          <p:cNvSpPr txBox="1"/>
          <p:nvPr/>
        </p:nvSpPr>
        <p:spPr>
          <a:xfrm>
            <a:off x="3337559" y="1877567"/>
            <a:ext cx="1240790" cy="124079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35"/>
              </a:spcBef>
            </a:pPr>
            <a:endParaRPr sz="1300">
              <a:latin typeface="Times New Roman"/>
              <a:cs typeface="Times New Roman"/>
            </a:endParaRPr>
          </a:p>
          <a:p>
            <a:pPr marL="109855">
              <a:lnSpc>
                <a:spcPct val="100000"/>
              </a:lnSpc>
              <a:spcBef>
                <a:spcPts val="5"/>
              </a:spcBef>
            </a:pPr>
            <a:r>
              <a:rPr sz="1100" spc="-204" dirty="0">
                <a:solidFill>
                  <a:srgbClr val="FFFFFF"/>
                </a:solidFill>
                <a:latin typeface="Arial Black"/>
                <a:cs typeface="Arial Black"/>
              </a:rPr>
              <a:t>DLP, Legal</a:t>
            </a:r>
            <a:r>
              <a:rPr sz="1100" spc="-250" dirty="0">
                <a:solidFill>
                  <a:srgbClr val="FFFFFF"/>
                </a:solidFill>
                <a:latin typeface="Arial Black"/>
                <a:cs typeface="Arial Black"/>
              </a:rPr>
              <a:t> </a:t>
            </a:r>
            <a:r>
              <a:rPr sz="1100" spc="-160" dirty="0">
                <a:solidFill>
                  <a:srgbClr val="FFFFFF"/>
                </a:solidFill>
                <a:latin typeface="Arial Black"/>
                <a:cs typeface="Arial Black"/>
              </a:rPr>
              <a:t>Hold</a:t>
            </a:r>
            <a:endParaRPr sz="1100">
              <a:latin typeface="Arial Black"/>
              <a:cs typeface="Arial Black"/>
            </a:endParaRPr>
          </a:p>
        </p:txBody>
      </p:sp>
      <p:sp>
        <p:nvSpPr>
          <p:cNvPr id="37" name="object 37"/>
          <p:cNvSpPr/>
          <p:nvPr/>
        </p:nvSpPr>
        <p:spPr>
          <a:xfrm>
            <a:off x="3703320" y="2100072"/>
            <a:ext cx="539496" cy="638555"/>
          </a:xfrm>
          <a:prstGeom prst="rect">
            <a:avLst/>
          </a:prstGeom>
          <a:blipFill>
            <a:blip r:embed="rId6" cstate="print"/>
            <a:stretch>
              <a:fillRect/>
            </a:stretch>
          </a:blipFill>
        </p:spPr>
        <p:txBody>
          <a:bodyPr wrap="square" lIns="0" tIns="0" rIns="0" bIns="0" rtlCol="0"/>
          <a:lstStyle/>
          <a:p>
            <a:endParaRPr/>
          </a:p>
        </p:txBody>
      </p:sp>
      <p:sp>
        <p:nvSpPr>
          <p:cNvPr id="38" name="object 38"/>
          <p:cNvSpPr/>
          <p:nvPr/>
        </p:nvSpPr>
        <p:spPr>
          <a:xfrm>
            <a:off x="7487411" y="1877567"/>
            <a:ext cx="1247140" cy="1256030"/>
          </a:xfrm>
          <a:custGeom>
            <a:avLst/>
            <a:gdLst/>
            <a:ahLst/>
            <a:cxnLst/>
            <a:rect l="l" t="t" r="r" b="b"/>
            <a:pathLst>
              <a:path w="1247140" h="1256030">
                <a:moveTo>
                  <a:pt x="1246631" y="0"/>
                </a:moveTo>
                <a:lnTo>
                  <a:pt x="0" y="0"/>
                </a:lnTo>
                <a:lnTo>
                  <a:pt x="0" y="1255776"/>
                </a:lnTo>
                <a:lnTo>
                  <a:pt x="1246631" y="1255776"/>
                </a:lnTo>
                <a:lnTo>
                  <a:pt x="1246631" y="0"/>
                </a:lnTo>
                <a:close/>
              </a:path>
            </a:pathLst>
          </a:custGeom>
          <a:solidFill>
            <a:srgbClr val="DC3B00"/>
          </a:solidFill>
        </p:spPr>
        <p:txBody>
          <a:bodyPr wrap="square" lIns="0" tIns="0" rIns="0" bIns="0" rtlCol="0"/>
          <a:lstStyle/>
          <a:p>
            <a:endParaRPr/>
          </a:p>
        </p:txBody>
      </p:sp>
      <p:grpSp>
        <p:nvGrpSpPr>
          <p:cNvPr id="39" name="object 39"/>
          <p:cNvGrpSpPr/>
          <p:nvPr/>
        </p:nvGrpSpPr>
        <p:grpSpPr>
          <a:xfrm>
            <a:off x="4721352" y="1877567"/>
            <a:ext cx="1228725" cy="1256030"/>
            <a:chOff x="4721352" y="1877567"/>
            <a:chExt cx="1228725" cy="1256030"/>
          </a:xfrm>
        </p:grpSpPr>
        <p:sp>
          <p:nvSpPr>
            <p:cNvPr id="40" name="object 40"/>
            <p:cNvSpPr/>
            <p:nvPr/>
          </p:nvSpPr>
          <p:spPr>
            <a:xfrm>
              <a:off x="4721352" y="1877567"/>
              <a:ext cx="1228725" cy="1256030"/>
            </a:xfrm>
            <a:custGeom>
              <a:avLst/>
              <a:gdLst/>
              <a:ahLst/>
              <a:cxnLst/>
              <a:rect l="l" t="t" r="r" b="b"/>
              <a:pathLst>
                <a:path w="1228725" h="1256030">
                  <a:moveTo>
                    <a:pt x="1228344" y="0"/>
                  </a:moveTo>
                  <a:lnTo>
                    <a:pt x="0" y="0"/>
                  </a:lnTo>
                  <a:lnTo>
                    <a:pt x="0" y="1255776"/>
                  </a:lnTo>
                  <a:lnTo>
                    <a:pt x="1228344" y="1255776"/>
                  </a:lnTo>
                  <a:lnTo>
                    <a:pt x="1228344" y="0"/>
                  </a:lnTo>
                  <a:close/>
                </a:path>
              </a:pathLst>
            </a:custGeom>
            <a:solidFill>
              <a:srgbClr val="3E438D"/>
            </a:solidFill>
          </p:spPr>
          <p:txBody>
            <a:bodyPr wrap="square" lIns="0" tIns="0" rIns="0" bIns="0" rtlCol="0"/>
            <a:lstStyle/>
            <a:p>
              <a:endParaRPr/>
            </a:p>
          </p:txBody>
        </p:sp>
        <p:sp>
          <p:nvSpPr>
            <p:cNvPr id="41" name="object 41"/>
            <p:cNvSpPr/>
            <p:nvPr/>
          </p:nvSpPr>
          <p:spPr>
            <a:xfrm>
              <a:off x="5032248" y="2107691"/>
              <a:ext cx="539496" cy="640079"/>
            </a:xfrm>
            <a:prstGeom prst="rect">
              <a:avLst/>
            </a:prstGeom>
            <a:blipFill>
              <a:blip r:embed="rId6" cstate="print"/>
              <a:stretch>
                <a:fillRect/>
              </a:stretch>
            </a:blipFill>
          </p:spPr>
          <p:txBody>
            <a:bodyPr wrap="square" lIns="0" tIns="0" rIns="0" bIns="0" rtlCol="0"/>
            <a:lstStyle/>
            <a:p>
              <a:endParaRPr/>
            </a:p>
          </p:txBody>
        </p:sp>
        <p:sp>
          <p:nvSpPr>
            <p:cNvPr id="42" name="object 42"/>
            <p:cNvSpPr/>
            <p:nvPr/>
          </p:nvSpPr>
          <p:spPr>
            <a:xfrm>
              <a:off x="4799076" y="2008631"/>
              <a:ext cx="1045463" cy="792479"/>
            </a:xfrm>
            <a:prstGeom prst="rect">
              <a:avLst/>
            </a:prstGeom>
            <a:blipFill>
              <a:blip r:embed="rId11" cstate="print"/>
              <a:stretch>
                <a:fillRect/>
              </a:stretch>
            </a:blipFill>
          </p:spPr>
          <p:txBody>
            <a:bodyPr wrap="square" lIns="0" tIns="0" rIns="0" bIns="0" rtlCol="0"/>
            <a:lstStyle/>
            <a:p>
              <a:endParaRPr/>
            </a:p>
          </p:txBody>
        </p:sp>
      </p:grpSp>
      <p:sp>
        <p:nvSpPr>
          <p:cNvPr id="43" name="object 43"/>
          <p:cNvSpPr txBox="1"/>
          <p:nvPr/>
        </p:nvSpPr>
        <p:spPr>
          <a:xfrm>
            <a:off x="7487411" y="1877567"/>
            <a:ext cx="1247140" cy="125603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45"/>
              </a:spcBef>
            </a:pPr>
            <a:endParaRPr sz="1400">
              <a:latin typeface="Times New Roman"/>
              <a:cs typeface="Times New Roman"/>
            </a:endParaRPr>
          </a:p>
          <a:p>
            <a:pPr marL="60960">
              <a:lnSpc>
                <a:spcPct val="100000"/>
              </a:lnSpc>
              <a:spcBef>
                <a:spcPts val="5"/>
              </a:spcBef>
            </a:pPr>
            <a:r>
              <a:rPr sz="1100" spc="-185" dirty="0">
                <a:solidFill>
                  <a:srgbClr val="FFFFFF"/>
                </a:solidFill>
                <a:latin typeface="Arial Black"/>
                <a:cs typeface="Arial Black"/>
              </a:rPr>
              <a:t>Office</a:t>
            </a:r>
            <a:r>
              <a:rPr sz="1100" spc="-195" dirty="0">
                <a:solidFill>
                  <a:srgbClr val="FFFFFF"/>
                </a:solidFill>
                <a:latin typeface="Arial Black"/>
                <a:cs typeface="Arial Black"/>
              </a:rPr>
              <a:t> </a:t>
            </a:r>
            <a:r>
              <a:rPr sz="1100" spc="-180" dirty="0">
                <a:solidFill>
                  <a:srgbClr val="FFFFFF"/>
                </a:solidFill>
                <a:latin typeface="Arial Black"/>
                <a:cs typeface="Arial Black"/>
              </a:rPr>
              <a:t>MIX</a:t>
            </a:r>
            <a:endParaRPr sz="1100">
              <a:latin typeface="Arial Black"/>
              <a:cs typeface="Arial Black"/>
            </a:endParaRPr>
          </a:p>
        </p:txBody>
      </p:sp>
      <p:sp>
        <p:nvSpPr>
          <p:cNvPr id="44" name="object 44"/>
          <p:cNvSpPr/>
          <p:nvPr/>
        </p:nvSpPr>
        <p:spPr>
          <a:xfrm>
            <a:off x="736091" y="2014727"/>
            <a:ext cx="822959" cy="809244"/>
          </a:xfrm>
          <a:prstGeom prst="rect">
            <a:avLst/>
          </a:prstGeom>
          <a:blipFill>
            <a:blip r:embed="rId4" cstate="print"/>
            <a:stretch>
              <a:fillRect/>
            </a:stretch>
          </a:blipFill>
        </p:spPr>
        <p:txBody>
          <a:bodyPr wrap="square" lIns="0" tIns="0" rIns="0" bIns="0" rtlCol="0"/>
          <a:lstStyle/>
          <a:p>
            <a:endParaRPr/>
          </a:p>
        </p:txBody>
      </p:sp>
      <p:sp>
        <p:nvSpPr>
          <p:cNvPr id="45" name="object 45"/>
          <p:cNvSpPr/>
          <p:nvPr/>
        </p:nvSpPr>
        <p:spPr>
          <a:xfrm>
            <a:off x="7690104" y="2025395"/>
            <a:ext cx="874776" cy="781812"/>
          </a:xfrm>
          <a:prstGeom prst="rect">
            <a:avLst/>
          </a:prstGeom>
          <a:blipFill>
            <a:blip r:embed="rId12" cstate="print"/>
            <a:stretch>
              <a:fillRect/>
            </a:stretch>
          </a:blipFill>
        </p:spPr>
        <p:txBody>
          <a:bodyPr wrap="square" lIns="0" tIns="0" rIns="0" bIns="0" rtlCol="0"/>
          <a:lstStyle/>
          <a:p>
            <a:endParaRPr/>
          </a:p>
        </p:txBody>
      </p:sp>
      <p:sp>
        <p:nvSpPr>
          <p:cNvPr id="46" name="object 46"/>
          <p:cNvSpPr/>
          <p:nvPr/>
        </p:nvSpPr>
        <p:spPr>
          <a:xfrm>
            <a:off x="4949952" y="4786884"/>
            <a:ext cx="795527" cy="612648"/>
          </a:xfrm>
          <a:prstGeom prst="rect">
            <a:avLst/>
          </a:prstGeom>
          <a:blipFill>
            <a:blip r:embed="rId13" cstate="print"/>
            <a:stretch>
              <a:fillRect/>
            </a:stretch>
          </a:blipFill>
        </p:spPr>
        <p:txBody>
          <a:bodyPr wrap="square" lIns="0" tIns="0" rIns="0" bIns="0" rtlCol="0"/>
          <a:lstStyle/>
          <a:p>
            <a:endParaRPr/>
          </a:p>
        </p:txBody>
      </p:sp>
      <p:sp>
        <p:nvSpPr>
          <p:cNvPr id="47" name="object 47"/>
          <p:cNvSpPr/>
          <p:nvPr/>
        </p:nvSpPr>
        <p:spPr>
          <a:xfrm>
            <a:off x="8871204" y="4558284"/>
            <a:ext cx="1240790" cy="1256030"/>
          </a:xfrm>
          <a:custGeom>
            <a:avLst/>
            <a:gdLst/>
            <a:ahLst/>
            <a:cxnLst/>
            <a:rect l="l" t="t" r="r" b="b"/>
            <a:pathLst>
              <a:path w="1240790" h="1256029">
                <a:moveTo>
                  <a:pt x="1240536" y="0"/>
                </a:moveTo>
                <a:lnTo>
                  <a:pt x="0" y="0"/>
                </a:lnTo>
                <a:lnTo>
                  <a:pt x="0" y="1255775"/>
                </a:lnTo>
                <a:lnTo>
                  <a:pt x="1240536" y="1255775"/>
                </a:lnTo>
                <a:lnTo>
                  <a:pt x="1240536" y="0"/>
                </a:lnTo>
                <a:close/>
              </a:path>
            </a:pathLst>
          </a:custGeom>
          <a:solidFill>
            <a:srgbClr val="006AC3"/>
          </a:solidFill>
        </p:spPr>
        <p:txBody>
          <a:bodyPr wrap="square" lIns="0" tIns="0" rIns="0" bIns="0" rtlCol="0"/>
          <a:lstStyle/>
          <a:p>
            <a:endParaRPr/>
          </a:p>
        </p:txBody>
      </p:sp>
      <p:sp>
        <p:nvSpPr>
          <p:cNvPr id="48" name="object 48"/>
          <p:cNvSpPr txBox="1"/>
          <p:nvPr/>
        </p:nvSpPr>
        <p:spPr>
          <a:xfrm>
            <a:off x="8871204" y="4558284"/>
            <a:ext cx="1240790" cy="125603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50"/>
              </a:spcBef>
            </a:pPr>
            <a:endParaRPr sz="1400">
              <a:latin typeface="Times New Roman"/>
              <a:cs typeface="Times New Roman"/>
            </a:endParaRPr>
          </a:p>
          <a:p>
            <a:pPr marL="70485">
              <a:lnSpc>
                <a:spcPct val="100000"/>
              </a:lnSpc>
              <a:spcBef>
                <a:spcPts val="5"/>
              </a:spcBef>
            </a:pPr>
            <a:r>
              <a:rPr sz="1100" spc="-210" dirty="0">
                <a:solidFill>
                  <a:srgbClr val="FFFFFF"/>
                </a:solidFill>
                <a:latin typeface="Arial Black"/>
                <a:cs typeface="Arial Black"/>
              </a:rPr>
              <a:t>Threat </a:t>
            </a:r>
            <a:r>
              <a:rPr sz="1100" spc="-215" dirty="0">
                <a:solidFill>
                  <a:srgbClr val="FFFFFF"/>
                </a:solidFill>
                <a:latin typeface="Arial Black"/>
                <a:cs typeface="Arial Black"/>
              </a:rPr>
              <a:t>Analytics</a:t>
            </a:r>
            <a:endParaRPr sz="1100">
              <a:latin typeface="Arial Black"/>
              <a:cs typeface="Arial Black"/>
            </a:endParaRPr>
          </a:p>
        </p:txBody>
      </p:sp>
      <p:sp>
        <p:nvSpPr>
          <p:cNvPr id="49" name="object 49"/>
          <p:cNvSpPr/>
          <p:nvPr/>
        </p:nvSpPr>
        <p:spPr>
          <a:xfrm>
            <a:off x="9192768" y="4788408"/>
            <a:ext cx="539496" cy="640080"/>
          </a:xfrm>
          <a:prstGeom prst="rect">
            <a:avLst/>
          </a:prstGeom>
          <a:blipFill>
            <a:blip r:embed="rId6" cstate="print"/>
            <a:stretch>
              <a:fillRect/>
            </a:stretch>
          </a:blipFill>
        </p:spPr>
        <p:txBody>
          <a:bodyPr wrap="square" lIns="0" tIns="0" rIns="0" bIns="0" rtlCol="0"/>
          <a:lstStyle/>
          <a:p>
            <a:endParaRPr/>
          </a:p>
        </p:txBody>
      </p:sp>
      <p:sp>
        <p:nvSpPr>
          <p:cNvPr id="50" name="object 50"/>
          <p:cNvSpPr/>
          <p:nvPr/>
        </p:nvSpPr>
        <p:spPr>
          <a:xfrm>
            <a:off x="3339084" y="3224783"/>
            <a:ext cx="1240790" cy="1256030"/>
          </a:xfrm>
          <a:custGeom>
            <a:avLst/>
            <a:gdLst/>
            <a:ahLst/>
            <a:cxnLst/>
            <a:rect l="l" t="t" r="r" b="b"/>
            <a:pathLst>
              <a:path w="1240789" h="1256029">
                <a:moveTo>
                  <a:pt x="1240536" y="0"/>
                </a:moveTo>
                <a:lnTo>
                  <a:pt x="0" y="0"/>
                </a:lnTo>
                <a:lnTo>
                  <a:pt x="0" y="1255776"/>
                </a:lnTo>
                <a:lnTo>
                  <a:pt x="1240536" y="1255776"/>
                </a:lnTo>
                <a:lnTo>
                  <a:pt x="1240536" y="0"/>
                </a:lnTo>
                <a:close/>
              </a:path>
            </a:pathLst>
          </a:custGeom>
          <a:solidFill>
            <a:srgbClr val="742774"/>
          </a:solidFill>
        </p:spPr>
        <p:txBody>
          <a:bodyPr wrap="square" lIns="0" tIns="0" rIns="0" bIns="0" rtlCol="0"/>
          <a:lstStyle/>
          <a:p>
            <a:endParaRPr/>
          </a:p>
        </p:txBody>
      </p:sp>
      <p:sp>
        <p:nvSpPr>
          <p:cNvPr id="51" name="object 51"/>
          <p:cNvSpPr txBox="1"/>
          <p:nvPr/>
        </p:nvSpPr>
        <p:spPr>
          <a:xfrm>
            <a:off x="3339084" y="3224783"/>
            <a:ext cx="1240790" cy="125603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350">
              <a:latin typeface="Times New Roman"/>
              <a:cs typeface="Times New Roman"/>
            </a:endParaRPr>
          </a:p>
          <a:p>
            <a:pPr marL="52705">
              <a:lnSpc>
                <a:spcPct val="100000"/>
              </a:lnSpc>
            </a:pPr>
            <a:r>
              <a:rPr sz="1100" spc="-210" dirty="0">
                <a:solidFill>
                  <a:srgbClr val="FFFFFF"/>
                </a:solidFill>
                <a:latin typeface="Arial Black"/>
                <a:cs typeface="Arial Black"/>
              </a:rPr>
              <a:t>PowerApps</a:t>
            </a:r>
            <a:endParaRPr sz="1100">
              <a:latin typeface="Arial Black"/>
              <a:cs typeface="Arial Black"/>
            </a:endParaRPr>
          </a:p>
        </p:txBody>
      </p:sp>
      <p:sp>
        <p:nvSpPr>
          <p:cNvPr id="52" name="object 52"/>
          <p:cNvSpPr/>
          <p:nvPr/>
        </p:nvSpPr>
        <p:spPr>
          <a:xfrm>
            <a:off x="4712208" y="3227832"/>
            <a:ext cx="1240790" cy="1257300"/>
          </a:xfrm>
          <a:custGeom>
            <a:avLst/>
            <a:gdLst/>
            <a:ahLst/>
            <a:cxnLst/>
            <a:rect l="l" t="t" r="r" b="b"/>
            <a:pathLst>
              <a:path w="1240789" h="1257300">
                <a:moveTo>
                  <a:pt x="1240536" y="0"/>
                </a:moveTo>
                <a:lnTo>
                  <a:pt x="0" y="0"/>
                </a:lnTo>
                <a:lnTo>
                  <a:pt x="0" y="1257300"/>
                </a:lnTo>
                <a:lnTo>
                  <a:pt x="1240536" y="1257300"/>
                </a:lnTo>
                <a:lnTo>
                  <a:pt x="1240536" y="0"/>
                </a:lnTo>
                <a:close/>
              </a:path>
            </a:pathLst>
          </a:custGeom>
          <a:solidFill>
            <a:srgbClr val="0077FF"/>
          </a:solidFill>
        </p:spPr>
        <p:txBody>
          <a:bodyPr wrap="square" lIns="0" tIns="0" rIns="0" bIns="0" rtlCol="0"/>
          <a:lstStyle/>
          <a:p>
            <a:endParaRPr/>
          </a:p>
        </p:txBody>
      </p:sp>
      <p:sp>
        <p:nvSpPr>
          <p:cNvPr id="53" name="object 53"/>
          <p:cNvSpPr txBox="1"/>
          <p:nvPr/>
        </p:nvSpPr>
        <p:spPr>
          <a:xfrm>
            <a:off x="4712208" y="3227832"/>
            <a:ext cx="1240790" cy="125730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0"/>
              </a:spcBef>
            </a:pPr>
            <a:endParaRPr sz="1450">
              <a:latin typeface="Times New Roman"/>
              <a:cs typeface="Times New Roman"/>
            </a:endParaRPr>
          </a:p>
          <a:p>
            <a:pPr marL="74295">
              <a:lnSpc>
                <a:spcPct val="100000"/>
              </a:lnSpc>
            </a:pPr>
            <a:r>
              <a:rPr sz="1100" spc="-215" dirty="0">
                <a:solidFill>
                  <a:srgbClr val="FFFFFF"/>
                </a:solidFill>
                <a:latin typeface="Arial Black"/>
                <a:cs typeface="Arial Black"/>
              </a:rPr>
              <a:t>Flow</a:t>
            </a:r>
            <a:endParaRPr sz="1100">
              <a:latin typeface="Arial Black"/>
              <a:cs typeface="Arial Black"/>
            </a:endParaRPr>
          </a:p>
        </p:txBody>
      </p:sp>
      <p:sp>
        <p:nvSpPr>
          <p:cNvPr id="54" name="object 54"/>
          <p:cNvSpPr/>
          <p:nvPr/>
        </p:nvSpPr>
        <p:spPr>
          <a:xfrm>
            <a:off x="4919471" y="3369564"/>
            <a:ext cx="803148" cy="803148"/>
          </a:xfrm>
          <a:prstGeom prst="rect">
            <a:avLst/>
          </a:prstGeom>
          <a:blipFill>
            <a:blip r:embed="rId14" cstate="print"/>
            <a:stretch>
              <a:fillRect/>
            </a:stretch>
          </a:blipFill>
        </p:spPr>
        <p:txBody>
          <a:bodyPr wrap="square" lIns="0" tIns="0" rIns="0" bIns="0" rtlCol="0"/>
          <a:lstStyle/>
          <a:p>
            <a:endParaRPr/>
          </a:p>
        </p:txBody>
      </p:sp>
      <p:sp>
        <p:nvSpPr>
          <p:cNvPr id="55" name="object 55"/>
          <p:cNvSpPr txBox="1"/>
          <p:nvPr/>
        </p:nvSpPr>
        <p:spPr>
          <a:xfrm>
            <a:off x="7548371" y="1569719"/>
            <a:ext cx="927100" cy="169545"/>
          </a:xfrm>
          <a:prstGeom prst="rect">
            <a:avLst/>
          </a:prstGeom>
          <a:solidFill>
            <a:srgbClr val="0071C5"/>
          </a:solidFill>
        </p:spPr>
        <p:txBody>
          <a:bodyPr vert="horz" wrap="square" lIns="0" tIns="0" rIns="0" bIns="0" rtlCol="0">
            <a:spAutoFit/>
          </a:bodyPr>
          <a:lstStyle/>
          <a:p>
            <a:pPr>
              <a:lnSpc>
                <a:spcPts val="1290"/>
              </a:lnSpc>
            </a:pPr>
            <a:r>
              <a:rPr sz="1100" spc="-204" dirty="0">
                <a:solidFill>
                  <a:srgbClr val="FFFFFF"/>
                </a:solidFill>
                <a:latin typeface="Arial Black"/>
                <a:cs typeface="Arial Black"/>
              </a:rPr>
              <a:t>SharePoint</a:t>
            </a:r>
            <a:endParaRPr sz="1100">
              <a:latin typeface="Arial Black"/>
              <a:cs typeface="Arial Black"/>
            </a:endParaRPr>
          </a:p>
        </p:txBody>
      </p:sp>
      <p:sp>
        <p:nvSpPr>
          <p:cNvPr id="56" name="object 56"/>
          <p:cNvSpPr txBox="1"/>
          <p:nvPr/>
        </p:nvSpPr>
        <p:spPr>
          <a:xfrm>
            <a:off x="684276" y="1554480"/>
            <a:ext cx="928369" cy="169545"/>
          </a:xfrm>
          <a:prstGeom prst="rect">
            <a:avLst/>
          </a:prstGeom>
          <a:solidFill>
            <a:srgbClr val="0071C5"/>
          </a:solidFill>
        </p:spPr>
        <p:txBody>
          <a:bodyPr vert="horz" wrap="square" lIns="0" tIns="0" rIns="0" bIns="0" rtlCol="0">
            <a:spAutoFit/>
          </a:bodyPr>
          <a:lstStyle/>
          <a:p>
            <a:pPr>
              <a:lnSpc>
                <a:spcPts val="1290"/>
              </a:lnSpc>
            </a:pPr>
            <a:r>
              <a:rPr sz="1100" spc="-175" dirty="0">
                <a:solidFill>
                  <a:srgbClr val="FFFFFF"/>
                </a:solidFill>
                <a:latin typeface="Arial Black"/>
                <a:cs typeface="Arial Black"/>
              </a:rPr>
              <a:t>Outlook</a:t>
            </a:r>
            <a:endParaRPr sz="1100">
              <a:latin typeface="Arial Black"/>
              <a:cs typeface="Arial Black"/>
            </a:endParaRPr>
          </a:p>
        </p:txBody>
      </p:sp>
      <p:sp>
        <p:nvSpPr>
          <p:cNvPr id="57" name="object 57"/>
          <p:cNvSpPr/>
          <p:nvPr/>
        </p:nvSpPr>
        <p:spPr>
          <a:xfrm>
            <a:off x="3552444" y="3456432"/>
            <a:ext cx="816863" cy="609600"/>
          </a:xfrm>
          <a:prstGeom prst="rect">
            <a:avLst/>
          </a:prstGeom>
          <a:blipFill>
            <a:blip r:embed="rId15" cstate="print"/>
            <a:stretch>
              <a:fillRect/>
            </a:stretch>
          </a:blipFill>
        </p:spPr>
        <p:txBody>
          <a:bodyPr wrap="square" lIns="0" tIns="0" rIns="0" bIns="0" rtlCol="0"/>
          <a:lstStyle/>
          <a:p>
            <a:endParaRPr/>
          </a:p>
        </p:txBody>
      </p:sp>
      <p:grpSp>
        <p:nvGrpSpPr>
          <p:cNvPr id="58" name="object 58"/>
          <p:cNvGrpSpPr/>
          <p:nvPr/>
        </p:nvGrpSpPr>
        <p:grpSpPr>
          <a:xfrm>
            <a:off x="6076188" y="3211067"/>
            <a:ext cx="1272540" cy="1257300"/>
            <a:chOff x="6076188" y="3211067"/>
            <a:chExt cx="1272540" cy="1257300"/>
          </a:xfrm>
        </p:grpSpPr>
        <p:sp>
          <p:nvSpPr>
            <p:cNvPr id="59" name="object 59"/>
            <p:cNvSpPr/>
            <p:nvPr/>
          </p:nvSpPr>
          <p:spPr>
            <a:xfrm>
              <a:off x="6076188" y="3211067"/>
              <a:ext cx="1272540" cy="1257300"/>
            </a:xfrm>
            <a:custGeom>
              <a:avLst/>
              <a:gdLst/>
              <a:ahLst/>
              <a:cxnLst/>
              <a:rect l="l" t="t" r="r" b="b"/>
              <a:pathLst>
                <a:path w="1272540" h="1257300">
                  <a:moveTo>
                    <a:pt x="1272539" y="0"/>
                  </a:moveTo>
                  <a:lnTo>
                    <a:pt x="0" y="0"/>
                  </a:lnTo>
                  <a:lnTo>
                    <a:pt x="0" y="1257299"/>
                  </a:lnTo>
                  <a:lnTo>
                    <a:pt x="1272539" y="1257299"/>
                  </a:lnTo>
                  <a:lnTo>
                    <a:pt x="1272539" y="0"/>
                  </a:lnTo>
                  <a:close/>
                </a:path>
              </a:pathLst>
            </a:custGeom>
            <a:solidFill>
              <a:srgbClr val="09547C"/>
            </a:solidFill>
          </p:spPr>
          <p:txBody>
            <a:bodyPr wrap="square" lIns="0" tIns="0" rIns="0" bIns="0" rtlCol="0"/>
            <a:lstStyle/>
            <a:p>
              <a:endParaRPr/>
            </a:p>
          </p:txBody>
        </p:sp>
        <p:sp>
          <p:nvSpPr>
            <p:cNvPr id="60" name="object 60"/>
            <p:cNvSpPr/>
            <p:nvPr/>
          </p:nvSpPr>
          <p:spPr>
            <a:xfrm>
              <a:off x="6390132" y="3424427"/>
              <a:ext cx="726947" cy="740664"/>
            </a:xfrm>
            <a:prstGeom prst="rect">
              <a:avLst/>
            </a:prstGeom>
            <a:blipFill>
              <a:blip r:embed="rId16" cstate="print"/>
              <a:stretch>
                <a:fillRect/>
              </a:stretch>
            </a:blipFill>
          </p:spPr>
          <p:txBody>
            <a:bodyPr wrap="square" lIns="0" tIns="0" rIns="0" bIns="0" rtlCol="0"/>
            <a:lstStyle/>
            <a:p>
              <a:endParaRPr/>
            </a:p>
          </p:txBody>
        </p:sp>
      </p:grpSp>
      <p:sp>
        <p:nvSpPr>
          <p:cNvPr id="61" name="object 61"/>
          <p:cNvSpPr txBox="1"/>
          <p:nvPr/>
        </p:nvSpPr>
        <p:spPr>
          <a:xfrm>
            <a:off x="6076188" y="3211067"/>
            <a:ext cx="1272540" cy="1257300"/>
          </a:xfrm>
          <a:prstGeom prst="rect">
            <a:avLst/>
          </a:prstGeom>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10"/>
              </a:spcBef>
            </a:pPr>
            <a:endParaRPr sz="1450" dirty="0">
              <a:latin typeface="Times New Roman"/>
              <a:cs typeface="Times New Roman"/>
            </a:endParaRPr>
          </a:p>
          <a:p>
            <a:pPr marL="86360">
              <a:lnSpc>
                <a:spcPct val="100000"/>
              </a:lnSpc>
            </a:pPr>
            <a:r>
              <a:rPr sz="1100" spc="-195" dirty="0">
                <a:solidFill>
                  <a:srgbClr val="FFFFFF"/>
                </a:solidFill>
                <a:latin typeface="Arial Black"/>
                <a:cs typeface="Arial Black"/>
              </a:rPr>
              <a:t>G</a:t>
            </a:r>
            <a:r>
              <a:rPr lang="en-US" sz="1100" spc="-195" dirty="0">
                <a:solidFill>
                  <a:srgbClr val="FFFFFF"/>
                </a:solidFill>
                <a:latin typeface="Arial Black"/>
                <a:cs typeface="Arial Black"/>
              </a:rPr>
              <a:t> I </a:t>
            </a:r>
            <a:r>
              <a:rPr sz="1100" spc="-195" dirty="0">
                <a:solidFill>
                  <a:srgbClr val="FFFFFF"/>
                </a:solidFill>
                <a:latin typeface="Arial Black"/>
                <a:cs typeface="Arial Black"/>
              </a:rPr>
              <a:t>g</a:t>
            </a:r>
            <a:r>
              <a:rPr lang="en-US" sz="1100" spc="-195" dirty="0">
                <a:solidFill>
                  <a:srgbClr val="FFFFFF"/>
                </a:solidFill>
                <a:latin typeface="Arial Black"/>
                <a:cs typeface="Arial Black"/>
              </a:rPr>
              <a:t> </a:t>
            </a:r>
            <a:r>
              <a:rPr sz="1100" spc="-195" dirty="0">
                <a:solidFill>
                  <a:srgbClr val="FFFFFF"/>
                </a:solidFill>
                <a:latin typeface="Arial Black"/>
                <a:cs typeface="Arial Black"/>
              </a:rPr>
              <a:t>j</a:t>
            </a:r>
            <a:r>
              <a:rPr lang="en-US" sz="1100" spc="-195" dirty="0">
                <a:solidFill>
                  <a:srgbClr val="FFFFFF"/>
                </a:solidFill>
                <a:latin typeface="Arial Black"/>
                <a:cs typeface="Arial Black"/>
              </a:rPr>
              <a:t> </a:t>
            </a:r>
            <a:r>
              <a:rPr sz="1100" spc="-195" dirty="0">
                <a:solidFill>
                  <a:srgbClr val="FFFFFF"/>
                </a:solidFill>
                <a:latin typeface="Arial Black"/>
                <a:cs typeface="Arial Black"/>
              </a:rPr>
              <a:t>a</a:t>
            </a:r>
            <a:r>
              <a:rPr lang="en-US" sz="1100" spc="-195" dirty="0">
                <a:solidFill>
                  <a:srgbClr val="FFFFFF"/>
                </a:solidFill>
                <a:latin typeface="Arial Black"/>
                <a:cs typeface="Arial Black"/>
              </a:rPr>
              <a:t> </a:t>
            </a:r>
            <a:r>
              <a:rPr sz="1100" spc="-195" dirty="0">
                <a:solidFill>
                  <a:srgbClr val="FFFFFF"/>
                </a:solidFill>
                <a:latin typeface="Arial Black"/>
                <a:cs typeface="Arial Black"/>
              </a:rPr>
              <a:t>m</a:t>
            </a:r>
            <a:endParaRPr sz="1100" dirty="0">
              <a:latin typeface="Arial Black"/>
              <a:cs typeface="Arial Black"/>
            </a:endParaRPr>
          </a:p>
        </p:txBody>
      </p:sp>
      <p:sp>
        <p:nvSpPr>
          <p:cNvPr id="62" name="object 62"/>
          <p:cNvSpPr/>
          <p:nvPr/>
        </p:nvSpPr>
        <p:spPr>
          <a:xfrm>
            <a:off x="10230611" y="3215639"/>
            <a:ext cx="1280160" cy="1240790"/>
          </a:xfrm>
          <a:custGeom>
            <a:avLst/>
            <a:gdLst/>
            <a:ahLst/>
            <a:cxnLst/>
            <a:rect l="l" t="t" r="r" b="b"/>
            <a:pathLst>
              <a:path w="1280159" h="1240789">
                <a:moveTo>
                  <a:pt x="1280159" y="0"/>
                </a:moveTo>
                <a:lnTo>
                  <a:pt x="0" y="0"/>
                </a:lnTo>
                <a:lnTo>
                  <a:pt x="0" y="1240536"/>
                </a:lnTo>
                <a:lnTo>
                  <a:pt x="1280159" y="1240536"/>
                </a:lnTo>
                <a:lnTo>
                  <a:pt x="1280159" y="0"/>
                </a:lnTo>
                <a:close/>
              </a:path>
            </a:pathLst>
          </a:custGeom>
          <a:solidFill>
            <a:srgbClr val="0071C5"/>
          </a:solidFill>
        </p:spPr>
        <p:txBody>
          <a:bodyPr wrap="square" lIns="0" tIns="0" rIns="0" bIns="0" rtlCol="0"/>
          <a:lstStyle/>
          <a:p>
            <a:endParaRPr/>
          </a:p>
        </p:txBody>
      </p:sp>
      <p:sp>
        <p:nvSpPr>
          <p:cNvPr id="63" name="object 63"/>
          <p:cNvSpPr txBox="1"/>
          <p:nvPr/>
        </p:nvSpPr>
        <p:spPr>
          <a:xfrm>
            <a:off x="10230611" y="3215639"/>
            <a:ext cx="1280160" cy="124079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45"/>
              </a:spcBef>
            </a:pPr>
            <a:endParaRPr sz="1300">
              <a:latin typeface="Times New Roman"/>
              <a:cs typeface="Times New Roman"/>
            </a:endParaRPr>
          </a:p>
          <a:p>
            <a:pPr marL="104775">
              <a:lnSpc>
                <a:spcPct val="100000"/>
              </a:lnSpc>
              <a:spcBef>
                <a:spcPts val="5"/>
              </a:spcBef>
            </a:pPr>
            <a:r>
              <a:rPr sz="1100" spc="-195" dirty="0">
                <a:solidFill>
                  <a:srgbClr val="FFFFFF"/>
                </a:solidFill>
                <a:latin typeface="Arial Black"/>
                <a:cs typeface="Arial Black"/>
              </a:rPr>
              <a:t>Company</a:t>
            </a:r>
            <a:r>
              <a:rPr sz="1100" spc="-204" dirty="0">
                <a:solidFill>
                  <a:srgbClr val="FFFFFF"/>
                </a:solidFill>
                <a:latin typeface="Arial Black"/>
                <a:cs typeface="Arial Black"/>
              </a:rPr>
              <a:t> </a:t>
            </a:r>
            <a:r>
              <a:rPr sz="1100" spc="-190" dirty="0">
                <a:solidFill>
                  <a:srgbClr val="FFFFFF"/>
                </a:solidFill>
                <a:latin typeface="Arial Black"/>
                <a:cs typeface="Arial Black"/>
              </a:rPr>
              <a:t>Apps</a:t>
            </a:r>
            <a:endParaRPr sz="1100">
              <a:latin typeface="Arial Black"/>
              <a:cs typeface="Arial Black"/>
            </a:endParaRPr>
          </a:p>
        </p:txBody>
      </p:sp>
      <p:sp>
        <p:nvSpPr>
          <p:cNvPr id="64" name="object 64"/>
          <p:cNvSpPr/>
          <p:nvPr/>
        </p:nvSpPr>
        <p:spPr>
          <a:xfrm>
            <a:off x="10439400" y="3302508"/>
            <a:ext cx="883920" cy="883920"/>
          </a:xfrm>
          <a:prstGeom prst="rect">
            <a:avLst/>
          </a:prstGeom>
          <a:blipFill>
            <a:blip r:embed="rId17" cstate="print"/>
            <a:stretch>
              <a:fillRect/>
            </a:stretch>
          </a:blipFill>
        </p:spPr>
        <p:txBody>
          <a:bodyPr wrap="square" lIns="0" tIns="0" rIns="0" bIns="0" rtlCol="0"/>
          <a:lstStyle/>
          <a:p>
            <a:endParaRPr/>
          </a:p>
        </p:txBody>
      </p:sp>
      <p:grpSp>
        <p:nvGrpSpPr>
          <p:cNvPr id="65" name="object 65"/>
          <p:cNvGrpSpPr/>
          <p:nvPr/>
        </p:nvGrpSpPr>
        <p:grpSpPr>
          <a:xfrm>
            <a:off x="8474964" y="6041135"/>
            <a:ext cx="3543300" cy="640080"/>
            <a:chOff x="8474964" y="6041135"/>
            <a:chExt cx="3543300" cy="640080"/>
          </a:xfrm>
        </p:grpSpPr>
        <p:sp>
          <p:nvSpPr>
            <p:cNvPr id="66" name="object 66"/>
            <p:cNvSpPr/>
            <p:nvPr/>
          </p:nvSpPr>
          <p:spPr>
            <a:xfrm>
              <a:off x="8474964" y="6041135"/>
              <a:ext cx="3543300" cy="640080"/>
            </a:xfrm>
            <a:custGeom>
              <a:avLst/>
              <a:gdLst/>
              <a:ahLst/>
              <a:cxnLst/>
              <a:rect l="l" t="t" r="r" b="b"/>
              <a:pathLst>
                <a:path w="3543300" h="640079">
                  <a:moveTo>
                    <a:pt x="3543300" y="0"/>
                  </a:moveTo>
                  <a:lnTo>
                    <a:pt x="0" y="0"/>
                  </a:lnTo>
                  <a:lnTo>
                    <a:pt x="0" y="640079"/>
                  </a:lnTo>
                  <a:lnTo>
                    <a:pt x="3543300" y="640079"/>
                  </a:lnTo>
                  <a:lnTo>
                    <a:pt x="3543300" y="0"/>
                  </a:lnTo>
                  <a:close/>
                </a:path>
              </a:pathLst>
            </a:custGeom>
            <a:solidFill>
              <a:srgbClr val="FFFFFF"/>
            </a:solidFill>
          </p:spPr>
          <p:txBody>
            <a:bodyPr wrap="square" lIns="0" tIns="0" rIns="0" bIns="0" rtlCol="0"/>
            <a:lstStyle/>
            <a:p>
              <a:endParaRPr/>
            </a:p>
          </p:txBody>
        </p:sp>
        <p:sp>
          <p:nvSpPr>
            <p:cNvPr id="67" name="object 67"/>
            <p:cNvSpPr/>
            <p:nvPr/>
          </p:nvSpPr>
          <p:spPr>
            <a:xfrm>
              <a:off x="9014460" y="6203416"/>
              <a:ext cx="2487549" cy="348996"/>
            </a:xfrm>
            <a:prstGeom prst="rect">
              <a:avLst/>
            </a:prstGeom>
            <a:blipFill>
              <a:blip r:embed="rId18" cstate="print"/>
              <a:stretch>
                <a:fillRect/>
              </a:stretch>
            </a:blipFill>
          </p:spPr>
          <p:txBody>
            <a:bodyPr wrap="square" lIns="0" tIns="0" rIns="0" bIns="0" rtlCol="0"/>
            <a:lstStyle/>
            <a:p>
              <a:endParaRPr/>
            </a:p>
          </p:txBody>
        </p:sp>
      </p:grpSp>
      <p:sp>
        <p:nvSpPr>
          <p:cNvPr id="68" name="object 68"/>
          <p:cNvSpPr txBox="1"/>
          <p:nvPr/>
        </p:nvSpPr>
        <p:spPr>
          <a:xfrm>
            <a:off x="4721352" y="1877567"/>
            <a:ext cx="1228725" cy="1256030"/>
          </a:xfrm>
          <a:prstGeom prst="rect">
            <a:avLst/>
          </a:prstGeom>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25"/>
              </a:spcBef>
            </a:pPr>
            <a:endParaRPr sz="1350">
              <a:latin typeface="Times New Roman"/>
              <a:cs typeface="Times New Roman"/>
            </a:endParaRPr>
          </a:p>
          <a:p>
            <a:pPr marL="78740">
              <a:lnSpc>
                <a:spcPct val="100000"/>
              </a:lnSpc>
            </a:pPr>
            <a:r>
              <a:rPr sz="1100" spc="-240" dirty="0">
                <a:solidFill>
                  <a:srgbClr val="FFFFFF"/>
                </a:solidFill>
                <a:latin typeface="Arial Black"/>
                <a:cs typeface="Arial Black"/>
              </a:rPr>
              <a:t>Teams</a:t>
            </a:r>
            <a:endParaRPr sz="1100">
              <a:latin typeface="Arial Black"/>
              <a:cs typeface="Arial Black"/>
            </a:endParaRPr>
          </a:p>
        </p:txBody>
      </p:sp>
      <p:sp>
        <p:nvSpPr>
          <p:cNvPr id="69" name="object 69"/>
          <p:cNvSpPr/>
          <p:nvPr/>
        </p:nvSpPr>
        <p:spPr>
          <a:xfrm>
            <a:off x="688848" y="4593335"/>
            <a:ext cx="954024" cy="954023"/>
          </a:xfrm>
          <a:prstGeom prst="rect">
            <a:avLst/>
          </a:prstGeom>
          <a:blipFill>
            <a:blip r:embed="rId19" cstate="print"/>
            <a:stretch>
              <a:fillRect/>
            </a:stretch>
          </a:blipFill>
        </p:spPr>
        <p:txBody>
          <a:bodyPr wrap="square" lIns="0" tIns="0" rIns="0" bIns="0" rtlCol="0"/>
          <a:lstStyle/>
          <a:p>
            <a:endParaRPr/>
          </a:p>
        </p:txBody>
      </p:sp>
      <p:grpSp>
        <p:nvGrpSpPr>
          <p:cNvPr id="70" name="object 70"/>
          <p:cNvGrpSpPr/>
          <p:nvPr/>
        </p:nvGrpSpPr>
        <p:grpSpPr>
          <a:xfrm>
            <a:off x="562355" y="3217164"/>
            <a:ext cx="1259205" cy="1268095"/>
            <a:chOff x="562355" y="3217164"/>
            <a:chExt cx="1259205" cy="1268095"/>
          </a:xfrm>
        </p:grpSpPr>
        <p:sp>
          <p:nvSpPr>
            <p:cNvPr id="71" name="object 71"/>
            <p:cNvSpPr/>
            <p:nvPr/>
          </p:nvSpPr>
          <p:spPr>
            <a:xfrm>
              <a:off x="576833" y="3231642"/>
              <a:ext cx="1229995" cy="1239520"/>
            </a:xfrm>
            <a:custGeom>
              <a:avLst/>
              <a:gdLst/>
              <a:ahLst/>
              <a:cxnLst/>
              <a:rect l="l" t="t" r="r" b="b"/>
              <a:pathLst>
                <a:path w="1229995" h="1239520">
                  <a:moveTo>
                    <a:pt x="1229867" y="0"/>
                  </a:moveTo>
                  <a:lnTo>
                    <a:pt x="0" y="0"/>
                  </a:lnTo>
                  <a:lnTo>
                    <a:pt x="0" y="1239011"/>
                  </a:lnTo>
                  <a:lnTo>
                    <a:pt x="1229867" y="1239011"/>
                  </a:lnTo>
                  <a:lnTo>
                    <a:pt x="1229867" y="0"/>
                  </a:lnTo>
                  <a:close/>
                </a:path>
              </a:pathLst>
            </a:custGeom>
            <a:solidFill>
              <a:srgbClr val="FFFFFF"/>
            </a:solidFill>
          </p:spPr>
          <p:txBody>
            <a:bodyPr wrap="square" lIns="0" tIns="0" rIns="0" bIns="0" rtlCol="0"/>
            <a:lstStyle/>
            <a:p>
              <a:endParaRPr/>
            </a:p>
          </p:txBody>
        </p:sp>
        <p:sp>
          <p:nvSpPr>
            <p:cNvPr id="72" name="object 72"/>
            <p:cNvSpPr/>
            <p:nvPr/>
          </p:nvSpPr>
          <p:spPr>
            <a:xfrm>
              <a:off x="576833" y="3231642"/>
              <a:ext cx="1229995" cy="1239520"/>
            </a:xfrm>
            <a:custGeom>
              <a:avLst/>
              <a:gdLst/>
              <a:ahLst/>
              <a:cxnLst/>
              <a:rect l="l" t="t" r="r" b="b"/>
              <a:pathLst>
                <a:path w="1229995" h="1239520">
                  <a:moveTo>
                    <a:pt x="0" y="1239011"/>
                  </a:moveTo>
                  <a:lnTo>
                    <a:pt x="1229867" y="1239011"/>
                  </a:lnTo>
                  <a:lnTo>
                    <a:pt x="1229867" y="0"/>
                  </a:lnTo>
                  <a:lnTo>
                    <a:pt x="0" y="0"/>
                  </a:lnTo>
                  <a:lnTo>
                    <a:pt x="0" y="1239011"/>
                  </a:lnTo>
                  <a:close/>
                </a:path>
              </a:pathLst>
            </a:custGeom>
            <a:ln w="28956">
              <a:solidFill>
                <a:srgbClr val="2C292A"/>
              </a:solidFill>
            </a:ln>
          </p:spPr>
          <p:txBody>
            <a:bodyPr wrap="square" lIns="0" tIns="0" rIns="0" bIns="0" rtlCol="0"/>
            <a:lstStyle/>
            <a:p>
              <a:endParaRPr/>
            </a:p>
          </p:txBody>
        </p:sp>
        <p:sp>
          <p:nvSpPr>
            <p:cNvPr id="73" name="object 73"/>
            <p:cNvSpPr/>
            <p:nvPr/>
          </p:nvSpPr>
          <p:spPr>
            <a:xfrm>
              <a:off x="649223" y="3384753"/>
              <a:ext cx="1110995" cy="936929"/>
            </a:xfrm>
            <a:prstGeom prst="rect">
              <a:avLst/>
            </a:prstGeom>
            <a:blipFill>
              <a:blip r:embed="rId20" cstate="print"/>
              <a:stretch>
                <a:fillRect/>
              </a:stretch>
            </a:blipFill>
          </p:spPr>
          <p:txBody>
            <a:bodyPr wrap="square" lIns="0" tIns="0" rIns="0" bIns="0" rtlCol="0"/>
            <a:lstStyle/>
            <a:p>
              <a:endParaRPr/>
            </a:p>
          </p:txBody>
        </p:sp>
      </p:grpSp>
      <p:sp>
        <p:nvSpPr>
          <p:cNvPr id="74" name="object 74"/>
          <p:cNvSpPr/>
          <p:nvPr/>
        </p:nvSpPr>
        <p:spPr>
          <a:xfrm>
            <a:off x="4736591" y="4558284"/>
            <a:ext cx="1184148" cy="1200911"/>
          </a:xfrm>
          <a:prstGeom prst="rect">
            <a:avLst/>
          </a:prstGeom>
          <a:blipFill>
            <a:blip r:embed="rId21" cstate="print"/>
            <a:stretch>
              <a:fillRect/>
            </a:stretch>
          </a:blip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062481" y="6271413"/>
            <a:ext cx="1831700" cy="408123"/>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1772912" y="4555235"/>
            <a:ext cx="419100" cy="1940560"/>
          </a:xfrm>
          <a:custGeom>
            <a:avLst/>
            <a:gdLst/>
            <a:ahLst/>
            <a:cxnLst/>
            <a:rect l="l" t="t" r="r" b="b"/>
            <a:pathLst>
              <a:path w="419100" h="1940560">
                <a:moveTo>
                  <a:pt x="0" y="1939938"/>
                </a:moveTo>
                <a:lnTo>
                  <a:pt x="419087" y="1939938"/>
                </a:lnTo>
                <a:lnTo>
                  <a:pt x="419087" y="0"/>
                </a:lnTo>
                <a:lnTo>
                  <a:pt x="0" y="0"/>
                </a:lnTo>
                <a:lnTo>
                  <a:pt x="0" y="1939938"/>
                </a:lnTo>
                <a:close/>
              </a:path>
            </a:pathLst>
          </a:custGeom>
          <a:solidFill>
            <a:srgbClr val="FFFFFF"/>
          </a:solidFill>
        </p:spPr>
        <p:txBody>
          <a:bodyPr wrap="square" lIns="0" tIns="0" rIns="0" bIns="0" rtlCol="0"/>
          <a:lstStyle/>
          <a:p>
            <a:endParaRPr/>
          </a:p>
        </p:txBody>
      </p:sp>
      <p:sp>
        <p:nvSpPr>
          <p:cNvPr id="4" name="object 4"/>
          <p:cNvSpPr/>
          <p:nvPr/>
        </p:nvSpPr>
        <p:spPr>
          <a:xfrm>
            <a:off x="0" y="6495173"/>
            <a:ext cx="12192000" cy="363220"/>
          </a:xfrm>
          <a:custGeom>
            <a:avLst/>
            <a:gdLst/>
            <a:ahLst/>
            <a:cxnLst/>
            <a:rect l="l" t="t" r="r" b="b"/>
            <a:pathLst>
              <a:path w="12192000" h="363220">
                <a:moveTo>
                  <a:pt x="0" y="362825"/>
                </a:moveTo>
                <a:lnTo>
                  <a:pt x="12192000" y="362825"/>
                </a:lnTo>
                <a:lnTo>
                  <a:pt x="12192000" y="0"/>
                </a:lnTo>
                <a:lnTo>
                  <a:pt x="0" y="0"/>
                </a:lnTo>
                <a:lnTo>
                  <a:pt x="0" y="362825"/>
                </a:lnTo>
                <a:close/>
              </a:path>
            </a:pathLst>
          </a:custGeom>
          <a:solidFill>
            <a:srgbClr val="FFFFFF"/>
          </a:solidFill>
        </p:spPr>
        <p:txBody>
          <a:bodyPr wrap="square" lIns="0" tIns="0" rIns="0" bIns="0" rtlCol="0"/>
          <a:lstStyle/>
          <a:p>
            <a:endParaRPr/>
          </a:p>
        </p:txBody>
      </p:sp>
      <p:sp>
        <p:nvSpPr>
          <p:cNvPr id="5" name="object 5"/>
          <p:cNvSpPr/>
          <p:nvPr/>
        </p:nvSpPr>
        <p:spPr>
          <a:xfrm>
            <a:off x="0" y="4555235"/>
            <a:ext cx="3275965" cy="1940560"/>
          </a:xfrm>
          <a:custGeom>
            <a:avLst/>
            <a:gdLst/>
            <a:ahLst/>
            <a:cxnLst/>
            <a:rect l="l" t="t" r="r" b="b"/>
            <a:pathLst>
              <a:path w="3275965" h="1940560">
                <a:moveTo>
                  <a:pt x="0" y="1939938"/>
                </a:moveTo>
                <a:lnTo>
                  <a:pt x="3275965" y="1939938"/>
                </a:lnTo>
                <a:lnTo>
                  <a:pt x="3275965" y="0"/>
                </a:lnTo>
                <a:lnTo>
                  <a:pt x="0" y="0"/>
                </a:lnTo>
                <a:lnTo>
                  <a:pt x="0" y="1939938"/>
                </a:lnTo>
                <a:close/>
              </a:path>
            </a:pathLst>
          </a:custGeom>
          <a:solidFill>
            <a:srgbClr val="FFFFFF"/>
          </a:solidFill>
        </p:spPr>
        <p:txBody>
          <a:bodyPr wrap="square" lIns="0" tIns="0" rIns="0" bIns="0" rtlCol="0"/>
          <a:lstStyle/>
          <a:p>
            <a:endParaRPr/>
          </a:p>
        </p:txBody>
      </p:sp>
      <p:graphicFrame>
        <p:nvGraphicFramePr>
          <p:cNvPr id="6" name="object 6"/>
          <p:cNvGraphicFramePr>
            <a:graphicFrameLocks noGrp="1"/>
          </p:cNvGraphicFramePr>
          <p:nvPr/>
        </p:nvGraphicFramePr>
        <p:xfrm>
          <a:off x="571500" y="1301114"/>
          <a:ext cx="11202035" cy="5187705"/>
        </p:xfrm>
        <a:graphic>
          <a:graphicData uri="http://schemas.openxmlformats.org/drawingml/2006/table">
            <a:tbl>
              <a:tblPr firstRow="1" bandRow="1">
                <a:tableStyleId>{2D5ABB26-0587-4C30-8999-92F81FD0307C}</a:tableStyleId>
              </a:tblPr>
              <a:tblGrid>
                <a:gridCol w="2704465">
                  <a:extLst>
                    <a:ext uri="{9D8B030D-6E8A-4147-A177-3AD203B41FA5}">
                      <a16:colId xmlns:a16="http://schemas.microsoft.com/office/drawing/2014/main" val="20000"/>
                    </a:ext>
                  </a:extLst>
                </a:gridCol>
                <a:gridCol w="7559675">
                  <a:extLst>
                    <a:ext uri="{9D8B030D-6E8A-4147-A177-3AD203B41FA5}">
                      <a16:colId xmlns:a16="http://schemas.microsoft.com/office/drawing/2014/main" val="20001"/>
                    </a:ext>
                  </a:extLst>
                </a:gridCol>
                <a:gridCol w="937895">
                  <a:extLst>
                    <a:ext uri="{9D8B030D-6E8A-4147-A177-3AD203B41FA5}">
                      <a16:colId xmlns:a16="http://schemas.microsoft.com/office/drawing/2014/main" val="20002"/>
                    </a:ext>
                  </a:extLst>
                </a:gridCol>
              </a:tblGrid>
              <a:tr h="377951">
                <a:tc>
                  <a:txBody>
                    <a:bodyPr/>
                    <a:lstStyle/>
                    <a:p>
                      <a:pPr marL="91440">
                        <a:lnSpc>
                          <a:spcPct val="100000"/>
                        </a:lnSpc>
                        <a:spcBef>
                          <a:spcPts val="735"/>
                        </a:spcBef>
                      </a:pPr>
                      <a:r>
                        <a:rPr sz="1200" b="1" spc="-5" dirty="0">
                          <a:solidFill>
                            <a:srgbClr val="F0EEEC"/>
                          </a:solidFill>
                          <a:latin typeface="Arial"/>
                          <a:cs typeface="Arial"/>
                        </a:rPr>
                        <a:t>Authoring</a:t>
                      </a:r>
                      <a:endParaRPr sz="1200">
                        <a:latin typeface="Arial"/>
                        <a:cs typeface="Arial"/>
                      </a:endParaRPr>
                    </a:p>
                  </a:txBody>
                  <a:tcPr marL="0" marR="0" marT="93345" marB="0">
                    <a:lnT w="12700">
                      <a:solidFill>
                        <a:srgbClr val="F0EEEC"/>
                      </a:solidFill>
                      <a:prstDash val="solid"/>
                    </a:lnT>
                    <a:lnB w="6350">
                      <a:solidFill>
                        <a:srgbClr val="F0EEEC"/>
                      </a:solidFill>
                      <a:prstDash val="solid"/>
                    </a:lnB>
                    <a:solidFill>
                      <a:srgbClr val="006FC0"/>
                    </a:solidFill>
                  </a:tcPr>
                </a:tc>
                <a:tc>
                  <a:txBody>
                    <a:bodyPr/>
                    <a:lstStyle/>
                    <a:p>
                      <a:pPr marL="91440">
                        <a:lnSpc>
                          <a:spcPct val="100000"/>
                        </a:lnSpc>
                        <a:spcBef>
                          <a:spcPts val="800"/>
                        </a:spcBef>
                      </a:pPr>
                      <a:r>
                        <a:rPr sz="1100" spc="-100" dirty="0">
                          <a:solidFill>
                            <a:srgbClr val="2C292A"/>
                          </a:solidFill>
                          <a:latin typeface="Arial Black"/>
                          <a:cs typeface="Arial Black"/>
                        </a:rPr>
                        <a:t>Word, </a:t>
                      </a:r>
                      <a:r>
                        <a:rPr sz="1100" spc="-185" dirty="0">
                          <a:solidFill>
                            <a:srgbClr val="2C292A"/>
                          </a:solidFill>
                          <a:latin typeface="Arial Black"/>
                          <a:cs typeface="Arial Black"/>
                        </a:rPr>
                        <a:t>Excel, </a:t>
                      </a:r>
                      <a:r>
                        <a:rPr sz="1100" spc="-140" dirty="0">
                          <a:solidFill>
                            <a:srgbClr val="2C292A"/>
                          </a:solidFill>
                          <a:latin typeface="Arial Black"/>
                          <a:cs typeface="Arial Black"/>
                        </a:rPr>
                        <a:t>PowerPoint,</a:t>
                      </a:r>
                      <a:r>
                        <a:rPr sz="1100" spc="-110" dirty="0">
                          <a:solidFill>
                            <a:srgbClr val="2C292A"/>
                          </a:solidFill>
                          <a:latin typeface="Arial Black"/>
                          <a:cs typeface="Arial Black"/>
                        </a:rPr>
                        <a:t> </a:t>
                      </a:r>
                      <a:r>
                        <a:rPr sz="1100" spc="-114" dirty="0">
                          <a:solidFill>
                            <a:srgbClr val="2C292A"/>
                          </a:solidFill>
                          <a:latin typeface="Arial Black"/>
                          <a:cs typeface="Arial Black"/>
                        </a:rPr>
                        <a:t>OneNote</a:t>
                      </a:r>
                      <a:endParaRPr sz="1100">
                        <a:latin typeface="Arial Black"/>
                        <a:cs typeface="Arial Black"/>
                      </a:endParaRPr>
                    </a:p>
                  </a:txBody>
                  <a:tcPr marL="0" marR="0" marT="101600" marB="0">
                    <a:lnT w="12700">
                      <a:solidFill>
                        <a:srgbClr val="F0EEEC"/>
                      </a:solidFill>
                      <a:prstDash val="solid"/>
                    </a:lnT>
                    <a:lnB w="6350">
                      <a:solidFill>
                        <a:srgbClr val="F0EEEC"/>
                      </a:solidFill>
                      <a:prstDash val="solid"/>
                    </a:lnB>
                    <a:solidFill>
                      <a:srgbClr val="F1F1F1"/>
                    </a:solidFill>
                  </a:tcPr>
                </a:tc>
                <a:tc>
                  <a:txBody>
                    <a:bodyPr/>
                    <a:lstStyle/>
                    <a:p>
                      <a:pPr marL="323850">
                        <a:lnSpc>
                          <a:spcPct val="100000"/>
                        </a:lnSpc>
                        <a:spcBef>
                          <a:spcPts val="800"/>
                        </a:spcBef>
                      </a:pPr>
                      <a:r>
                        <a:rPr sz="1100" b="1" dirty="0">
                          <a:solidFill>
                            <a:srgbClr val="2C292A"/>
                          </a:solidFill>
                          <a:latin typeface="Arial"/>
                          <a:cs typeface="Arial"/>
                        </a:rPr>
                        <a:t>X</a:t>
                      </a:r>
                      <a:endParaRPr sz="1100">
                        <a:latin typeface="Arial"/>
                        <a:cs typeface="Arial"/>
                      </a:endParaRPr>
                    </a:p>
                  </a:txBody>
                  <a:tcPr marL="0" marR="0" marT="101600" marB="0">
                    <a:lnT w="12700">
                      <a:solidFill>
                        <a:srgbClr val="F0EEEC"/>
                      </a:solidFill>
                      <a:prstDash val="solid"/>
                    </a:lnT>
                    <a:lnB w="6350">
                      <a:solidFill>
                        <a:srgbClr val="F0EEEC"/>
                      </a:solidFill>
                      <a:prstDash val="solid"/>
                    </a:lnB>
                    <a:solidFill>
                      <a:srgbClr val="F1F1F1"/>
                    </a:solidFill>
                  </a:tcPr>
                </a:tc>
                <a:extLst>
                  <a:ext uri="{0D108BD9-81ED-4DB2-BD59-A6C34878D82A}">
                    <a16:rowId xmlns:a16="http://schemas.microsoft.com/office/drawing/2014/main" val="10000"/>
                  </a:ext>
                </a:extLst>
              </a:tr>
              <a:tr h="409448">
                <a:tc>
                  <a:txBody>
                    <a:bodyPr/>
                    <a:lstStyle/>
                    <a:p>
                      <a:pPr marL="91440">
                        <a:lnSpc>
                          <a:spcPct val="100000"/>
                        </a:lnSpc>
                        <a:spcBef>
                          <a:spcPts val="860"/>
                        </a:spcBef>
                      </a:pPr>
                      <a:r>
                        <a:rPr sz="1200" b="1" spc="-50" dirty="0">
                          <a:solidFill>
                            <a:srgbClr val="F0EEEC"/>
                          </a:solidFill>
                          <a:latin typeface="Arial"/>
                          <a:cs typeface="Arial"/>
                        </a:rPr>
                        <a:t>Sites </a:t>
                      </a:r>
                      <a:r>
                        <a:rPr sz="1200" b="1" spc="150" dirty="0">
                          <a:solidFill>
                            <a:srgbClr val="F0EEEC"/>
                          </a:solidFill>
                          <a:latin typeface="Arial"/>
                          <a:cs typeface="Arial"/>
                        </a:rPr>
                        <a:t>&amp; </a:t>
                      </a:r>
                      <a:r>
                        <a:rPr sz="1200" b="1" spc="-10" dirty="0">
                          <a:solidFill>
                            <a:srgbClr val="F0EEEC"/>
                          </a:solidFill>
                          <a:latin typeface="Arial"/>
                          <a:cs typeface="Arial"/>
                        </a:rPr>
                        <a:t>Content</a:t>
                      </a:r>
                      <a:r>
                        <a:rPr sz="1200" b="1" spc="-130" dirty="0">
                          <a:solidFill>
                            <a:srgbClr val="F0EEEC"/>
                          </a:solidFill>
                          <a:latin typeface="Arial"/>
                          <a:cs typeface="Arial"/>
                        </a:rPr>
                        <a:t> </a:t>
                      </a:r>
                      <a:r>
                        <a:rPr sz="1200" b="1" dirty="0">
                          <a:solidFill>
                            <a:srgbClr val="F0EEEC"/>
                          </a:solidFill>
                          <a:latin typeface="Arial"/>
                          <a:cs typeface="Arial"/>
                        </a:rPr>
                        <a:t>management</a:t>
                      </a:r>
                      <a:endParaRPr sz="1200">
                        <a:latin typeface="Arial"/>
                        <a:cs typeface="Arial"/>
                      </a:endParaRPr>
                    </a:p>
                  </a:txBody>
                  <a:tcPr marL="0" marR="0" marT="109220" marB="0">
                    <a:lnT w="6350">
                      <a:solidFill>
                        <a:srgbClr val="F0EEEC"/>
                      </a:solidFill>
                      <a:prstDash val="solid"/>
                    </a:lnT>
                    <a:lnB w="6350">
                      <a:solidFill>
                        <a:srgbClr val="F0EEEC"/>
                      </a:solidFill>
                      <a:prstDash val="solid"/>
                    </a:lnB>
                    <a:solidFill>
                      <a:srgbClr val="006FC0"/>
                    </a:solidFill>
                  </a:tcPr>
                </a:tc>
                <a:tc>
                  <a:txBody>
                    <a:bodyPr/>
                    <a:lstStyle/>
                    <a:p>
                      <a:pPr marL="91440">
                        <a:lnSpc>
                          <a:spcPct val="100000"/>
                        </a:lnSpc>
                        <a:spcBef>
                          <a:spcPts val="925"/>
                        </a:spcBef>
                      </a:pPr>
                      <a:r>
                        <a:rPr sz="1100" spc="-140" dirty="0">
                          <a:solidFill>
                            <a:srgbClr val="2C292A"/>
                          </a:solidFill>
                          <a:latin typeface="Arial Black"/>
                          <a:cs typeface="Arial Black"/>
                        </a:rPr>
                        <a:t>SharePoint, </a:t>
                      </a:r>
                      <a:r>
                        <a:rPr sz="1100" spc="-120" dirty="0">
                          <a:solidFill>
                            <a:srgbClr val="2C292A"/>
                          </a:solidFill>
                          <a:latin typeface="Arial Black"/>
                          <a:cs typeface="Arial Black"/>
                        </a:rPr>
                        <a:t>OneDrive </a:t>
                      </a:r>
                      <a:r>
                        <a:rPr sz="1100" spc="-95" dirty="0">
                          <a:solidFill>
                            <a:srgbClr val="2C292A"/>
                          </a:solidFill>
                          <a:latin typeface="Arial Black"/>
                          <a:cs typeface="Arial Black"/>
                        </a:rPr>
                        <a:t>for</a:t>
                      </a:r>
                      <a:r>
                        <a:rPr sz="1100" spc="35" dirty="0">
                          <a:solidFill>
                            <a:srgbClr val="2C292A"/>
                          </a:solidFill>
                          <a:latin typeface="Arial Black"/>
                          <a:cs typeface="Arial Black"/>
                        </a:rPr>
                        <a:t> </a:t>
                      </a:r>
                      <a:r>
                        <a:rPr sz="1100" spc="-165" dirty="0">
                          <a:solidFill>
                            <a:srgbClr val="2C292A"/>
                          </a:solidFill>
                          <a:latin typeface="Arial Black"/>
                          <a:cs typeface="Arial Black"/>
                        </a:rPr>
                        <a:t>Business</a:t>
                      </a:r>
                      <a:endParaRPr sz="1100">
                        <a:latin typeface="Arial Black"/>
                        <a:cs typeface="Arial Black"/>
                      </a:endParaRPr>
                    </a:p>
                  </a:txBody>
                  <a:tcPr marL="0" marR="0" marT="117475" marB="0">
                    <a:lnT w="6350">
                      <a:solidFill>
                        <a:srgbClr val="F0EEEC"/>
                      </a:solidFill>
                      <a:prstDash val="solid"/>
                    </a:lnT>
                    <a:lnB w="6350">
                      <a:solidFill>
                        <a:srgbClr val="F0EEEC"/>
                      </a:solidFill>
                      <a:prstDash val="solid"/>
                    </a:lnB>
                    <a:solidFill>
                      <a:srgbClr val="F1F1F1"/>
                    </a:solidFill>
                  </a:tcPr>
                </a:tc>
                <a:tc>
                  <a:txBody>
                    <a:bodyPr/>
                    <a:lstStyle/>
                    <a:p>
                      <a:pPr marL="323850">
                        <a:lnSpc>
                          <a:spcPct val="100000"/>
                        </a:lnSpc>
                        <a:spcBef>
                          <a:spcPts val="925"/>
                        </a:spcBef>
                      </a:pPr>
                      <a:r>
                        <a:rPr sz="1100" b="1" dirty="0">
                          <a:solidFill>
                            <a:srgbClr val="2C292A"/>
                          </a:solidFill>
                          <a:latin typeface="Arial"/>
                          <a:cs typeface="Arial"/>
                        </a:rPr>
                        <a:t>X</a:t>
                      </a:r>
                      <a:endParaRPr sz="1100">
                        <a:latin typeface="Arial"/>
                        <a:cs typeface="Arial"/>
                      </a:endParaRPr>
                    </a:p>
                  </a:txBody>
                  <a:tcPr marL="0" marR="0" marT="117475" marB="0">
                    <a:lnT w="6350">
                      <a:solidFill>
                        <a:srgbClr val="F0EEEC"/>
                      </a:solidFill>
                      <a:prstDash val="solid"/>
                    </a:lnT>
                    <a:lnB w="6350">
                      <a:solidFill>
                        <a:srgbClr val="F0EEEC"/>
                      </a:solidFill>
                      <a:prstDash val="solid"/>
                    </a:lnB>
                    <a:solidFill>
                      <a:srgbClr val="F1F1F1"/>
                    </a:solidFill>
                  </a:tcPr>
                </a:tc>
                <a:extLst>
                  <a:ext uri="{0D108BD9-81ED-4DB2-BD59-A6C34878D82A}">
                    <a16:rowId xmlns:a16="http://schemas.microsoft.com/office/drawing/2014/main" val="10001"/>
                  </a:ext>
                </a:extLst>
              </a:tr>
              <a:tr h="409448">
                <a:tc>
                  <a:txBody>
                    <a:bodyPr/>
                    <a:lstStyle/>
                    <a:p>
                      <a:pPr marL="91440">
                        <a:lnSpc>
                          <a:spcPct val="100000"/>
                        </a:lnSpc>
                        <a:spcBef>
                          <a:spcPts val="860"/>
                        </a:spcBef>
                      </a:pPr>
                      <a:r>
                        <a:rPr sz="1200" b="1" spc="30" dirty="0">
                          <a:solidFill>
                            <a:srgbClr val="F0EEEC"/>
                          </a:solidFill>
                          <a:latin typeface="Arial"/>
                          <a:cs typeface="Arial"/>
                        </a:rPr>
                        <a:t>Mail </a:t>
                      </a:r>
                      <a:r>
                        <a:rPr sz="1200" b="1" spc="-15" dirty="0">
                          <a:solidFill>
                            <a:srgbClr val="F0EEEC"/>
                          </a:solidFill>
                          <a:latin typeface="Arial"/>
                          <a:cs typeface="Arial"/>
                        </a:rPr>
                        <a:t>And</a:t>
                      </a:r>
                      <a:r>
                        <a:rPr sz="1200" b="1" spc="-50" dirty="0">
                          <a:solidFill>
                            <a:srgbClr val="F0EEEC"/>
                          </a:solidFill>
                          <a:latin typeface="Arial"/>
                          <a:cs typeface="Arial"/>
                        </a:rPr>
                        <a:t> </a:t>
                      </a:r>
                      <a:r>
                        <a:rPr sz="1200" b="1" spc="-45" dirty="0">
                          <a:solidFill>
                            <a:srgbClr val="F0EEEC"/>
                          </a:solidFill>
                          <a:latin typeface="Arial"/>
                          <a:cs typeface="Arial"/>
                        </a:rPr>
                        <a:t>Social</a:t>
                      </a:r>
                      <a:endParaRPr sz="1200">
                        <a:latin typeface="Arial"/>
                        <a:cs typeface="Arial"/>
                      </a:endParaRPr>
                    </a:p>
                  </a:txBody>
                  <a:tcPr marL="0" marR="0" marT="109220" marB="0">
                    <a:lnT w="6350">
                      <a:solidFill>
                        <a:srgbClr val="F0EEEC"/>
                      </a:solidFill>
                      <a:prstDash val="solid"/>
                    </a:lnT>
                    <a:lnB w="6350">
                      <a:solidFill>
                        <a:srgbClr val="F0EEEC"/>
                      </a:solidFill>
                      <a:prstDash val="solid"/>
                    </a:lnB>
                    <a:solidFill>
                      <a:srgbClr val="006FC0"/>
                    </a:solidFill>
                  </a:tcPr>
                </a:tc>
                <a:tc>
                  <a:txBody>
                    <a:bodyPr/>
                    <a:lstStyle/>
                    <a:p>
                      <a:pPr marL="91440">
                        <a:lnSpc>
                          <a:spcPct val="100000"/>
                        </a:lnSpc>
                        <a:spcBef>
                          <a:spcPts val="919"/>
                        </a:spcBef>
                      </a:pPr>
                      <a:r>
                        <a:rPr sz="1100" spc="-114" dirty="0">
                          <a:solidFill>
                            <a:srgbClr val="2C292A"/>
                          </a:solidFill>
                          <a:latin typeface="Arial Black"/>
                          <a:cs typeface="Arial Black"/>
                        </a:rPr>
                        <a:t>Outlook, </a:t>
                      </a:r>
                      <a:r>
                        <a:rPr sz="1100" spc="-165" dirty="0">
                          <a:solidFill>
                            <a:srgbClr val="2C292A"/>
                          </a:solidFill>
                          <a:latin typeface="Arial Black"/>
                          <a:cs typeface="Arial Black"/>
                        </a:rPr>
                        <a:t>Exchange,</a:t>
                      </a:r>
                      <a:r>
                        <a:rPr sz="1100" spc="-20" dirty="0">
                          <a:solidFill>
                            <a:srgbClr val="2C292A"/>
                          </a:solidFill>
                          <a:latin typeface="Arial Black"/>
                          <a:cs typeface="Arial Black"/>
                        </a:rPr>
                        <a:t> </a:t>
                      </a:r>
                      <a:r>
                        <a:rPr sz="1100" spc="-165" dirty="0">
                          <a:solidFill>
                            <a:srgbClr val="2C292A"/>
                          </a:solidFill>
                          <a:latin typeface="Arial Black"/>
                          <a:cs typeface="Arial Black"/>
                        </a:rPr>
                        <a:t>Yammer</a:t>
                      </a:r>
                      <a:endParaRPr sz="1100">
                        <a:latin typeface="Arial Black"/>
                        <a:cs typeface="Arial Black"/>
                      </a:endParaRPr>
                    </a:p>
                  </a:txBody>
                  <a:tcPr marL="0" marR="0" marT="116839" marB="0">
                    <a:lnT w="6350">
                      <a:solidFill>
                        <a:srgbClr val="F0EEEC"/>
                      </a:solidFill>
                      <a:prstDash val="solid"/>
                    </a:lnT>
                    <a:lnB w="6350">
                      <a:solidFill>
                        <a:srgbClr val="F0EEEC"/>
                      </a:solidFill>
                      <a:prstDash val="solid"/>
                    </a:lnB>
                    <a:solidFill>
                      <a:srgbClr val="F1F1F1"/>
                    </a:solidFill>
                  </a:tcPr>
                </a:tc>
                <a:tc>
                  <a:txBody>
                    <a:bodyPr/>
                    <a:lstStyle/>
                    <a:p>
                      <a:pPr marL="323850">
                        <a:lnSpc>
                          <a:spcPct val="100000"/>
                        </a:lnSpc>
                        <a:spcBef>
                          <a:spcPts val="919"/>
                        </a:spcBef>
                      </a:pPr>
                      <a:r>
                        <a:rPr sz="1100" b="1" dirty="0">
                          <a:solidFill>
                            <a:srgbClr val="2C292A"/>
                          </a:solidFill>
                          <a:latin typeface="Arial"/>
                          <a:cs typeface="Arial"/>
                        </a:rPr>
                        <a:t>X</a:t>
                      </a:r>
                      <a:endParaRPr sz="1100">
                        <a:latin typeface="Arial"/>
                        <a:cs typeface="Arial"/>
                      </a:endParaRPr>
                    </a:p>
                  </a:txBody>
                  <a:tcPr marL="0" marR="0" marT="116839" marB="0">
                    <a:lnT w="6350">
                      <a:solidFill>
                        <a:srgbClr val="F0EEEC"/>
                      </a:solidFill>
                      <a:prstDash val="solid"/>
                    </a:lnT>
                    <a:lnB w="6350">
                      <a:solidFill>
                        <a:srgbClr val="F0EEEC"/>
                      </a:solidFill>
                      <a:prstDash val="solid"/>
                    </a:lnB>
                    <a:solidFill>
                      <a:srgbClr val="F1F1F1"/>
                    </a:solidFill>
                  </a:tcPr>
                </a:tc>
                <a:extLst>
                  <a:ext uri="{0D108BD9-81ED-4DB2-BD59-A6C34878D82A}">
                    <a16:rowId xmlns:a16="http://schemas.microsoft.com/office/drawing/2014/main" val="10002"/>
                  </a:ext>
                </a:extLst>
              </a:tr>
              <a:tr h="733551">
                <a:tc>
                  <a:txBody>
                    <a:bodyPr/>
                    <a:lstStyle/>
                    <a:p>
                      <a:pPr>
                        <a:lnSpc>
                          <a:spcPct val="100000"/>
                        </a:lnSpc>
                        <a:spcBef>
                          <a:spcPts val="10"/>
                        </a:spcBef>
                      </a:pPr>
                      <a:endParaRPr sz="1850">
                        <a:latin typeface="Times New Roman"/>
                        <a:cs typeface="Times New Roman"/>
                      </a:endParaRPr>
                    </a:p>
                    <a:p>
                      <a:pPr marL="91440">
                        <a:lnSpc>
                          <a:spcPct val="100000"/>
                        </a:lnSpc>
                      </a:pPr>
                      <a:r>
                        <a:rPr sz="1200" b="1" dirty="0">
                          <a:solidFill>
                            <a:srgbClr val="F0EEEC"/>
                          </a:solidFill>
                          <a:latin typeface="Arial"/>
                          <a:cs typeface="Arial"/>
                        </a:rPr>
                        <a:t>Meetings </a:t>
                      </a:r>
                      <a:r>
                        <a:rPr sz="1200" b="1" spc="150" dirty="0">
                          <a:solidFill>
                            <a:srgbClr val="F0EEEC"/>
                          </a:solidFill>
                          <a:latin typeface="Arial"/>
                          <a:cs typeface="Arial"/>
                        </a:rPr>
                        <a:t>&amp;</a:t>
                      </a:r>
                      <a:r>
                        <a:rPr sz="1200" b="1" spc="-25" dirty="0">
                          <a:solidFill>
                            <a:srgbClr val="F0EEEC"/>
                          </a:solidFill>
                          <a:latin typeface="Arial"/>
                          <a:cs typeface="Arial"/>
                        </a:rPr>
                        <a:t> </a:t>
                      </a:r>
                      <a:r>
                        <a:rPr sz="1200" b="1" spc="-40" dirty="0">
                          <a:solidFill>
                            <a:srgbClr val="F0EEEC"/>
                          </a:solidFill>
                          <a:latin typeface="Arial"/>
                          <a:cs typeface="Arial"/>
                        </a:rPr>
                        <a:t>Voice</a:t>
                      </a:r>
                      <a:endParaRPr sz="1200">
                        <a:latin typeface="Arial"/>
                        <a:cs typeface="Arial"/>
                      </a:endParaRPr>
                    </a:p>
                  </a:txBody>
                  <a:tcPr marL="0" marR="0" marT="1270" marB="0">
                    <a:lnT w="6350">
                      <a:solidFill>
                        <a:srgbClr val="F0EEEC"/>
                      </a:solidFill>
                      <a:prstDash val="solid"/>
                    </a:lnT>
                    <a:lnB w="6350">
                      <a:solidFill>
                        <a:srgbClr val="F0EEEC"/>
                      </a:solidFill>
                      <a:prstDash val="solid"/>
                    </a:lnB>
                    <a:solidFill>
                      <a:srgbClr val="006FC0"/>
                    </a:solidFill>
                  </a:tcPr>
                </a:tc>
                <a:tc>
                  <a:txBody>
                    <a:bodyPr/>
                    <a:lstStyle/>
                    <a:p>
                      <a:pPr marL="91440">
                        <a:lnSpc>
                          <a:spcPct val="100000"/>
                        </a:lnSpc>
                        <a:spcBef>
                          <a:spcPts val="1235"/>
                        </a:spcBef>
                      </a:pPr>
                      <a:r>
                        <a:rPr sz="1100" spc="-155" dirty="0">
                          <a:solidFill>
                            <a:srgbClr val="2C292A"/>
                          </a:solidFill>
                          <a:latin typeface="Arial Black"/>
                          <a:cs typeface="Arial Black"/>
                        </a:rPr>
                        <a:t>Skype </a:t>
                      </a:r>
                      <a:r>
                        <a:rPr sz="1100" spc="-95" dirty="0">
                          <a:solidFill>
                            <a:srgbClr val="2C292A"/>
                          </a:solidFill>
                          <a:latin typeface="Arial Black"/>
                          <a:cs typeface="Arial Black"/>
                        </a:rPr>
                        <a:t>for </a:t>
                      </a:r>
                      <a:r>
                        <a:rPr sz="1100" spc="-165" dirty="0">
                          <a:solidFill>
                            <a:srgbClr val="2C292A"/>
                          </a:solidFill>
                          <a:latin typeface="Arial Black"/>
                          <a:cs typeface="Arial Black"/>
                        </a:rPr>
                        <a:t>Business, </a:t>
                      </a:r>
                      <a:r>
                        <a:rPr sz="1100" spc="-155" dirty="0">
                          <a:solidFill>
                            <a:srgbClr val="2C292A"/>
                          </a:solidFill>
                          <a:latin typeface="Arial Black"/>
                          <a:cs typeface="Arial Black"/>
                        </a:rPr>
                        <a:t>Skype</a:t>
                      </a:r>
                      <a:r>
                        <a:rPr sz="1100" spc="-120" dirty="0">
                          <a:solidFill>
                            <a:srgbClr val="2C292A"/>
                          </a:solidFill>
                          <a:latin typeface="Arial Black"/>
                          <a:cs typeface="Arial Black"/>
                        </a:rPr>
                        <a:t> </a:t>
                      </a:r>
                      <a:r>
                        <a:rPr sz="1100" spc="-185" dirty="0">
                          <a:solidFill>
                            <a:srgbClr val="2C292A"/>
                          </a:solidFill>
                          <a:latin typeface="Arial Black"/>
                          <a:cs typeface="Arial Black"/>
                        </a:rPr>
                        <a:t>Teams</a:t>
                      </a:r>
                      <a:endParaRPr sz="1100">
                        <a:latin typeface="Arial Black"/>
                        <a:cs typeface="Arial Black"/>
                      </a:endParaRPr>
                    </a:p>
                    <a:p>
                      <a:pPr marL="91440">
                        <a:lnSpc>
                          <a:spcPct val="100000"/>
                        </a:lnSpc>
                        <a:spcBef>
                          <a:spcPts val="605"/>
                        </a:spcBef>
                      </a:pPr>
                      <a:r>
                        <a:rPr sz="1100" spc="-120" dirty="0">
                          <a:solidFill>
                            <a:srgbClr val="2C292A"/>
                          </a:solidFill>
                          <a:latin typeface="Arial Black"/>
                          <a:cs typeface="Arial Black"/>
                        </a:rPr>
                        <a:t>Microsoft </a:t>
                      </a:r>
                      <a:r>
                        <a:rPr sz="1100" spc="-130" dirty="0">
                          <a:solidFill>
                            <a:srgbClr val="2C292A"/>
                          </a:solidFill>
                          <a:latin typeface="Arial Black"/>
                          <a:cs typeface="Arial Black"/>
                        </a:rPr>
                        <a:t>Phone </a:t>
                      </a:r>
                      <a:r>
                        <a:rPr sz="1100" spc="-165" dirty="0">
                          <a:solidFill>
                            <a:srgbClr val="2C292A"/>
                          </a:solidFill>
                          <a:latin typeface="Arial Black"/>
                          <a:cs typeface="Arial Black"/>
                        </a:rPr>
                        <a:t>System </a:t>
                      </a:r>
                      <a:r>
                        <a:rPr sz="1100" spc="-150" dirty="0">
                          <a:solidFill>
                            <a:srgbClr val="2C292A"/>
                          </a:solidFill>
                          <a:latin typeface="Arial Black"/>
                          <a:cs typeface="Arial Black"/>
                        </a:rPr>
                        <a:t>(Aka </a:t>
                      </a:r>
                      <a:r>
                        <a:rPr sz="1100" spc="-130" dirty="0">
                          <a:solidFill>
                            <a:srgbClr val="2C292A"/>
                          </a:solidFill>
                          <a:latin typeface="Arial Black"/>
                          <a:cs typeface="Arial Black"/>
                        </a:rPr>
                        <a:t>Telephony </a:t>
                      </a:r>
                      <a:r>
                        <a:rPr sz="1100" spc="-204" dirty="0">
                          <a:solidFill>
                            <a:srgbClr val="2C292A"/>
                          </a:solidFill>
                          <a:latin typeface="Arial Black"/>
                          <a:cs typeface="Arial Black"/>
                        </a:rPr>
                        <a:t>PBX </a:t>
                      </a:r>
                      <a:r>
                        <a:rPr sz="1100" spc="-120" dirty="0">
                          <a:solidFill>
                            <a:srgbClr val="2C292A"/>
                          </a:solidFill>
                          <a:latin typeface="Arial Black"/>
                          <a:cs typeface="Arial Black"/>
                        </a:rPr>
                        <a:t>Integration </a:t>
                      </a:r>
                      <a:r>
                        <a:rPr sz="1100" spc="-100" dirty="0">
                          <a:solidFill>
                            <a:srgbClr val="2C292A"/>
                          </a:solidFill>
                          <a:latin typeface="Arial Black"/>
                          <a:cs typeface="Arial Black"/>
                        </a:rPr>
                        <a:t>or </a:t>
                      </a:r>
                      <a:r>
                        <a:rPr sz="1100" spc="-114" dirty="0">
                          <a:solidFill>
                            <a:srgbClr val="2C292A"/>
                          </a:solidFill>
                          <a:latin typeface="Arial Black"/>
                          <a:cs typeface="Arial Black"/>
                        </a:rPr>
                        <a:t>Cloud</a:t>
                      </a:r>
                      <a:r>
                        <a:rPr sz="1100" spc="-95" dirty="0">
                          <a:solidFill>
                            <a:srgbClr val="2C292A"/>
                          </a:solidFill>
                          <a:latin typeface="Arial Black"/>
                          <a:cs typeface="Arial Black"/>
                        </a:rPr>
                        <a:t> </a:t>
                      </a:r>
                      <a:r>
                        <a:rPr sz="1100" spc="-180" dirty="0">
                          <a:solidFill>
                            <a:srgbClr val="2C292A"/>
                          </a:solidFill>
                          <a:latin typeface="Arial Black"/>
                          <a:cs typeface="Arial Black"/>
                        </a:rPr>
                        <a:t>PBX)</a:t>
                      </a:r>
                      <a:endParaRPr sz="1100">
                        <a:latin typeface="Arial Black"/>
                        <a:cs typeface="Arial Black"/>
                      </a:endParaRPr>
                    </a:p>
                  </a:txBody>
                  <a:tcPr marL="0" marR="0" marT="156845" marB="0">
                    <a:lnT w="6350">
                      <a:solidFill>
                        <a:srgbClr val="F0EEEC"/>
                      </a:solidFill>
                      <a:prstDash val="solid"/>
                    </a:lnT>
                    <a:lnB w="6350">
                      <a:solidFill>
                        <a:srgbClr val="F0EEEC"/>
                      </a:solidFill>
                      <a:prstDash val="solid"/>
                    </a:lnB>
                    <a:solidFill>
                      <a:srgbClr val="F1F1F1"/>
                    </a:solidFill>
                  </a:tcPr>
                </a:tc>
                <a:tc>
                  <a:txBody>
                    <a:bodyPr/>
                    <a:lstStyle/>
                    <a:p>
                      <a:pPr marR="189230" algn="ctr">
                        <a:lnSpc>
                          <a:spcPct val="100000"/>
                        </a:lnSpc>
                        <a:spcBef>
                          <a:spcPts val="1235"/>
                        </a:spcBef>
                      </a:pPr>
                      <a:r>
                        <a:rPr sz="1100" b="1" dirty="0">
                          <a:solidFill>
                            <a:srgbClr val="2C292A"/>
                          </a:solidFill>
                          <a:latin typeface="Arial"/>
                          <a:cs typeface="Arial"/>
                        </a:rPr>
                        <a:t>X</a:t>
                      </a:r>
                      <a:endParaRPr sz="1100">
                        <a:latin typeface="Arial"/>
                        <a:cs typeface="Arial"/>
                      </a:endParaRPr>
                    </a:p>
                    <a:p>
                      <a:pPr marR="189230" algn="ctr">
                        <a:lnSpc>
                          <a:spcPct val="100000"/>
                        </a:lnSpc>
                        <a:spcBef>
                          <a:spcPts val="605"/>
                        </a:spcBef>
                      </a:pPr>
                      <a:r>
                        <a:rPr sz="1100" b="1" dirty="0">
                          <a:solidFill>
                            <a:srgbClr val="2C292A"/>
                          </a:solidFill>
                          <a:latin typeface="Arial"/>
                          <a:cs typeface="Arial"/>
                        </a:rPr>
                        <a:t>X</a:t>
                      </a:r>
                      <a:endParaRPr sz="1100">
                        <a:latin typeface="Arial"/>
                        <a:cs typeface="Arial"/>
                      </a:endParaRPr>
                    </a:p>
                  </a:txBody>
                  <a:tcPr marL="0" marR="0" marT="156845" marB="0">
                    <a:lnT w="6350">
                      <a:solidFill>
                        <a:srgbClr val="F0EEEC"/>
                      </a:solidFill>
                      <a:prstDash val="solid"/>
                    </a:lnT>
                    <a:lnB w="6350">
                      <a:solidFill>
                        <a:srgbClr val="F0EEEC"/>
                      </a:solidFill>
                      <a:prstDash val="solid"/>
                    </a:lnB>
                    <a:solidFill>
                      <a:srgbClr val="F1F1F1"/>
                    </a:solidFill>
                  </a:tcPr>
                </a:tc>
                <a:extLst>
                  <a:ext uri="{0D108BD9-81ED-4DB2-BD59-A6C34878D82A}">
                    <a16:rowId xmlns:a16="http://schemas.microsoft.com/office/drawing/2014/main" val="10003"/>
                  </a:ext>
                </a:extLst>
              </a:tr>
              <a:tr h="734060">
                <a:tc>
                  <a:txBody>
                    <a:bodyPr/>
                    <a:lstStyle/>
                    <a:p>
                      <a:pPr>
                        <a:lnSpc>
                          <a:spcPct val="100000"/>
                        </a:lnSpc>
                        <a:spcBef>
                          <a:spcPts val="10"/>
                        </a:spcBef>
                      </a:pPr>
                      <a:endParaRPr sz="1850">
                        <a:latin typeface="Times New Roman"/>
                        <a:cs typeface="Times New Roman"/>
                      </a:endParaRPr>
                    </a:p>
                    <a:p>
                      <a:pPr marL="91440">
                        <a:lnSpc>
                          <a:spcPct val="100000"/>
                        </a:lnSpc>
                      </a:pPr>
                      <a:r>
                        <a:rPr sz="1200" b="1" spc="-40" dirty="0">
                          <a:solidFill>
                            <a:srgbClr val="F0EEEC"/>
                          </a:solidFill>
                          <a:latin typeface="Arial"/>
                          <a:cs typeface="Arial"/>
                        </a:rPr>
                        <a:t>Apps </a:t>
                      </a:r>
                      <a:r>
                        <a:rPr sz="1200" b="1" spc="150" dirty="0">
                          <a:solidFill>
                            <a:srgbClr val="F0EEEC"/>
                          </a:solidFill>
                          <a:latin typeface="Arial"/>
                          <a:cs typeface="Arial"/>
                        </a:rPr>
                        <a:t>&amp; </a:t>
                      </a:r>
                      <a:r>
                        <a:rPr sz="1200" b="1" spc="-25" dirty="0">
                          <a:solidFill>
                            <a:srgbClr val="F0EEEC"/>
                          </a:solidFill>
                          <a:latin typeface="Arial"/>
                          <a:cs typeface="Arial"/>
                        </a:rPr>
                        <a:t>Device</a:t>
                      </a:r>
                      <a:r>
                        <a:rPr sz="1200" b="1" spc="-125" dirty="0">
                          <a:solidFill>
                            <a:srgbClr val="F0EEEC"/>
                          </a:solidFill>
                          <a:latin typeface="Arial"/>
                          <a:cs typeface="Arial"/>
                        </a:rPr>
                        <a:t> </a:t>
                      </a:r>
                      <a:r>
                        <a:rPr sz="1200" b="1" spc="10" dirty="0">
                          <a:solidFill>
                            <a:srgbClr val="F0EEEC"/>
                          </a:solidFill>
                          <a:latin typeface="Arial"/>
                          <a:cs typeface="Arial"/>
                        </a:rPr>
                        <a:t>Management</a:t>
                      </a:r>
                      <a:endParaRPr sz="1200">
                        <a:latin typeface="Arial"/>
                        <a:cs typeface="Arial"/>
                      </a:endParaRPr>
                    </a:p>
                  </a:txBody>
                  <a:tcPr marL="0" marR="0" marT="1270" marB="0">
                    <a:lnT w="6350">
                      <a:solidFill>
                        <a:srgbClr val="F0EEEC"/>
                      </a:solidFill>
                      <a:prstDash val="solid"/>
                    </a:lnT>
                    <a:lnB w="6350">
                      <a:solidFill>
                        <a:srgbClr val="F0EEEC"/>
                      </a:solidFill>
                      <a:prstDash val="solid"/>
                    </a:lnB>
                    <a:solidFill>
                      <a:srgbClr val="006FC0"/>
                    </a:solidFill>
                  </a:tcPr>
                </a:tc>
                <a:tc>
                  <a:txBody>
                    <a:bodyPr/>
                    <a:lstStyle/>
                    <a:p>
                      <a:pPr marL="91440">
                        <a:lnSpc>
                          <a:spcPct val="100000"/>
                        </a:lnSpc>
                        <a:spcBef>
                          <a:spcPts val="1240"/>
                        </a:spcBef>
                      </a:pPr>
                      <a:r>
                        <a:rPr sz="1100" spc="-120" dirty="0">
                          <a:solidFill>
                            <a:srgbClr val="2C292A"/>
                          </a:solidFill>
                          <a:latin typeface="Arial Black"/>
                          <a:cs typeface="Arial Black"/>
                        </a:rPr>
                        <a:t>Microsoft </a:t>
                      </a:r>
                      <a:r>
                        <a:rPr sz="1100" spc="-130" dirty="0">
                          <a:solidFill>
                            <a:srgbClr val="2C292A"/>
                          </a:solidFill>
                          <a:latin typeface="Arial Black"/>
                          <a:cs typeface="Arial Black"/>
                        </a:rPr>
                        <a:t>Intune, Azure </a:t>
                      </a:r>
                      <a:r>
                        <a:rPr sz="1100" spc="-155" dirty="0">
                          <a:solidFill>
                            <a:srgbClr val="2C292A"/>
                          </a:solidFill>
                          <a:latin typeface="Arial Black"/>
                          <a:cs typeface="Arial Black"/>
                        </a:rPr>
                        <a:t>Active </a:t>
                      </a:r>
                      <a:r>
                        <a:rPr sz="1100" spc="-125" dirty="0">
                          <a:solidFill>
                            <a:srgbClr val="2C292A"/>
                          </a:solidFill>
                          <a:latin typeface="Arial Black"/>
                          <a:cs typeface="Arial Black"/>
                        </a:rPr>
                        <a:t>Directory </a:t>
                      </a:r>
                      <a:r>
                        <a:rPr sz="1100" spc="-140" dirty="0">
                          <a:solidFill>
                            <a:srgbClr val="2C292A"/>
                          </a:solidFill>
                          <a:latin typeface="Arial Black"/>
                          <a:cs typeface="Arial Black"/>
                        </a:rPr>
                        <a:t>Premium</a:t>
                      </a:r>
                      <a:r>
                        <a:rPr sz="1100" spc="40" dirty="0">
                          <a:solidFill>
                            <a:srgbClr val="2C292A"/>
                          </a:solidFill>
                          <a:latin typeface="Arial Black"/>
                          <a:cs typeface="Arial Black"/>
                        </a:rPr>
                        <a:t> </a:t>
                      </a:r>
                      <a:r>
                        <a:rPr sz="1100" spc="-160" dirty="0">
                          <a:solidFill>
                            <a:srgbClr val="2C292A"/>
                          </a:solidFill>
                          <a:latin typeface="Arial Black"/>
                          <a:cs typeface="Arial Black"/>
                        </a:rPr>
                        <a:t>P1</a:t>
                      </a:r>
                      <a:endParaRPr sz="1100">
                        <a:latin typeface="Arial Black"/>
                        <a:cs typeface="Arial Black"/>
                      </a:endParaRPr>
                    </a:p>
                    <a:p>
                      <a:pPr marL="91440">
                        <a:lnSpc>
                          <a:spcPct val="100000"/>
                        </a:lnSpc>
                        <a:spcBef>
                          <a:spcPts val="605"/>
                        </a:spcBef>
                      </a:pPr>
                      <a:r>
                        <a:rPr sz="1100" spc="-135" dirty="0">
                          <a:solidFill>
                            <a:srgbClr val="2C292A"/>
                          </a:solidFill>
                          <a:latin typeface="Arial Black"/>
                          <a:cs typeface="Arial Black"/>
                        </a:rPr>
                        <a:t>Windows </a:t>
                      </a:r>
                      <a:r>
                        <a:rPr sz="1100" spc="-140" dirty="0">
                          <a:solidFill>
                            <a:srgbClr val="2C292A"/>
                          </a:solidFill>
                          <a:latin typeface="Arial Black"/>
                          <a:cs typeface="Arial Black"/>
                        </a:rPr>
                        <a:t>Store </a:t>
                      </a:r>
                      <a:r>
                        <a:rPr sz="1100" spc="-95" dirty="0">
                          <a:solidFill>
                            <a:srgbClr val="2C292A"/>
                          </a:solidFill>
                          <a:latin typeface="Arial Black"/>
                          <a:cs typeface="Arial Black"/>
                        </a:rPr>
                        <a:t>for </a:t>
                      </a:r>
                      <a:r>
                        <a:rPr sz="1100" spc="-160" dirty="0">
                          <a:solidFill>
                            <a:srgbClr val="2C292A"/>
                          </a:solidFill>
                          <a:latin typeface="Arial Black"/>
                          <a:cs typeface="Arial Black"/>
                        </a:rPr>
                        <a:t>Business, </a:t>
                      </a:r>
                      <a:r>
                        <a:rPr sz="1100" spc="-120" dirty="0">
                          <a:solidFill>
                            <a:srgbClr val="2C292A"/>
                          </a:solidFill>
                          <a:latin typeface="Arial Black"/>
                          <a:cs typeface="Arial Black"/>
                        </a:rPr>
                        <a:t>Microsoft </a:t>
                      </a:r>
                      <a:r>
                        <a:rPr sz="1100" spc="-130" dirty="0">
                          <a:solidFill>
                            <a:srgbClr val="2C292A"/>
                          </a:solidFill>
                          <a:latin typeface="Arial Black"/>
                          <a:cs typeface="Arial Black"/>
                        </a:rPr>
                        <a:t>Desktop </a:t>
                      </a:r>
                      <a:r>
                        <a:rPr sz="1100" spc="-114" dirty="0">
                          <a:solidFill>
                            <a:srgbClr val="2C292A"/>
                          </a:solidFill>
                          <a:latin typeface="Arial Black"/>
                          <a:cs typeface="Arial Black"/>
                        </a:rPr>
                        <a:t>Optimization</a:t>
                      </a:r>
                      <a:r>
                        <a:rPr sz="1100" spc="-85" dirty="0">
                          <a:solidFill>
                            <a:srgbClr val="2C292A"/>
                          </a:solidFill>
                          <a:latin typeface="Arial Black"/>
                          <a:cs typeface="Arial Black"/>
                        </a:rPr>
                        <a:t> </a:t>
                      </a:r>
                      <a:r>
                        <a:rPr sz="1100" spc="-165" dirty="0">
                          <a:solidFill>
                            <a:srgbClr val="2C292A"/>
                          </a:solidFill>
                          <a:latin typeface="Arial Black"/>
                          <a:cs typeface="Arial Black"/>
                        </a:rPr>
                        <a:t>Package, </a:t>
                      </a:r>
                      <a:r>
                        <a:rPr sz="1100" spc="-135" dirty="0">
                          <a:solidFill>
                            <a:srgbClr val="2C292A"/>
                          </a:solidFill>
                          <a:latin typeface="Arial Black"/>
                          <a:cs typeface="Arial Black"/>
                        </a:rPr>
                        <a:t>VDA</a:t>
                      </a:r>
                      <a:endParaRPr sz="1100">
                        <a:latin typeface="Arial Black"/>
                        <a:cs typeface="Arial Black"/>
                      </a:endParaRPr>
                    </a:p>
                  </a:txBody>
                  <a:tcPr marL="0" marR="0" marT="157480" marB="0">
                    <a:lnT w="6350">
                      <a:solidFill>
                        <a:srgbClr val="F0EEEC"/>
                      </a:solidFill>
                      <a:prstDash val="solid"/>
                    </a:lnT>
                    <a:lnB w="6350">
                      <a:solidFill>
                        <a:srgbClr val="F0EEEC"/>
                      </a:solidFill>
                      <a:prstDash val="solid"/>
                    </a:lnB>
                    <a:solidFill>
                      <a:srgbClr val="F1F1F1"/>
                    </a:solidFill>
                  </a:tcPr>
                </a:tc>
                <a:tc>
                  <a:txBody>
                    <a:bodyPr/>
                    <a:lstStyle/>
                    <a:p>
                      <a:pPr marR="189230" algn="ctr">
                        <a:lnSpc>
                          <a:spcPct val="100000"/>
                        </a:lnSpc>
                        <a:spcBef>
                          <a:spcPts val="1240"/>
                        </a:spcBef>
                      </a:pPr>
                      <a:r>
                        <a:rPr sz="1100" b="1" dirty="0">
                          <a:solidFill>
                            <a:srgbClr val="2C292A"/>
                          </a:solidFill>
                          <a:latin typeface="Arial"/>
                          <a:cs typeface="Arial"/>
                        </a:rPr>
                        <a:t>X</a:t>
                      </a:r>
                      <a:endParaRPr sz="1100">
                        <a:latin typeface="Arial"/>
                        <a:cs typeface="Arial"/>
                      </a:endParaRPr>
                    </a:p>
                    <a:p>
                      <a:pPr marR="189230" algn="ctr">
                        <a:lnSpc>
                          <a:spcPct val="100000"/>
                        </a:lnSpc>
                        <a:spcBef>
                          <a:spcPts val="605"/>
                        </a:spcBef>
                      </a:pPr>
                      <a:r>
                        <a:rPr sz="1100" b="1" dirty="0">
                          <a:solidFill>
                            <a:srgbClr val="2C292A"/>
                          </a:solidFill>
                          <a:latin typeface="Arial"/>
                          <a:cs typeface="Arial"/>
                        </a:rPr>
                        <a:t>X</a:t>
                      </a:r>
                      <a:endParaRPr sz="1100">
                        <a:latin typeface="Arial"/>
                        <a:cs typeface="Arial"/>
                      </a:endParaRPr>
                    </a:p>
                  </a:txBody>
                  <a:tcPr marL="0" marR="0" marT="157480" marB="0">
                    <a:lnT w="6350">
                      <a:solidFill>
                        <a:srgbClr val="F0EEEC"/>
                      </a:solidFill>
                      <a:prstDash val="solid"/>
                    </a:lnT>
                    <a:lnB w="6350">
                      <a:solidFill>
                        <a:srgbClr val="F0EEEC"/>
                      </a:solidFill>
                      <a:prstDash val="solid"/>
                    </a:lnB>
                    <a:solidFill>
                      <a:srgbClr val="F1F1F1"/>
                    </a:solidFill>
                  </a:tcPr>
                </a:tc>
                <a:extLst>
                  <a:ext uri="{0D108BD9-81ED-4DB2-BD59-A6C34878D82A}">
                    <a16:rowId xmlns:a16="http://schemas.microsoft.com/office/drawing/2014/main" val="10004"/>
                  </a:ext>
                </a:extLst>
              </a:tr>
              <a:tr h="366775">
                <a:tc>
                  <a:txBody>
                    <a:bodyPr/>
                    <a:lstStyle/>
                    <a:p>
                      <a:pPr marL="91440">
                        <a:lnSpc>
                          <a:spcPct val="100000"/>
                        </a:lnSpc>
                        <a:spcBef>
                          <a:spcPts val="695"/>
                        </a:spcBef>
                      </a:pPr>
                      <a:r>
                        <a:rPr sz="1200" b="1" spc="-35" dirty="0">
                          <a:solidFill>
                            <a:srgbClr val="F0EEEC"/>
                          </a:solidFill>
                          <a:latin typeface="Arial"/>
                          <a:cs typeface="Arial"/>
                        </a:rPr>
                        <a:t>Analytics</a:t>
                      </a:r>
                      <a:endParaRPr sz="1200">
                        <a:latin typeface="Arial"/>
                        <a:cs typeface="Arial"/>
                      </a:endParaRPr>
                    </a:p>
                  </a:txBody>
                  <a:tcPr marL="0" marR="0" marT="88265" marB="0">
                    <a:lnT w="6350">
                      <a:solidFill>
                        <a:srgbClr val="F0EEEC"/>
                      </a:solidFill>
                      <a:prstDash val="solid"/>
                    </a:lnT>
                    <a:lnB w="6350">
                      <a:solidFill>
                        <a:srgbClr val="F0EEEC"/>
                      </a:solidFill>
                      <a:prstDash val="solid"/>
                    </a:lnB>
                    <a:solidFill>
                      <a:srgbClr val="006FC0"/>
                    </a:solidFill>
                  </a:tcPr>
                </a:tc>
                <a:tc>
                  <a:txBody>
                    <a:bodyPr/>
                    <a:lstStyle/>
                    <a:p>
                      <a:pPr marL="91440">
                        <a:lnSpc>
                          <a:spcPct val="100000"/>
                        </a:lnSpc>
                        <a:spcBef>
                          <a:spcPts val="755"/>
                        </a:spcBef>
                      </a:pPr>
                      <a:r>
                        <a:rPr sz="1100" spc="-155" dirty="0">
                          <a:solidFill>
                            <a:srgbClr val="2C292A"/>
                          </a:solidFill>
                          <a:latin typeface="Arial Black"/>
                          <a:cs typeface="Arial Black"/>
                        </a:rPr>
                        <a:t>Power </a:t>
                      </a:r>
                      <a:r>
                        <a:rPr sz="1100" spc="-165" dirty="0">
                          <a:solidFill>
                            <a:srgbClr val="2C292A"/>
                          </a:solidFill>
                          <a:latin typeface="Arial Black"/>
                          <a:cs typeface="Arial Black"/>
                        </a:rPr>
                        <a:t>BI, </a:t>
                      </a:r>
                      <a:r>
                        <a:rPr sz="1100" spc="-130" dirty="0">
                          <a:solidFill>
                            <a:srgbClr val="2C292A"/>
                          </a:solidFill>
                          <a:latin typeface="Arial Black"/>
                          <a:cs typeface="Arial Black"/>
                        </a:rPr>
                        <a:t>Delve </a:t>
                      </a:r>
                      <a:r>
                        <a:rPr sz="1100" spc="-150" dirty="0">
                          <a:solidFill>
                            <a:srgbClr val="2C292A"/>
                          </a:solidFill>
                          <a:latin typeface="Arial Black"/>
                          <a:cs typeface="Arial Black"/>
                        </a:rPr>
                        <a:t>Analytics, </a:t>
                      </a:r>
                      <a:r>
                        <a:rPr sz="1100" spc="-140" dirty="0">
                          <a:solidFill>
                            <a:srgbClr val="636363"/>
                          </a:solidFill>
                          <a:latin typeface="Arial Black"/>
                          <a:cs typeface="Arial Black"/>
                        </a:rPr>
                        <a:t>Personal </a:t>
                      </a:r>
                      <a:r>
                        <a:rPr sz="1100" spc="-125" dirty="0">
                          <a:solidFill>
                            <a:srgbClr val="636363"/>
                          </a:solidFill>
                          <a:latin typeface="Arial Black"/>
                          <a:cs typeface="Arial Black"/>
                        </a:rPr>
                        <a:t>and </a:t>
                      </a:r>
                      <a:r>
                        <a:rPr sz="1100" spc="-95" dirty="0">
                          <a:solidFill>
                            <a:srgbClr val="636363"/>
                          </a:solidFill>
                          <a:latin typeface="Arial Black"/>
                          <a:cs typeface="Arial Black"/>
                        </a:rPr>
                        <a:t>Org</a:t>
                      </a:r>
                      <a:r>
                        <a:rPr sz="1100" spc="-75" dirty="0">
                          <a:solidFill>
                            <a:srgbClr val="636363"/>
                          </a:solidFill>
                          <a:latin typeface="Arial Black"/>
                          <a:cs typeface="Arial Black"/>
                        </a:rPr>
                        <a:t> </a:t>
                      </a:r>
                      <a:r>
                        <a:rPr sz="1100" spc="-150" dirty="0">
                          <a:solidFill>
                            <a:srgbClr val="636363"/>
                          </a:solidFill>
                          <a:latin typeface="Arial Black"/>
                          <a:cs typeface="Arial Black"/>
                        </a:rPr>
                        <a:t>Analytics</a:t>
                      </a:r>
                      <a:endParaRPr sz="1100">
                        <a:latin typeface="Arial Black"/>
                        <a:cs typeface="Arial Black"/>
                      </a:endParaRPr>
                    </a:p>
                  </a:txBody>
                  <a:tcPr marL="0" marR="0" marT="95885" marB="0">
                    <a:lnT w="6350">
                      <a:solidFill>
                        <a:srgbClr val="F0EEEC"/>
                      </a:solidFill>
                      <a:prstDash val="solid"/>
                    </a:lnT>
                    <a:lnB w="6350">
                      <a:solidFill>
                        <a:srgbClr val="F0EEEC"/>
                      </a:solidFill>
                      <a:prstDash val="solid"/>
                    </a:lnB>
                    <a:solidFill>
                      <a:srgbClr val="F1F1F1"/>
                    </a:solidFill>
                  </a:tcPr>
                </a:tc>
                <a:tc>
                  <a:txBody>
                    <a:bodyPr/>
                    <a:lstStyle/>
                    <a:p>
                      <a:pPr marL="323850">
                        <a:lnSpc>
                          <a:spcPct val="100000"/>
                        </a:lnSpc>
                        <a:spcBef>
                          <a:spcPts val="755"/>
                        </a:spcBef>
                      </a:pPr>
                      <a:r>
                        <a:rPr sz="1100" b="1" dirty="0">
                          <a:solidFill>
                            <a:srgbClr val="2C292A"/>
                          </a:solidFill>
                          <a:latin typeface="Arial"/>
                          <a:cs typeface="Arial"/>
                        </a:rPr>
                        <a:t>X</a:t>
                      </a:r>
                      <a:endParaRPr sz="1100">
                        <a:latin typeface="Arial"/>
                        <a:cs typeface="Arial"/>
                      </a:endParaRPr>
                    </a:p>
                  </a:txBody>
                  <a:tcPr marL="0" marR="0" marT="95885" marB="0">
                    <a:lnT w="6350">
                      <a:solidFill>
                        <a:srgbClr val="F0EEEC"/>
                      </a:solidFill>
                      <a:prstDash val="solid"/>
                    </a:lnT>
                    <a:lnB w="6350">
                      <a:solidFill>
                        <a:srgbClr val="F0EEEC"/>
                      </a:solidFill>
                      <a:prstDash val="solid"/>
                    </a:lnB>
                    <a:solidFill>
                      <a:srgbClr val="F1F1F1"/>
                    </a:solidFill>
                  </a:tcPr>
                </a:tc>
                <a:extLst>
                  <a:ext uri="{0D108BD9-81ED-4DB2-BD59-A6C34878D82A}">
                    <a16:rowId xmlns:a16="http://schemas.microsoft.com/office/drawing/2014/main" val="10005"/>
                  </a:ext>
                </a:extLst>
              </a:tr>
              <a:tr h="2156472">
                <a:tc>
                  <a:txBody>
                    <a:bodyPr/>
                    <a:lstStyle/>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spcBef>
                          <a:spcPts val="35"/>
                        </a:spcBef>
                      </a:pPr>
                      <a:endParaRPr sz="1900">
                        <a:latin typeface="Times New Roman"/>
                        <a:cs typeface="Times New Roman"/>
                      </a:endParaRPr>
                    </a:p>
                    <a:p>
                      <a:pPr marL="91440">
                        <a:lnSpc>
                          <a:spcPct val="100000"/>
                        </a:lnSpc>
                      </a:pPr>
                      <a:r>
                        <a:rPr sz="1200" b="1" spc="-25" dirty="0">
                          <a:solidFill>
                            <a:srgbClr val="F0EEEC"/>
                          </a:solidFill>
                          <a:latin typeface="Arial"/>
                          <a:cs typeface="Arial"/>
                        </a:rPr>
                        <a:t>Security </a:t>
                      </a:r>
                      <a:r>
                        <a:rPr sz="1200" b="1" spc="150" dirty="0">
                          <a:solidFill>
                            <a:srgbClr val="F0EEEC"/>
                          </a:solidFill>
                          <a:latin typeface="Arial"/>
                          <a:cs typeface="Arial"/>
                        </a:rPr>
                        <a:t>&amp;</a:t>
                      </a:r>
                      <a:r>
                        <a:rPr sz="1200" b="1" spc="5" dirty="0">
                          <a:solidFill>
                            <a:srgbClr val="F0EEEC"/>
                          </a:solidFill>
                          <a:latin typeface="Arial"/>
                          <a:cs typeface="Arial"/>
                        </a:rPr>
                        <a:t> </a:t>
                      </a:r>
                      <a:r>
                        <a:rPr sz="1200" b="1" spc="-25" dirty="0">
                          <a:solidFill>
                            <a:srgbClr val="F0EEEC"/>
                          </a:solidFill>
                          <a:latin typeface="Arial"/>
                          <a:cs typeface="Arial"/>
                        </a:rPr>
                        <a:t>Compliance</a:t>
                      </a:r>
                      <a:endParaRPr sz="1200">
                        <a:latin typeface="Arial"/>
                        <a:cs typeface="Arial"/>
                      </a:endParaRPr>
                    </a:p>
                  </a:txBody>
                  <a:tcPr marL="0" marR="0" marT="0" marB="0">
                    <a:lnT w="6350">
                      <a:solidFill>
                        <a:srgbClr val="F0EEEC"/>
                      </a:solidFill>
                      <a:prstDash val="solid"/>
                    </a:lnT>
                    <a:lnB w="6350">
                      <a:solidFill>
                        <a:srgbClr val="F0EEEC"/>
                      </a:solidFill>
                      <a:prstDash val="solid"/>
                    </a:lnB>
                    <a:solidFill>
                      <a:srgbClr val="006FC0"/>
                    </a:solidFill>
                  </a:tcPr>
                </a:tc>
                <a:tc>
                  <a:txBody>
                    <a:bodyPr/>
                    <a:lstStyle/>
                    <a:p>
                      <a:pPr marL="91440">
                        <a:lnSpc>
                          <a:spcPct val="100000"/>
                        </a:lnSpc>
                        <a:spcBef>
                          <a:spcPts val="335"/>
                        </a:spcBef>
                      </a:pPr>
                      <a:r>
                        <a:rPr sz="1100" b="1" spc="-5" dirty="0">
                          <a:solidFill>
                            <a:srgbClr val="2C292A"/>
                          </a:solidFill>
                          <a:latin typeface="Arial"/>
                          <a:cs typeface="Arial"/>
                        </a:rPr>
                        <a:t>Office 365: </a:t>
                      </a:r>
                      <a:r>
                        <a:rPr sz="1100" spc="-135" dirty="0">
                          <a:solidFill>
                            <a:srgbClr val="2C292A"/>
                          </a:solidFill>
                          <a:latin typeface="Arial Black"/>
                          <a:cs typeface="Arial Black"/>
                        </a:rPr>
                        <a:t>Encryption, Data </a:t>
                      </a:r>
                      <a:r>
                        <a:rPr sz="1100" spc="-180" dirty="0">
                          <a:solidFill>
                            <a:srgbClr val="2C292A"/>
                          </a:solidFill>
                          <a:latin typeface="Arial Black"/>
                          <a:cs typeface="Arial Black"/>
                        </a:rPr>
                        <a:t>Loss </a:t>
                      </a:r>
                      <a:r>
                        <a:rPr sz="1100" spc="-130" dirty="0">
                          <a:solidFill>
                            <a:srgbClr val="2C292A"/>
                          </a:solidFill>
                          <a:latin typeface="Arial Black"/>
                          <a:cs typeface="Arial Black"/>
                        </a:rPr>
                        <a:t>Protection, </a:t>
                      </a:r>
                      <a:r>
                        <a:rPr sz="1100" spc="-140" dirty="0">
                          <a:solidFill>
                            <a:srgbClr val="2C292A"/>
                          </a:solidFill>
                          <a:latin typeface="Arial Black"/>
                          <a:cs typeface="Arial Black"/>
                        </a:rPr>
                        <a:t>Rights </a:t>
                      </a:r>
                      <a:r>
                        <a:rPr sz="1100" spc="-130" dirty="0">
                          <a:solidFill>
                            <a:srgbClr val="2C292A"/>
                          </a:solidFill>
                          <a:latin typeface="Arial Black"/>
                          <a:cs typeface="Arial Black"/>
                        </a:rPr>
                        <a:t>Management, </a:t>
                      </a:r>
                      <a:r>
                        <a:rPr sz="1100" spc="-145" dirty="0">
                          <a:solidFill>
                            <a:srgbClr val="2C292A"/>
                          </a:solidFill>
                          <a:latin typeface="Arial Black"/>
                          <a:cs typeface="Arial Black"/>
                        </a:rPr>
                        <a:t>Compliance </a:t>
                      </a:r>
                      <a:r>
                        <a:rPr sz="1100" spc="-140" dirty="0">
                          <a:solidFill>
                            <a:srgbClr val="2C292A"/>
                          </a:solidFill>
                          <a:latin typeface="Arial Black"/>
                          <a:cs typeface="Arial Black"/>
                        </a:rPr>
                        <a:t>Center, </a:t>
                      </a:r>
                      <a:r>
                        <a:rPr sz="1100" spc="-150" dirty="0">
                          <a:solidFill>
                            <a:srgbClr val="2C292A"/>
                          </a:solidFill>
                          <a:latin typeface="Arial Black"/>
                          <a:cs typeface="Arial Black"/>
                        </a:rPr>
                        <a:t>Advance Threat</a:t>
                      </a:r>
                      <a:r>
                        <a:rPr sz="1100" spc="-190" dirty="0">
                          <a:solidFill>
                            <a:srgbClr val="2C292A"/>
                          </a:solidFill>
                          <a:latin typeface="Arial Black"/>
                          <a:cs typeface="Arial Black"/>
                        </a:rPr>
                        <a:t> </a:t>
                      </a:r>
                      <a:r>
                        <a:rPr sz="1100" spc="-135" dirty="0">
                          <a:solidFill>
                            <a:srgbClr val="2C292A"/>
                          </a:solidFill>
                          <a:latin typeface="Arial Black"/>
                          <a:cs typeface="Arial Black"/>
                        </a:rPr>
                        <a:t>Intelligence</a:t>
                      </a:r>
                      <a:endParaRPr sz="1100">
                        <a:latin typeface="Arial Black"/>
                        <a:cs typeface="Arial Black"/>
                      </a:endParaRPr>
                    </a:p>
                    <a:p>
                      <a:pPr marL="91440">
                        <a:lnSpc>
                          <a:spcPct val="100000"/>
                        </a:lnSpc>
                        <a:spcBef>
                          <a:spcPts val="600"/>
                        </a:spcBef>
                      </a:pPr>
                      <a:r>
                        <a:rPr sz="1100" b="1" spc="-20" dirty="0">
                          <a:solidFill>
                            <a:srgbClr val="2C292A"/>
                          </a:solidFill>
                          <a:latin typeface="Arial"/>
                          <a:cs typeface="Arial"/>
                        </a:rPr>
                        <a:t>Windows: </a:t>
                      </a:r>
                      <a:r>
                        <a:rPr sz="1100" spc="-140" dirty="0">
                          <a:solidFill>
                            <a:srgbClr val="2C292A"/>
                          </a:solidFill>
                          <a:latin typeface="Arial Black"/>
                          <a:cs typeface="Arial Black"/>
                        </a:rPr>
                        <a:t>Enterprise</a:t>
                      </a:r>
                      <a:r>
                        <a:rPr sz="1100" spc="-65" dirty="0">
                          <a:solidFill>
                            <a:srgbClr val="2C292A"/>
                          </a:solidFill>
                          <a:latin typeface="Arial Black"/>
                          <a:cs typeface="Arial Black"/>
                        </a:rPr>
                        <a:t> </a:t>
                      </a:r>
                      <a:r>
                        <a:rPr sz="1100" spc="-135" dirty="0">
                          <a:solidFill>
                            <a:srgbClr val="2C292A"/>
                          </a:solidFill>
                          <a:latin typeface="Arial Black"/>
                          <a:cs typeface="Arial Black"/>
                        </a:rPr>
                        <a:t>Data</a:t>
                      </a:r>
                      <a:r>
                        <a:rPr sz="1100" spc="-65" dirty="0">
                          <a:solidFill>
                            <a:srgbClr val="2C292A"/>
                          </a:solidFill>
                          <a:latin typeface="Arial Black"/>
                          <a:cs typeface="Arial Black"/>
                        </a:rPr>
                        <a:t> </a:t>
                      </a:r>
                      <a:r>
                        <a:rPr sz="1100" spc="-130" dirty="0">
                          <a:solidFill>
                            <a:srgbClr val="2C292A"/>
                          </a:solidFill>
                          <a:latin typeface="Arial Black"/>
                          <a:cs typeface="Arial Black"/>
                        </a:rPr>
                        <a:t>Protection,</a:t>
                      </a:r>
                      <a:r>
                        <a:rPr sz="1100" spc="-60" dirty="0">
                          <a:solidFill>
                            <a:srgbClr val="2C292A"/>
                          </a:solidFill>
                          <a:latin typeface="Arial Black"/>
                          <a:cs typeface="Arial Black"/>
                        </a:rPr>
                        <a:t> </a:t>
                      </a:r>
                      <a:r>
                        <a:rPr sz="1100" spc="-135" dirty="0">
                          <a:solidFill>
                            <a:srgbClr val="2C292A"/>
                          </a:solidFill>
                          <a:latin typeface="Arial Black"/>
                          <a:cs typeface="Arial Black"/>
                        </a:rPr>
                        <a:t>Windows</a:t>
                      </a:r>
                      <a:r>
                        <a:rPr sz="1100" spc="-65" dirty="0">
                          <a:solidFill>
                            <a:srgbClr val="2C292A"/>
                          </a:solidFill>
                          <a:latin typeface="Arial Black"/>
                          <a:cs typeface="Arial Black"/>
                        </a:rPr>
                        <a:t> </a:t>
                      </a:r>
                      <a:r>
                        <a:rPr sz="1100" spc="-125" dirty="0">
                          <a:solidFill>
                            <a:srgbClr val="2C292A"/>
                          </a:solidFill>
                          <a:latin typeface="Arial Black"/>
                          <a:cs typeface="Arial Black"/>
                        </a:rPr>
                        <a:t>Hello,</a:t>
                      </a:r>
                      <a:r>
                        <a:rPr sz="1100" spc="-80" dirty="0">
                          <a:solidFill>
                            <a:srgbClr val="2C292A"/>
                          </a:solidFill>
                          <a:latin typeface="Arial Black"/>
                          <a:cs typeface="Arial Black"/>
                        </a:rPr>
                        <a:t> </a:t>
                      </a:r>
                      <a:r>
                        <a:rPr sz="1100" spc="-135" dirty="0">
                          <a:solidFill>
                            <a:srgbClr val="2C292A"/>
                          </a:solidFill>
                          <a:latin typeface="Arial Black"/>
                          <a:cs typeface="Arial Black"/>
                        </a:rPr>
                        <a:t>Credential</a:t>
                      </a:r>
                      <a:r>
                        <a:rPr sz="1100" spc="-65" dirty="0">
                          <a:solidFill>
                            <a:srgbClr val="2C292A"/>
                          </a:solidFill>
                          <a:latin typeface="Arial Black"/>
                          <a:cs typeface="Arial Black"/>
                        </a:rPr>
                        <a:t> </a:t>
                      </a:r>
                      <a:r>
                        <a:rPr sz="1100" spc="-130" dirty="0">
                          <a:solidFill>
                            <a:srgbClr val="2C292A"/>
                          </a:solidFill>
                          <a:latin typeface="Arial Black"/>
                          <a:cs typeface="Arial Black"/>
                        </a:rPr>
                        <a:t>Guard,</a:t>
                      </a:r>
                      <a:r>
                        <a:rPr sz="1100" spc="-65" dirty="0">
                          <a:solidFill>
                            <a:srgbClr val="2C292A"/>
                          </a:solidFill>
                          <a:latin typeface="Arial Black"/>
                          <a:cs typeface="Arial Black"/>
                        </a:rPr>
                        <a:t> </a:t>
                      </a:r>
                      <a:r>
                        <a:rPr sz="1100" spc="-150" dirty="0">
                          <a:solidFill>
                            <a:srgbClr val="2C292A"/>
                          </a:solidFill>
                          <a:latin typeface="Arial Black"/>
                          <a:cs typeface="Arial Black"/>
                        </a:rPr>
                        <a:t>Device</a:t>
                      </a:r>
                      <a:r>
                        <a:rPr sz="1100" spc="-75" dirty="0">
                          <a:solidFill>
                            <a:srgbClr val="2C292A"/>
                          </a:solidFill>
                          <a:latin typeface="Arial Black"/>
                          <a:cs typeface="Arial Black"/>
                        </a:rPr>
                        <a:t> </a:t>
                      </a:r>
                      <a:r>
                        <a:rPr sz="1100" spc="-130" dirty="0">
                          <a:solidFill>
                            <a:srgbClr val="2C292A"/>
                          </a:solidFill>
                          <a:latin typeface="Arial Black"/>
                          <a:cs typeface="Arial Black"/>
                        </a:rPr>
                        <a:t>Guard,</a:t>
                      </a:r>
                      <a:r>
                        <a:rPr sz="1100" spc="-70" dirty="0">
                          <a:solidFill>
                            <a:srgbClr val="2C292A"/>
                          </a:solidFill>
                          <a:latin typeface="Arial Black"/>
                          <a:cs typeface="Arial Black"/>
                        </a:rPr>
                        <a:t> </a:t>
                      </a:r>
                      <a:r>
                        <a:rPr sz="1100" spc="-110" dirty="0">
                          <a:solidFill>
                            <a:srgbClr val="2C292A"/>
                          </a:solidFill>
                          <a:latin typeface="Arial Black"/>
                          <a:cs typeface="Arial Black"/>
                        </a:rPr>
                        <a:t>App</a:t>
                      </a:r>
                      <a:r>
                        <a:rPr sz="1100" spc="-55" dirty="0">
                          <a:solidFill>
                            <a:srgbClr val="2C292A"/>
                          </a:solidFill>
                          <a:latin typeface="Arial Black"/>
                          <a:cs typeface="Arial Black"/>
                        </a:rPr>
                        <a:t> </a:t>
                      </a:r>
                      <a:r>
                        <a:rPr sz="1100" spc="-170" dirty="0">
                          <a:solidFill>
                            <a:srgbClr val="2C292A"/>
                          </a:solidFill>
                          <a:latin typeface="Arial Black"/>
                          <a:cs typeface="Arial Black"/>
                        </a:rPr>
                        <a:t>Locker</a:t>
                      </a:r>
                      <a:endParaRPr sz="1100">
                        <a:latin typeface="Arial Black"/>
                        <a:cs typeface="Arial Black"/>
                      </a:endParaRPr>
                    </a:p>
                    <a:p>
                      <a:pPr marL="91440">
                        <a:lnSpc>
                          <a:spcPct val="100000"/>
                        </a:lnSpc>
                        <a:spcBef>
                          <a:spcPts val="600"/>
                        </a:spcBef>
                      </a:pPr>
                      <a:r>
                        <a:rPr sz="1100" b="1" spc="-50" dirty="0">
                          <a:solidFill>
                            <a:srgbClr val="2C292A"/>
                          </a:solidFill>
                          <a:latin typeface="Arial"/>
                          <a:cs typeface="Arial"/>
                        </a:rPr>
                        <a:t>EMS: </a:t>
                      </a:r>
                      <a:r>
                        <a:rPr sz="1100" spc="-120" dirty="0">
                          <a:solidFill>
                            <a:srgbClr val="2C292A"/>
                          </a:solidFill>
                          <a:latin typeface="Arial Black"/>
                          <a:cs typeface="Arial Black"/>
                        </a:rPr>
                        <a:t>Microsoft </a:t>
                      </a:r>
                      <a:r>
                        <a:rPr sz="1100" spc="-145" dirty="0">
                          <a:solidFill>
                            <a:srgbClr val="2C292A"/>
                          </a:solidFill>
                          <a:latin typeface="Arial Black"/>
                          <a:cs typeface="Arial Black"/>
                        </a:rPr>
                        <a:t>Advanced </a:t>
                      </a:r>
                      <a:r>
                        <a:rPr sz="1100" spc="-150" dirty="0">
                          <a:solidFill>
                            <a:srgbClr val="2C292A"/>
                          </a:solidFill>
                          <a:latin typeface="Arial Black"/>
                          <a:cs typeface="Arial Black"/>
                        </a:rPr>
                        <a:t>Threat Analytics, </a:t>
                      </a:r>
                      <a:r>
                        <a:rPr sz="1100" spc="-130" dirty="0">
                          <a:solidFill>
                            <a:srgbClr val="2C292A"/>
                          </a:solidFill>
                          <a:latin typeface="Arial Black"/>
                          <a:cs typeface="Arial Black"/>
                        </a:rPr>
                        <a:t>Azure </a:t>
                      </a:r>
                      <a:r>
                        <a:rPr sz="1100" spc="-114" dirty="0">
                          <a:solidFill>
                            <a:srgbClr val="2C292A"/>
                          </a:solidFill>
                          <a:latin typeface="Arial Black"/>
                          <a:cs typeface="Arial Black"/>
                        </a:rPr>
                        <a:t>Information </a:t>
                      </a:r>
                      <a:r>
                        <a:rPr sz="1100" spc="-130" dirty="0">
                          <a:solidFill>
                            <a:srgbClr val="2C292A"/>
                          </a:solidFill>
                          <a:latin typeface="Arial Black"/>
                          <a:cs typeface="Arial Black"/>
                        </a:rPr>
                        <a:t>Protection</a:t>
                      </a:r>
                      <a:r>
                        <a:rPr sz="1100" spc="-260" dirty="0">
                          <a:solidFill>
                            <a:srgbClr val="2C292A"/>
                          </a:solidFill>
                          <a:latin typeface="Arial Black"/>
                          <a:cs typeface="Arial Black"/>
                        </a:rPr>
                        <a:t> </a:t>
                      </a:r>
                      <a:r>
                        <a:rPr sz="1100" spc="-160" dirty="0">
                          <a:solidFill>
                            <a:srgbClr val="2C292A"/>
                          </a:solidFill>
                          <a:latin typeface="Arial Black"/>
                          <a:cs typeface="Arial Black"/>
                        </a:rPr>
                        <a:t>P1</a:t>
                      </a:r>
                      <a:endParaRPr sz="1100">
                        <a:latin typeface="Arial Black"/>
                        <a:cs typeface="Arial Black"/>
                      </a:endParaRPr>
                    </a:p>
                    <a:p>
                      <a:pPr marL="91440">
                        <a:lnSpc>
                          <a:spcPct val="100000"/>
                        </a:lnSpc>
                        <a:spcBef>
                          <a:spcPts val="600"/>
                        </a:spcBef>
                      </a:pPr>
                      <a:r>
                        <a:rPr sz="1100" b="1" spc="-5" dirty="0">
                          <a:solidFill>
                            <a:srgbClr val="2C292A"/>
                          </a:solidFill>
                          <a:latin typeface="Arial"/>
                          <a:cs typeface="Arial"/>
                        </a:rPr>
                        <a:t>Office 365: </a:t>
                      </a:r>
                      <a:r>
                        <a:rPr sz="1100" spc="-145" dirty="0">
                          <a:solidFill>
                            <a:srgbClr val="2C292A"/>
                          </a:solidFill>
                          <a:latin typeface="Arial Black"/>
                          <a:cs typeface="Arial Black"/>
                        </a:rPr>
                        <a:t>Advanced </a:t>
                      </a:r>
                      <a:r>
                        <a:rPr sz="1100" spc="-150" dirty="0">
                          <a:solidFill>
                            <a:srgbClr val="2C292A"/>
                          </a:solidFill>
                          <a:latin typeface="Arial Black"/>
                          <a:cs typeface="Arial Black"/>
                        </a:rPr>
                        <a:t>Threat </a:t>
                      </a:r>
                      <a:r>
                        <a:rPr sz="1100" spc="-130" dirty="0">
                          <a:solidFill>
                            <a:srgbClr val="2C292A"/>
                          </a:solidFill>
                          <a:latin typeface="Arial Black"/>
                          <a:cs typeface="Arial Black"/>
                        </a:rPr>
                        <a:t>Protection, </a:t>
                      </a:r>
                      <a:r>
                        <a:rPr sz="1100" spc="-145" dirty="0">
                          <a:solidFill>
                            <a:srgbClr val="2C292A"/>
                          </a:solidFill>
                          <a:latin typeface="Arial Black"/>
                          <a:cs typeface="Arial Black"/>
                        </a:rPr>
                        <a:t>Advanced </a:t>
                      </a:r>
                      <a:r>
                        <a:rPr sz="1100" spc="-150" dirty="0">
                          <a:solidFill>
                            <a:srgbClr val="2C292A"/>
                          </a:solidFill>
                          <a:latin typeface="Arial Black"/>
                          <a:cs typeface="Arial Black"/>
                        </a:rPr>
                        <a:t>Security </a:t>
                      </a:r>
                      <a:r>
                        <a:rPr sz="1100" spc="-130" dirty="0">
                          <a:solidFill>
                            <a:srgbClr val="2C292A"/>
                          </a:solidFill>
                          <a:latin typeface="Arial Black"/>
                          <a:cs typeface="Arial Black"/>
                        </a:rPr>
                        <a:t>Management, </a:t>
                      </a:r>
                      <a:r>
                        <a:rPr sz="1100" spc="-145" dirty="0">
                          <a:solidFill>
                            <a:srgbClr val="2C292A"/>
                          </a:solidFill>
                          <a:latin typeface="Arial Black"/>
                          <a:cs typeface="Arial Black"/>
                        </a:rPr>
                        <a:t>Customer </a:t>
                      </a:r>
                      <a:r>
                        <a:rPr sz="1100" spc="-160" dirty="0">
                          <a:solidFill>
                            <a:srgbClr val="2C292A"/>
                          </a:solidFill>
                          <a:latin typeface="Arial Black"/>
                          <a:cs typeface="Arial Black"/>
                        </a:rPr>
                        <a:t>Lockbox, </a:t>
                      </a:r>
                      <a:r>
                        <a:rPr sz="1100" spc="-145" dirty="0">
                          <a:solidFill>
                            <a:srgbClr val="2C292A"/>
                          </a:solidFill>
                          <a:latin typeface="Arial Black"/>
                          <a:cs typeface="Arial Black"/>
                        </a:rPr>
                        <a:t>Advanced</a:t>
                      </a:r>
                      <a:r>
                        <a:rPr sz="1100" spc="-185" dirty="0">
                          <a:solidFill>
                            <a:srgbClr val="2C292A"/>
                          </a:solidFill>
                          <a:latin typeface="Arial Black"/>
                          <a:cs typeface="Arial Black"/>
                        </a:rPr>
                        <a:t> </a:t>
                      </a:r>
                      <a:r>
                        <a:rPr sz="1100" spc="-145" dirty="0">
                          <a:solidFill>
                            <a:srgbClr val="2C292A"/>
                          </a:solidFill>
                          <a:latin typeface="Arial Black"/>
                          <a:cs typeface="Arial Black"/>
                        </a:rPr>
                        <a:t>eDiscovery</a:t>
                      </a:r>
                      <a:endParaRPr sz="1100">
                        <a:latin typeface="Arial Black"/>
                        <a:cs typeface="Arial Black"/>
                      </a:endParaRPr>
                    </a:p>
                    <a:p>
                      <a:pPr marL="91440">
                        <a:lnSpc>
                          <a:spcPct val="100000"/>
                        </a:lnSpc>
                        <a:spcBef>
                          <a:spcPts val="600"/>
                        </a:spcBef>
                      </a:pPr>
                      <a:r>
                        <a:rPr sz="1100" b="1" spc="-20" dirty="0">
                          <a:solidFill>
                            <a:srgbClr val="2C292A"/>
                          </a:solidFill>
                          <a:latin typeface="Arial"/>
                          <a:cs typeface="Arial"/>
                        </a:rPr>
                        <a:t>Windows: </a:t>
                      </a:r>
                      <a:r>
                        <a:rPr sz="1100" spc="-135" dirty="0">
                          <a:solidFill>
                            <a:srgbClr val="2C292A"/>
                          </a:solidFill>
                          <a:latin typeface="Arial Black"/>
                          <a:cs typeface="Arial Black"/>
                        </a:rPr>
                        <a:t>Windows </a:t>
                      </a:r>
                      <a:r>
                        <a:rPr sz="1100" spc="-120" dirty="0">
                          <a:solidFill>
                            <a:srgbClr val="2C292A"/>
                          </a:solidFill>
                          <a:latin typeface="Arial Black"/>
                          <a:cs typeface="Arial Black"/>
                        </a:rPr>
                        <a:t>Defender </a:t>
                      </a:r>
                      <a:r>
                        <a:rPr sz="1100" spc="-145" dirty="0">
                          <a:solidFill>
                            <a:srgbClr val="2C292A"/>
                          </a:solidFill>
                          <a:latin typeface="Arial Black"/>
                          <a:cs typeface="Arial Black"/>
                        </a:rPr>
                        <a:t>Advanced </a:t>
                      </a:r>
                      <a:r>
                        <a:rPr sz="1100" spc="-150" dirty="0">
                          <a:solidFill>
                            <a:srgbClr val="2C292A"/>
                          </a:solidFill>
                          <a:latin typeface="Arial Black"/>
                          <a:cs typeface="Arial Black"/>
                        </a:rPr>
                        <a:t>Threat</a:t>
                      </a:r>
                      <a:r>
                        <a:rPr sz="1100" spc="-80" dirty="0">
                          <a:solidFill>
                            <a:srgbClr val="2C292A"/>
                          </a:solidFill>
                          <a:latin typeface="Arial Black"/>
                          <a:cs typeface="Arial Black"/>
                        </a:rPr>
                        <a:t> </a:t>
                      </a:r>
                      <a:r>
                        <a:rPr sz="1100" spc="-130" dirty="0">
                          <a:solidFill>
                            <a:srgbClr val="2C292A"/>
                          </a:solidFill>
                          <a:latin typeface="Arial Black"/>
                          <a:cs typeface="Arial Black"/>
                        </a:rPr>
                        <a:t>Protection</a:t>
                      </a:r>
                      <a:endParaRPr sz="1100">
                        <a:latin typeface="Arial Black"/>
                        <a:cs typeface="Arial Black"/>
                      </a:endParaRPr>
                    </a:p>
                    <a:p>
                      <a:pPr marL="91440">
                        <a:lnSpc>
                          <a:spcPct val="100000"/>
                        </a:lnSpc>
                        <a:spcBef>
                          <a:spcPts val="600"/>
                        </a:spcBef>
                      </a:pPr>
                      <a:r>
                        <a:rPr sz="1100" b="1" spc="-65" dirty="0">
                          <a:solidFill>
                            <a:srgbClr val="2C292A"/>
                          </a:solidFill>
                          <a:latin typeface="Arial"/>
                          <a:cs typeface="Arial"/>
                        </a:rPr>
                        <a:t>EMS</a:t>
                      </a:r>
                      <a:r>
                        <a:rPr sz="1100" spc="-65" dirty="0">
                          <a:solidFill>
                            <a:srgbClr val="2C292A"/>
                          </a:solidFill>
                          <a:latin typeface="Arial Black"/>
                          <a:cs typeface="Arial Black"/>
                        </a:rPr>
                        <a:t>: </a:t>
                      </a:r>
                      <a:r>
                        <a:rPr sz="1100" spc="-130" dirty="0">
                          <a:solidFill>
                            <a:srgbClr val="2C292A"/>
                          </a:solidFill>
                          <a:latin typeface="Arial Black"/>
                          <a:cs typeface="Arial Black"/>
                        </a:rPr>
                        <a:t>Azure </a:t>
                      </a:r>
                      <a:r>
                        <a:rPr sz="1100" spc="-155" dirty="0">
                          <a:solidFill>
                            <a:srgbClr val="2C292A"/>
                          </a:solidFill>
                          <a:latin typeface="Arial Black"/>
                          <a:cs typeface="Arial Black"/>
                        </a:rPr>
                        <a:t>Active </a:t>
                      </a:r>
                      <a:r>
                        <a:rPr sz="1100" spc="-125" dirty="0">
                          <a:solidFill>
                            <a:srgbClr val="2C292A"/>
                          </a:solidFill>
                          <a:latin typeface="Arial Black"/>
                          <a:cs typeface="Arial Black"/>
                        </a:rPr>
                        <a:t>Directory </a:t>
                      </a:r>
                      <a:r>
                        <a:rPr sz="1100" spc="-140" dirty="0">
                          <a:solidFill>
                            <a:srgbClr val="2C292A"/>
                          </a:solidFill>
                          <a:latin typeface="Arial Black"/>
                          <a:cs typeface="Arial Black"/>
                        </a:rPr>
                        <a:t>Premium </a:t>
                      </a:r>
                      <a:r>
                        <a:rPr sz="1100" spc="-150" dirty="0">
                          <a:solidFill>
                            <a:srgbClr val="2C292A"/>
                          </a:solidFill>
                          <a:latin typeface="Arial Black"/>
                          <a:cs typeface="Arial Black"/>
                        </a:rPr>
                        <a:t>P2, </a:t>
                      </a:r>
                      <a:r>
                        <a:rPr sz="1100" spc="-120" dirty="0">
                          <a:solidFill>
                            <a:srgbClr val="2C292A"/>
                          </a:solidFill>
                          <a:latin typeface="Arial Black"/>
                          <a:cs typeface="Arial Black"/>
                        </a:rPr>
                        <a:t>Microsoft </a:t>
                      </a:r>
                      <a:r>
                        <a:rPr sz="1100" spc="-114" dirty="0">
                          <a:solidFill>
                            <a:srgbClr val="2C292A"/>
                          </a:solidFill>
                          <a:latin typeface="Arial Black"/>
                          <a:cs typeface="Arial Black"/>
                        </a:rPr>
                        <a:t>Cloud </a:t>
                      </a:r>
                      <a:r>
                        <a:rPr sz="1100" spc="-110" dirty="0">
                          <a:solidFill>
                            <a:srgbClr val="2C292A"/>
                          </a:solidFill>
                          <a:latin typeface="Arial Black"/>
                          <a:cs typeface="Arial Black"/>
                        </a:rPr>
                        <a:t>App </a:t>
                      </a:r>
                      <a:r>
                        <a:rPr sz="1100" spc="-145" dirty="0">
                          <a:solidFill>
                            <a:srgbClr val="2C292A"/>
                          </a:solidFill>
                          <a:latin typeface="Arial Black"/>
                          <a:cs typeface="Arial Black"/>
                        </a:rPr>
                        <a:t>Security, </a:t>
                      </a:r>
                      <a:r>
                        <a:rPr sz="1100" spc="-130" dirty="0">
                          <a:solidFill>
                            <a:srgbClr val="2C292A"/>
                          </a:solidFill>
                          <a:latin typeface="Arial Black"/>
                          <a:cs typeface="Arial Black"/>
                        </a:rPr>
                        <a:t>Azure </a:t>
                      </a:r>
                      <a:r>
                        <a:rPr sz="1100" spc="-114" dirty="0">
                          <a:solidFill>
                            <a:srgbClr val="2C292A"/>
                          </a:solidFill>
                          <a:latin typeface="Arial Black"/>
                          <a:cs typeface="Arial Black"/>
                        </a:rPr>
                        <a:t>Information </a:t>
                      </a:r>
                      <a:r>
                        <a:rPr sz="1100" spc="-130" dirty="0">
                          <a:solidFill>
                            <a:srgbClr val="2C292A"/>
                          </a:solidFill>
                          <a:latin typeface="Arial Black"/>
                          <a:cs typeface="Arial Black"/>
                        </a:rPr>
                        <a:t>Protection</a:t>
                      </a:r>
                      <a:r>
                        <a:rPr sz="1100" spc="-35" dirty="0">
                          <a:solidFill>
                            <a:srgbClr val="2C292A"/>
                          </a:solidFill>
                          <a:latin typeface="Arial Black"/>
                          <a:cs typeface="Arial Black"/>
                        </a:rPr>
                        <a:t> </a:t>
                      </a:r>
                      <a:r>
                        <a:rPr sz="1100" spc="-160" dirty="0">
                          <a:solidFill>
                            <a:srgbClr val="2C292A"/>
                          </a:solidFill>
                          <a:latin typeface="Arial Black"/>
                          <a:cs typeface="Arial Black"/>
                        </a:rPr>
                        <a:t>P2</a:t>
                      </a:r>
                      <a:endParaRPr sz="1100">
                        <a:latin typeface="Arial Black"/>
                        <a:cs typeface="Arial Black"/>
                      </a:endParaRPr>
                    </a:p>
                  </a:txBody>
                  <a:tcPr marL="0" marR="0" marT="42545" marB="0">
                    <a:lnT w="6350">
                      <a:solidFill>
                        <a:srgbClr val="F0EEEC"/>
                      </a:solidFill>
                      <a:prstDash val="solid"/>
                    </a:lnT>
                    <a:lnB w="6350">
                      <a:solidFill>
                        <a:srgbClr val="F0EEEC"/>
                      </a:solidFill>
                      <a:prstDash val="solid"/>
                    </a:lnB>
                    <a:solidFill>
                      <a:srgbClr val="F1F1F1"/>
                    </a:solidFill>
                  </a:tcPr>
                </a:tc>
                <a:tc>
                  <a:txBody>
                    <a:bodyPr/>
                    <a:lstStyle/>
                    <a:p>
                      <a:pPr marR="189230" algn="ctr">
                        <a:lnSpc>
                          <a:spcPct val="100000"/>
                        </a:lnSpc>
                        <a:spcBef>
                          <a:spcPts val="335"/>
                        </a:spcBef>
                      </a:pPr>
                      <a:r>
                        <a:rPr sz="1100" b="1" dirty="0">
                          <a:solidFill>
                            <a:srgbClr val="2C292A"/>
                          </a:solidFill>
                          <a:latin typeface="Arial"/>
                          <a:cs typeface="Arial"/>
                        </a:rPr>
                        <a:t>X</a:t>
                      </a:r>
                      <a:endParaRPr sz="1100">
                        <a:latin typeface="Arial"/>
                        <a:cs typeface="Arial"/>
                      </a:endParaRPr>
                    </a:p>
                    <a:p>
                      <a:pPr marL="323850" marR="513715" algn="just">
                        <a:lnSpc>
                          <a:spcPct val="145500"/>
                        </a:lnSpc>
                      </a:pPr>
                      <a:r>
                        <a:rPr sz="1100" b="1" dirty="0">
                          <a:solidFill>
                            <a:srgbClr val="2C292A"/>
                          </a:solidFill>
                          <a:latin typeface="Arial"/>
                          <a:cs typeface="Arial"/>
                        </a:rPr>
                        <a:t>X  X  X  X  X</a:t>
                      </a:r>
                      <a:endParaRPr sz="1100">
                        <a:latin typeface="Arial"/>
                        <a:cs typeface="Arial"/>
                      </a:endParaRPr>
                    </a:p>
                  </a:txBody>
                  <a:tcPr marL="0" marR="0" marT="42545" marB="0">
                    <a:lnT w="6350">
                      <a:solidFill>
                        <a:srgbClr val="F0EEEC"/>
                      </a:solidFill>
                      <a:prstDash val="solid"/>
                    </a:lnT>
                    <a:lnB w="6350">
                      <a:solidFill>
                        <a:srgbClr val="F0EEEC"/>
                      </a:solidFill>
                      <a:prstDash val="solid"/>
                    </a:lnB>
                    <a:solidFill>
                      <a:srgbClr val="F1F1F1"/>
                    </a:solidFill>
                  </a:tcPr>
                </a:tc>
                <a:extLst>
                  <a:ext uri="{0D108BD9-81ED-4DB2-BD59-A6C34878D82A}">
                    <a16:rowId xmlns:a16="http://schemas.microsoft.com/office/drawing/2014/main" val="10006"/>
                  </a:ext>
                </a:extLst>
              </a:tr>
            </a:tbl>
          </a:graphicData>
        </a:graphic>
      </p:graphicFrame>
      <p:sp>
        <p:nvSpPr>
          <p:cNvPr id="7" name="object 7"/>
          <p:cNvSpPr txBox="1">
            <a:spLocks noGrp="1"/>
          </p:cNvSpPr>
          <p:nvPr>
            <p:ph type="title"/>
          </p:nvPr>
        </p:nvSpPr>
        <p:spPr>
          <a:xfrm>
            <a:off x="484428" y="251205"/>
            <a:ext cx="4519930" cy="848360"/>
          </a:xfrm>
          <a:prstGeom prst="rect">
            <a:avLst/>
          </a:prstGeom>
        </p:spPr>
        <p:txBody>
          <a:bodyPr vert="horz" wrap="square" lIns="0" tIns="12700" rIns="0" bIns="0" rtlCol="0">
            <a:spAutoFit/>
          </a:bodyPr>
          <a:lstStyle/>
          <a:p>
            <a:pPr marL="12700">
              <a:lnSpc>
                <a:spcPct val="100000"/>
              </a:lnSpc>
              <a:spcBef>
                <a:spcPts val="100"/>
              </a:spcBef>
            </a:pPr>
            <a:r>
              <a:rPr sz="5400" b="1" spc="25" dirty="0">
                <a:solidFill>
                  <a:srgbClr val="2C292A"/>
                </a:solidFill>
                <a:latin typeface="Arial"/>
                <a:cs typeface="Arial"/>
              </a:rPr>
              <a:t>Microsoft</a:t>
            </a:r>
            <a:r>
              <a:rPr sz="5400" b="1" spc="-70" dirty="0">
                <a:solidFill>
                  <a:srgbClr val="2C292A"/>
                </a:solidFill>
                <a:latin typeface="Arial"/>
                <a:cs typeface="Arial"/>
              </a:rPr>
              <a:t> </a:t>
            </a:r>
            <a:r>
              <a:rPr sz="5400" b="1" spc="95" dirty="0">
                <a:solidFill>
                  <a:srgbClr val="2C292A"/>
                </a:solidFill>
                <a:latin typeface="Arial"/>
                <a:cs typeface="Arial"/>
              </a:rPr>
              <a:t>365</a:t>
            </a:r>
            <a:endParaRPr sz="54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23" y="1523"/>
            <a:ext cx="12189460" cy="6855459"/>
            <a:chOff x="1523" y="1523"/>
            <a:chExt cx="12189460" cy="6855459"/>
          </a:xfrm>
        </p:grpSpPr>
        <p:sp>
          <p:nvSpPr>
            <p:cNvPr id="3" name="object 3"/>
            <p:cNvSpPr/>
            <p:nvPr/>
          </p:nvSpPr>
          <p:spPr>
            <a:xfrm>
              <a:off x="1523" y="1523"/>
              <a:ext cx="12188952" cy="685495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515111" y="527303"/>
              <a:ext cx="1229868" cy="263651"/>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269748" y="2935224"/>
              <a:ext cx="8120380" cy="3634740"/>
            </a:xfrm>
            <a:custGeom>
              <a:avLst/>
              <a:gdLst/>
              <a:ahLst/>
              <a:cxnLst/>
              <a:rect l="l" t="t" r="r" b="b"/>
              <a:pathLst>
                <a:path w="8120380" h="3634740">
                  <a:moveTo>
                    <a:pt x="8119872" y="0"/>
                  </a:moveTo>
                  <a:lnTo>
                    <a:pt x="0" y="0"/>
                  </a:lnTo>
                  <a:lnTo>
                    <a:pt x="0" y="3634740"/>
                  </a:lnTo>
                  <a:lnTo>
                    <a:pt x="8119872" y="3634740"/>
                  </a:lnTo>
                  <a:lnTo>
                    <a:pt x="8119872" y="0"/>
                  </a:lnTo>
                  <a:close/>
                </a:path>
              </a:pathLst>
            </a:custGeom>
            <a:solidFill>
              <a:srgbClr val="0078D6">
                <a:alpha val="90194"/>
              </a:srgbClr>
            </a:solidFill>
          </p:spPr>
          <p:txBody>
            <a:bodyPr wrap="square" lIns="0" tIns="0" rIns="0" bIns="0" rtlCol="0"/>
            <a:lstStyle/>
            <a:p>
              <a:endParaRPr/>
            </a:p>
          </p:txBody>
        </p:sp>
      </p:grpSp>
      <p:sp>
        <p:nvSpPr>
          <p:cNvPr id="6" name="object 6"/>
          <p:cNvSpPr txBox="1">
            <a:spLocks noGrp="1"/>
          </p:cNvSpPr>
          <p:nvPr>
            <p:ph type="title"/>
          </p:nvPr>
        </p:nvSpPr>
        <p:spPr>
          <a:xfrm>
            <a:off x="509727" y="3195574"/>
            <a:ext cx="3856354" cy="925194"/>
          </a:xfrm>
          <a:prstGeom prst="rect">
            <a:avLst/>
          </a:prstGeom>
        </p:spPr>
        <p:txBody>
          <a:bodyPr vert="horz" wrap="square" lIns="0" tIns="13335" rIns="0" bIns="0" rtlCol="0">
            <a:spAutoFit/>
          </a:bodyPr>
          <a:lstStyle/>
          <a:p>
            <a:pPr marL="12700">
              <a:lnSpc>
                <a:spcPct val="100000"/>
              </a:lnSpc>
              <a:spcBef>
                <a:spcPts val="105"/>
              </a:spcBef>
            </a:pPr>
            <a:r>
              <a:rPr sz="5900" spc="-290" dirty="0">
                <a:solidFill>
                  <a:srgbClr val="FFFFFF"/>
                </a:solidFill>
                <a:latin typeface="Trebuchet MS"/>
                <a:cs typeface="Trebuchet MS"/>
              </a:rPr>
              <a:t>Office365</a:t>
            </a:r>
            <a:r>
              <a:rPr sz="5900" spc="-455" dirty="0">
                <a:solidFill>
                  <a:srgbClr val="FFFFFF"/>
                </a:solidFill>
                <a:latin typeface="Trebuchet MS"/>
                <a:cs typeface="Trebuchet MS"/>
              </a:rPr>
              <a:t> </a:t>
            </a:r>
            <a:r>
              <a:rPr sz="5900" spc="-180" dirty="0">
                <a:solidFill>
                  <a:srgbClr val="FFFFFF"/>
                </a:solidFill>
                <a:latin typeface="Trebuchet MS"/>
                <a:cs typeface="Trebuchet MS"/>
              </a:rPr>
              <a:t>E5</a:t>
            </a:r>
            <a:endParaRPr sz="5900">
              <a:latin typeface="Trebuchet MS"/>
              <a:cs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047" y="299669"/>
            <a:ext cx="7419975" cy="624205"/>
          </a:xfrm>
          <a:prstGeom prst="rect">
            <a:avLst/>
          </a:prstGeom>
        </p:spPr>
        <p:txBody>
          <a:bodyPr vert="horz" wrap="square" lIns="0" tIns="15875" rIns="0" bIns="0" rtlCol="0">
            <a:spAutoFit/>
          </a:bodyPr>
          <a:lstStyle/>
          <a:p>
            <a:pPr marL="12700">
              <a:lnSpc>
                <a:spcPct val="100000"/>
              </a:lnSpc>
              <a:spcBef>
                <a:spcPts val="125"/>
              </a:spcBef>
            </a:pPr>
            <a:r>
              <a:rPr sz="3900" b="1" spc="-85" dirty="0">
                <a:solidFill>
                  <a:srgbClr val="2C292A"/>
                </a:solidFill>
                <a:latin typeface="Arial"/>
                <a:cs typeface="Arial"/>
              </a:rPr>
              <a:t>New </a:t>
            </a:r>
            <a:r>
              <a:rPr sz="3900" b="1" spc="-240" dirty="0">
                <a:solidFill>
                  <a:srgbClr val="2C292A"/>
                </a:solidFill>
                <a:latin typeface="Arial"/>
                <a:cs typeface="Arial"/>
              </a:rPr>
              <a:t>value </a:t>
            </a:r>
            <a:r>
              <a:rPr sz="3900" b="1" spc="-114" dirty="0">
                <a:solidFill>
                  <a:srgbClr val="2C292A"/>
                </a:solidFill>
                <a:latin typeface="Arial"/>
                <a:cs typeface="Arial"/>
              </a:rPr>
              <a:t>for</a:t>
            </a:r>
            <a:r>
              <a:rPr sz="3900" b="1" spc="-765" dirty="0">
                <a:solidFill>
                  <a:srgbClr val="2C292A"/>
                </a:solidFill>
                <a:latin typeface="Arial"/>
                <a:cs typeface="Arial"/>
              </a:rPr>
              <a:t> </a:t>
            </a:r>
            <a:r>
              <a:rPr sz="3900" b="1" spc="-229" dirty="0">
                <a:solidFill>
                  <a:srgbClr val="2C292A"/>
                </a:solidFill>
                <a:latin typeface="Arial"/>
                <a:cs typeface="Arial"/>
              </a:rPr>
              <a:t>enterprise </a:t>
            </a:r>
            <a:r>
              <a:rPr sz="3900" b="1" spc="-295" dirty="0">
                <a:solidFill>
                  <a:srgbClr val="2C292A"/>
                </a:solidFill>
                <a:latin typeface="Arial"/>
                <a:cs typeface="Arial"/>
              </a:rPr>
              <a:t>customers</a:t>
            </a:r>
            <a:endParaRPr sz="3900">
              <a:latin typeface="Arial"/>
              <a:cs typeface="Arial"/>
            </a:endParaRPr>
          </a:p>
        </p:txBody>
      </p:sp>
      <p:sp>
        <p:nvSpPr>
          <p:cNvPr id="3" name="object 3"/>
          <p:cNvSpPr/>
          <p:nvPr/>
        </p:nvSpPr>
        <p:spPr>
          <a:xfrm>
            <a:off x="1523" y="5548884"/>
            <a:ext cx="12189460" cy="1308100"/>
          </a:xfrm>
          <a:custGeom>
            <a:avLst/>
            <a:gdLst/>
            <a:ahLst/>
            <a:cxnLst/>
            <a:rect l="l" t="t" r="r" b="b"/>
            <a:pathLst>
              <a:path w="12189460" h="1308100">
                <a:moveTo>
                  <a:pt x="12188952" y="0"/>
                </a:moveTo>
                <a:lnTo>
                  <a:pt x="0" y="0"/>
                </a:lnTo>
                <a:lnTo>
                  <a:pt x="0" y="1307591"/>
                </a:lnTo>
                <a:lnTo>
                  <a:pt x="12188952" y="1307591"/>
                </a:lnTo>
                <a:lnTo>
                  <a:pt x="12188952" y="0"/>
                </a:lnTo>
                <a:close/>
              </a:path>
            </a:pathLst>
          </a:custGeom>
          <a:solidFill>
            <a:srgbClr val="F0EEEC"/>
          </a:solidFill>
        </p:spPr>
        <p:txBody>
          <a:bodyPr wrap="square" lIns="0" tIns="0" rIns="0" bIns="0" rtlCol="0"/>
          <a:lstStyle/>
          <a:p>
            <a:endParaRPr/>
          </a:p>
        </p:txBody>
      </p:sp>
      <p:sp>
        <p:nvSpPr>
          <p:cNvPr id="4" name="object 4"/>
          <p:cNvSpPr/>
          <p:nvPr/>
        </p:nvSpPr>
        <p:spPr>
          <a:xfrm>
            <a:off x="4089653" y="1933194"/>
            <a:ext cx="0" cy="3405504"/>
          </a:xfrm>
          <a:custGeom>
            <a:avLst/>
            <a:gdLst/>
            <a:ahLst/>
            <a:cxnLst/>
            <a:rect l="l" t="t" r="r" b="b"/>
            <a:pathLst>
              <a:path h="3405504">
                <a:moveTo>
                  <a:pt x="0" y="0"/>
                </a:moveTo>
                <a:lnTo>
                  <a:pt x="0" y="3405504"/>
                </a:lnTo>
              </a:path>
            </a:pathLst>
          </a:custGeom>
          <a:ln w="28956">
            <a:solidFill>
              <a:srgbClr val="625C5E"/>
            </a:solidFill>
            <a:prstDash val="dash"/>
          </a:ln>
        </p:spPr>
        <p:txBody>
          <a:bodyPr wrap="square" lIns="0" tIns="0" rIns="0" bIns="0" rtlCol="0"/>
          <a:lstStyle/>
          <a:p>
            <a:endParaRPr/>
          </a:p>
        </p:txBody>
      </p:sp>
      <p:sp>
        <p:nvSpPr>
          <p:cNvPr id="5" name="object 5"/>
          <p:cNvSpPr/>
          <p:nvPr/>
        </p:nvSpPr>
        <p:spPr>
          <a:xfrm>
            <a:off x="8138921" y="1933194"/>
            <a:ext cx="0" cy="3405504"/>
          </a:xfrm>
          <a:custGeom>
            <a:avLst/>
            <a:gdLst/>
            <a:ahLst/>
            <a:cxnLst/>
            <a:rect l="l" t="t" r="r" b="b"/>
            <a:pathLst>
              <a:path h="3405504">
                <a:moveTo>
                  <a:pt x="0" y="0"/>
                </a:moveTo>
                <a:lnTo>
                  <a:pt x="0" y="3405504"/>
                </a:lnTo>
              </a:path>
            </a:pathLst>
          </a:custGeom>
          <a:ln w="28956">
            <a:solidFill>
              <a:srgbClr val="625C5E"/>
            </a:solidFill>
            <a:prstDash val="dash"/>
          </a:ln>
        </p:spPr>
        <p:txBody>
          <a:bodyPr wrap="square" lIns="0" tIns="0" rIns="0" bIns="0" rtlCol="0"/>
          <a:lstStyle/>
          <a:p>
            <a:endParaRPr/>
          </a:p>
        </p:txBody>
      </p:sp>
      <p:sp>
        <p:nvSpPr>
          <p:cNvPr id="6" name="object 6"/>
          <p:cNvSpPr txBox="1"/>
          <p:nvPr/>
        </p:nvSpPr>
        <p:spPr>
          <a:xfrm>
            <a:off x="1634108" y="2658236"/>
            <a:ext cx="857885" cy="299720"/>
          </a:xfrm>
          <a:prstGeom prst="rect">
            <a:avLst/>
          </a:prstGeom>
        </p:spPr>
        <p:txBody>
          <a:bodyPr vert="horz" wrap="square" lIns="0" tIns="12700" rIns="0" bIns="0" rtlCol="0">
            <a:spAutoFit/>
          </a:bodyPr>
          <a:lstStyle/>
          <a:p>
            <a:pPr marL="12700">
              <a:lnSpc>
                <a:spcPct val="100000"/>
              </a:lnSpc>
              <a:spcBef>
                <a:spcPts val="100"/>
              </a:spcBef>
            </a:pPr>
            <a:r>
              <a:rPr sz="1800" b="1" spc="-75" dirty="0">
                <a:solidFill>
                  <a:srgbClr val="181818"/>
                </a:solidFill>
                <a:latin typeface="Arial"/>
                <a:cs typeface="Arial"/>
              </a:rPr>
              <a:t>Security</a:t>
            </a:r>
            <a:endParaRPr sz="1800">
              <a:latin typeface="Arial"/>
              <a:cs typeface="Arial"/>
            </a:endParaRPr>
          </a:p>
        </p:txBody>
      </p:sp>
      <p:sp>
        <p:nvSpPr>
          <p:cNvPr id="7" name="object 7"/>
          <p:cNvSpPr/>
          <p:nvPr/>
        </p:nvSpPr>
        <p:spPr>
          <a:xfrm>
            <a:off x="1799844" y="1806194"/>
            <a:ext cx="527685" cy="685800"/>
          </a:xfrm>
          <a:custGeom>
            <a:avLst/>
            <a:gdLst/>
            <a:ahLst/>
            <a:cxnLst/>
            <a:rect l="l" t="t" r="r" b="b"/>
            <a:pathLst>
              <a:path w="527685" h="685800">
                <a:moveTo>
                  <a:pt x="253364" y="0"/>
                </a:moveTo>
                <a:lnTo>
                  <a:pt x="200853" y="4367"/>
                </a:lnTo>
                <a:lnTo>
                  <a:pt x="150518" y="13734"/>
                </a:lnTo>
                <a:lnTo>
                  <a:pt x="103901" y="27828"/>
                </a:lnTo>
                <a:lnTo>
                  <a:pt x="62545" y="46378"/>
                </a:lnTo>
                <a:lnTo>
                  <a:pt x="27989" y="69112"/>
                </a:lnTo>
                <a:lnTo>
                  <a:pt x="0" y="413892"/>
                </a:lnTo>
                <a:lnTo>
                  <a:pt x="2955" y="442007"/>
                </a:lnTo>
                <a:lnTo>
                  <a:pt x="24854" y="509100"/>
                </a:lnTo>
                <a:lnTo>
                  <a:pt x="45003" y="544975"/>
                </a:lnTo>
                <a:lnTo>
                  <a:pt x="72090" y="580333"/>
                </a:lnTo>
                <a:lnTo>
                  <a:pt x="106717" y="613621"/>
                </a:lnTo>
                <a:lnTo>
                  <a:pt x="149488" y="643287"/>
                </a:lnTo>
                <a:lnTo>
                  <a:pt x="201006" y="667780"/>
                </a:lnTo>
                <a:lnTo>
                  <a:pt x="261874" y="685545"/>
                </a:lnTo>
                <a:lnTo>
                  <a:pt x="318429" y="670514"/>
                </a:lnTo>
                <a:lnTo>
                  <a:pt x="331376" y="664717"/>
                </a:lnTo>
                <a:lnTo>
                  <a:pt x="262000" y="664717"/>
                </a:lnTo>
                <a:lnTo>
                  <a:pt x="198299" y="645436"/>
                </a:lnTo>
                <a:lnTo>
                  <a:pt x="145625" y="618404"/>
                </a:lnTo>
                <a:lnTo>
                  <a:pt x="103173" y="585696"/>
                </a:lnTo>
                <a:lnTo>
                  <a:pt x="70135" y="549386"/>
                </a:lnTo>
                <a:lnTo>
                  <a:pt x="45706" y="511545"/>
                </a:lnTo>
                <a:lnTo>
                  <a:pt x="29079" y="474247"/>
                </a:lnTo>
                <a:lnTo>
                  <a:pt x="16001" y="409575"/>
                </a:lnTo>
                <a:lnTo>
                  <a:pt x="16111" y="378459"/>
                </a:lnTo>
                <a:lnTo>
                  <a:pt x="16040" y="271643"/>
                </a:lnTo>
                <a:lnTo>
                  <a:pt x="15944" y="236727"/>
                </a:lnTo>
                <a:lnTo>
                  <a:pt x="16001" y="105536"/>
                </a:lnTo>
                <a:lnTo>
                  <a:pt x="46562" y="76027"/>
                </a:lnTo>
                <a:lnTo>
                  <a:pt x="88089" y="51942"/>
                </a:lnTo>
                <a:lnTo>
                  <a:pt x="138046" y="33710"/>
                </a:lnTo>
                <a:lnTo>
                  <a:pt x="193899" y="21757"/>
                </a:lnTo>
                <a:lnTo>
                  <a:pt x="253111" y="16509"/>
                </a:lnTo>
                <a:lnTo>
                  <a:pt x="395821" y="16509"/>
                </a:lnTo>
                <a:lnTo>
                  <a:pt x="358704" y="7351"/>
                </a:lnTo>
                <a:lnTo>
                  <a:pt x="306500" y="903"/>
                </a:lnTo>
                <a:lnTo>
                  <a:pt x="253364" y="0"/>
                </a:lnTo>
                <a:close/>
              </a:path>
              <a:path w="527685" h="685800">
                <a:moveTo>
                  <a:pt x="395821" y="16509"/>
                </a:moveTo>
                <a:lnTo>
                  <a:pt x="253111" y="16509"/>
                </a:lnTo>
                <a:lnTo>
                  <a:pt x="303245" y="17566"/>
                </a:lnTo>
                <a:lnTo>
                  <a:pt x="352476" y="23819"/>
                </a:lnTo>
                <a:lnTo>
                  <a:pt x="399351" y="35512"/>
                </a:lnTo>
                <a:lnTo>
                  <a:pt x="442416" y="52888"/>
                </a:lnTo>
                <a:lnTo>
                  <a:pt x="480217" y="76191"/>
                </a:lnTo>
                <a:lnTo>
                  <a:pt x="511168" y="105536"/>
                </a:lnTo>
                <a:lnTo>
                  <a:pt x="511216" y="120141"/>
                </a:lnTo>
                <a:lnTo>
                  <a:pt x="510668" y="213312"/>
                </a:lnTo>
                <a:lnTo>
                  <a:pt x="509650" y="409575"/>
                </a:lnTo>
                <a:lnTo>
                  <a:pt x="494512" y="480927"/>
                </a:lnTo>
                <a:lnTo>
                  <a:pt x="475684" y="519470"/>
                </a:lnTo>
                <a:lnTo>
                  <a:pt x="449119" y="557387"/>
                </a:lnTo>
                <a:lnTo>
                  <a:pt x="414642" y="592773"/>
                </a:lnTo>
                <a:lnTo>
                  <a:pt x="372080" y="623726"/>
                </a:lnTo>
                <a:lnTo>
                  <a:pt x="321257" y="648342"/>
                </a:lnTo>
                <a:lnTo>
                  <a:pt x="262000" y="664717"/>
                </a:lnTo>
                <a:lnTo>
                  <a:pt x="331376" y="664717"/>
                </a:lnTo>
                <a:lnTo>
                  <a:pt x="367927" y="648342"/>
                </a:lnTo>
                <a:lnTo>
                  <a:pt x="410322" y="620564"/>
                </a:lnTo>
                <a:lnTo>
                  <a:pt x="445918" y="588486"/>
                </a:lnTo>
                <a:lnTo>
                  <a:pt x="474784" y="553567"/>
                </a:lnTo>
                <a:lnTo>
                  <a:pt x="497049" y="517228"/>
                </a:lnTo>
                <a:lnTo>
                  <a:pt x="512842" y="480889"/>
                </a:lnTo>
                <a:lnTo>
                  <a:pt x="525526" y="413892"/>
                </a:lnTo>
                <a:lnTo>
                  <a:pt x="527304" y="94106"/>
                </a:lnTo>
                <a:lnTo>
                  <a:pt x="494276" y="62723"/>
                </a:lnTo>
                <a:lnTo>
                  <a:pt x="454137" y="37987"/>
                </a:lnTo>
                <a:lnTo>
                  <a:pt x="408431" y="19621"/>
                </a:lnTo>
                <a:lnTo>
                  <a:pt x="395821" y="16509"/>
                </a:lnTo>
                <a:close/>
              </a:path>
              <a:path w="527685" h="685800">
                <a:moveTo>
                  <a:pt x="467344" y="133445"/>
                </a:moveTo>
                <a:lnTo>
                  <a:pt x="390731" y="141252"/>
                </a:lnTo>
                <a:lnTo>
                  <a:pt x="344977" y="152741"/>
                </a:lnTo>
                <a:lnTo>
                  <a:pt x="299224" y="168834"/>
                </a:lnTo>
                <a:lnTo>
                  <a:pt x="254091" y="189151"/>
                </a:lnTo>
                <a:lnTo>
                  <a:pt x="210200" y="213312"/>
                </a:lnTo>
                <a:lnTo>
                  <a:pt x="168173" y="240936"/>
                </a:lnTo>
                <a:lnTo>
                  <a:pt x="128630" y="271643"/>
                </a:lnTo>
                <a:lnTo>
                  <a:pt x="92191" y="305052"/>
                </a:lnTo>
                <a:lnTo>
                  <a:pt x="59479" y="340785"/>
                </a:lnTo>
                <a:lnTo>
                  <a:pt x="31114" y="378459"/>
                </a:lnTo>
                <a:lnTo>
                  <a:pt x="31114" y="407542"/>
                </a:lnTo>
                <a:lnTo>
                  <a:pt x="43388" y="468868"/>
                </a:lnTo>
                <a:lnTo>
                  <a:pt x="59009" y="504474"/>
                </a:lnTo>
                <a:lnTo>
                  <a:pt x="81962" y="540670"/>
                </a:lnTo>
                <a:lnTo>
                  <a:pt x="113006" y="575426"/>
                </a:lnTo>
                <a:lnTo>
                  <a:pt x="152898" y="606710"/>
                </a:lnTo>
                <a:lnTo>
                  <a:pt x="202395" y="632494"/>
                </a:lnTo>
                <a:lnTo>
                  <a:pt x="262255" y="650747"/>
                </a:lnTo>
                <a:lnTo>
                  <a:pt x="317914" y="634651"/>
                </a:lnTo>
                <a:lnTo>
                  <a:pt x="365652" y="609746"/>
                </a:lnTo>
                <a:lnTo>
                  <a:pt x="405634" y="578395"/>
                </a:lnTo>
                <a:lnTo>
                  <a:pt x="438023" y="542956"/>
                </a:lnTo>
                <a:lnTo>
                  <a:pt x="462981" y="505791"/>
                </a:lnTo>
                <a:lnTo>
                  <a:pt x="480675" y="469261"/>
                </a:lnTo>
                <a:lnTo>
                  <a:pt x="494919" y="407542"/>
                </a:lnTo>
                <a:lnTo>
                  <a:pt x="495309" y="355192"/>
                </a:lnTo>
                <a:lnTo>
                  <a:pt x="495937" y="300306"/>
                </a:lnTo>
                <a:lnTo>
                  <a:pt x="497393" y="188753"/>
                </a:lnTo>
                <a:lnTo>
                  <a:pt x="497967" y="135000"/>
                </a:lnTo>
                <a:lnTo>
                  <a:pt x="482780" y="133854"/>
                </a:lnTo>
                <a:lnTo>
                  <a:pt x="467344" y="133445"/>
                </a:lnTo>
                <a:close/>
              </a:path>
              <a:path w="527685" h="685800">
                <a:moveTo>
                  <a:pt x="252603" y="35178"/>
                </a:moveTo>
                <a:lnTo>
                  <a:pt x="197489" y="39250"/>
                </a:lnTo>
                <a:lnTo>
                  <a:pt x="145447" y="49002"/>
                </a:lnTo>
                <a:lnTo>
                  <a:pt x="98636" y="64174"/>
                </a:lnTo>
                <a:lnTo>
                  <a:pt x="59213" y="84503"/>
                </a:lnTo>
                <a:lnTo>
                  <a:pt x="29337" y="109727"/>
                </a:lnTo>
                <a:lnTo>
                  <a:pt x="29368" y="171894"/>
                </a:lnTo>
                <a:lnTo>
                  <a:pt x="29622" y="204096"/>
                </a:lnTo>
                <a:lnTo>
                  <a:pt x="29972" y="236727"/>
                </a:lnTo>
                <a:lnTo>
                  <a:pt x="74897" y="211689"/>
                </a:lnTo>
                <a:lnTo>
                  <a:pt x="118573" y="190038"/>
                </a:lnTo>
                <a:lnTo>
                  <a:pt x="161626" y="171620"/>
                </a:lnTo>
                <a:lnTo>
                  <a:pt x="204681" y="156279"/>
                </a:lnTo>
                <a:lnTo>
                  <a:pt x="248364" y="143859"/>
                </a:lnTo>
                <a:lnTo>
                  <a:pt x="293300" y="134205"/>
                </a:lnTo>
                <a:lnTo>
                  <a:pt x="340116" y="127162"/>
                </a:lnTo>
                <a:lnTo>
                  <a:pt x="389436" y="122574"/>
                </a:lnTo>
                <a:lnTo>
                  <a:pt x="441887" y="120286"/>
                </a:lnTo>
                <a:lnTo>
                  <a:pt x="498094" y="120141"/>
                </a:lnTo>
                <a:lnTo>
                  <a:pt x="498094" y="109854"/>
                </a:lnTo>
                <a:lnTo>
                  <a:pt x="460249" y="81386"/>
                </a:lnTo>
                <a:lnTo>
                  <a:pt x="414607" y="59959"/>
                </a:lnTo>
                <a:lnTo>
                  <a:pt x="363338" y="45298"/>
                </a:lnTo>
                <a:lnTo>
                  <a:pt x="308614" y="37129"/>
                </a:lnTo>
                <a:lnTo>
                  <a:pt x="252603" y="35178"/>
                </a:lnTo>
                <a:close/>
              </a:path>
            </a:pathLst>
          </a:custGeom>
          <a:solidFill>
            <a:srgbClr val="D73A00"/>
          </a:solidFill>
        </p:spPr>
        <p:txBody>
          <a:bodyPr wrap="square" lIns="0" tIns="0" rIns="0" bIns="0" rtlCol="0"/>
          <a:lstStyle/>
          <a:p>
            <a:endParaRPr/>
          </a:p>
        </p:txBody>
      </p:sp>
      <p:sp>
        <p:nvSpPr>
          <p:cNvPr id="8" name="object 8"/>
          <p:cNvSpPr txBox="1"/>
          <p:nvPr/>
        </p:nvSpPr>
        <p:spPr>
          <a:xfrm>
            <a:off x="826109" y="3326129"/>
            <a:ext cx="2470785" cy="265430"/>
          </a:xfrm>
          <a:prstGeom prst="rect">
            <a:avLst/>
          </a:prstGeom>
        </p:spPr>
        <p:txBody>
          <a:bodyPr vert="horz" wrap="square" lIns="0" tIns="15240" rIns="0" bIns="0" rtlCol="0">
            <a:spAutoFit/>
          </a:bodyPr>
          <a:lstStyle/>
          <a:p>
            <a:pPr marL="12700">
              <a:lnSpc>
                <a:spcPct val="100000"/>
              </a:lnSpc>
              <a:spcBef>
                <a:spcPts val="120"/>
              </a:spcBef>
            </a:pPr>
            <a:r>
              <a:rPr sz="1550" spc="-190" dirty="0">
                <a:solidFill>
                  <a:srgbClr val="7E7E7E"/>
                </a:solidFill>
                <a:latin typeface="Arial Black"/>
                <a:cs typeface="Arial Black"/>
              </a:rPr>
              <a:t>Advanced </a:t>
            </a:r>
            <a:r>
              <a:rPr sz="1550" spc="-200" dirty="0">
                <a:solidFill>
                  <a:srgbClr val="7E7E7E"/>
                </a:solidFill>
                <a:latin typeface="Arial Black"/>
                <a:cs typeface="Arial Black"/>
              </a:rPr>
              <a:t>Threat</a:t>
            </a:r>
            <a:r>
              <a:rPr sz="1550" spc="-50" dirty="0">
                <a:solidFill>
                  <a:srgbClr val="7E7E7E"/>
                </a:solidFill>
                <a:latin typeface="Arial Black"/>
                <a:cs typeface="Arial Black"/>
              </a:rPr>
              <a:t> </a:t>
            </a:r>
            <a:r>
              <a:rPr sz="1550" spc="-180" dirty="0">
                <a:solidFill>
                  <a:srgbClr val="7E7E7E"/>
                </a:solidFill>
                <a:latin typeface="Arial Black"/>
                <a:cs typeface="Arial Black"/>
              </a:rPr>
              <a:t>Protection</a:t>
            </a:r>
            <a:endParaRPr sz="1550">
              <a:latin typeface="Arial Black"/>
              <a:cs typeface="Arial Black"/>
            </a:endParaRPr>
          </a:p>
        </p:txBody>
      </p:sp>
      <p:sp>
        <p:nvSpPr>
          <p:cNvPr id="9" name="object 9"/>
          <p:cNvSpPr txBox="1"/>
          <p:nvPr/>
        </p:nvSpPr>
        <p:spPr>
          <a:xfrm>
            <a:off x="623417" y="3851275"/>
            <a:ext cx="2875915" cy="265430"/>
          </a:xfrm>
          <a:prstGeom prst="rect">
            <a:avLst/>
          </a:prstGeom>
        </p:spPr>
        <p:txBody>
          <a:bodyPr vert="horz" wrap="square" lIns="0" tIns="15240" rIns="0" bIns="0" rtlCol="0">
            <a:spAutoFit/>
          </a:bodyPr>
          <a:lstStyle/>
          <a:p>
            <a:pPr marL="12700">
              <a:lnSpc>
                <a:spcPct val="100000"/>
              </a:lnSpc>
              <a:spcBef>
                <a:spcPts val="120"/>
              </a:spcBef>
            </a:pPr>
            <a:r>
              <a:rPr sz="1550" spc="-190" dirty="0">
                <a:solidFill>
                  <a:srgbClr val="7E7E7E"/>
                </a:solidFill>
                <a:latin typeface="Arial Black"/>
                <a:cs typeface="Arial Black"/>
              </a:rPr>
              <a:t>Advanced </a:t>
            </a:r>
            <a:r>
              <a:rPr sz="1550" spc="-200" dirty="0">
                <a:solidFill>
                  <a:srgbClr val="7E7E7E"/>
                </a:solidFill>
                <a:latin typeface="Arial Black"/>
                <a:cs typeface="Arial Black"/>
              </a:rPr>
              <a:t>Security</a:t>
            </a:r>
            <a:r>
              <a:rPr sz="1550" spc="-75" dirty="0">
                <a:solidFill>
                  <a:srgbClr val="7E7E7E"/>
                </a:solidFill>
                <a:latin typeface="Arial Black"/>
                <a:cs typeface="Arial Black"/>
              </a:rPr>
              <a:t> </a:t>
            </a:r>
            <a:r>
              <a:rPr sz="1550" spc="-170" dirty="0">
                <a:solidFill>
                  <a:srgbClr val="7E7E7E"/>
                </a:solidFill>
                <a:latin typeface="Arial Black"/>
                <a:cs typeface="Arial Black"/>
              </a:rPr>
              <a:t>Management</a:t>
            </a:r>
            <a:endParaRPr sz="1550">
              <a:latin typeface="Arial Black"/>
              <a:cs typeface="Arial Black"/>
            </a:endParaRPr>
          </a:p>
        </p:txBody>
      </p:sp>
      <p:sp>
        <p:nvSpPr>
          <p:cNvPr id="10" name="object 10"/>
          <p:cNvSpPr txBox="1"/>
          <p:nvPr/>
        </p:nvSpPr>
        <p:spPr>
          <a:xfrm>
            <a:off x="1109573" y="4376166"/>
            <a:ext cx="1903730" cy="265430"/>
          </a:xfrm>
          <a:prstGeom prst="rect">
            <a:avLst/>
          </a:prstGeom>
        </p:spPr>
        <p:txBody>
          <a:bodyPr vert="horz" wrap="square" lIns="0" tIns="15240" rIns="0" bIns="0" rtlCol="0">
            <a:spAutoFit/>
          </a:bodyPr>
          <a:lstStyle/>
          <a:p>
            <a:pPr marL="12700">
              <a:lnSpc>
                <a:spcPct val="100000"/>
              </a:lnSpc>
              <a:spcBef>
                <a:spcPts val="120"/>
              </a:spcBef>
            </a:pPr>
            <a:r>
              <a:rPr sz="1550" spc="-190" dirty="0">
                <a:solidFill>
                  <a:srgbClr val="7E7E7E"/>
                </a:solidFill>
                <a:latin typeface="Arial Black"/>
                <a:cs typeface="Arial Black"/>
              </a:rPr>
              <a:t>Advanced</a:t>
            </a:r>
            <a:r>
              <a:rPr sz="1550" spc="-180" dirty="0">
                <a:solidFill>
                  <a:srgbClr val="7E7E7E"/>
                </a:solidFill>
                <a:latin typeface="Arial Black"/>
                <a:cs typeface="Arial Black"/>
              </a:rPr>
              <a:t> </a:t>
            </a:r>
            <a:r>
              <a:rPr sz="1550" spc="-190" dirty="0">
                <a:solidFill>
                  <a:srgbClr val="7E7E7E"/>
                </a:solidFill>
                <a:latin typeface="Arial Black"/>
                <a:cs typeface="Arial Black"/>
              </a:rPr>
              <a:t>eDiscovery</a:t>
            </a:r>
            <a:endParaRPr sz="1550">
              <a:latin typeface="Arial Black"/>
              <a:cs typeface="Arial Black"/>
            </a:endParaRPr>
          </a:p>
        </p:txBody>
      </p:sp>
      <p:sp>
        <p:nvSpPr>
          <p:cNvPr id="11" name="object 11"/>
          <p:cNvSpPr txBox="1"/>
          <p:nvPr/>
        </p:nvSpPr>
        <p:spPr>
          <a:xfrm>
            <a:off x="1233017" y="4900929"/>
            <a:ext cx="1657350" cy="265430"/>
          </a:xfrm>
          <a:prstGeom prst="rect">
            <a:avLst/>
          </a:prstGeom>
        </p:spPr>
        <p:txBody>
          <a:bodyPr vert="horz" wrap="square" lIns="0" tIns="15240" rIns="0" bIns="0" rtlCol="0">
            <a:spAutoFit/>
          </a:bodyPr>
          <a:lstStyle/>
          <a:p>
            <a:pPr marL="12700">
              <a:lnSpc>
                <a:spcPct val="100000"/>
              </a:lnSpc>
              <a:spcBef>
                <a:spcPts val="120"/>
              </a:spcBef>
            </a:pPr>
            <a:r>
              <a:rPr sz="1550" spc="-190" dirty="0">
                <a:solidFill>
                  <a:srgbClr val="7E7E7E"/>
                </a:solidFill>
                <a:latin typeface="Arial Black"/>
                <a:cs typeface="Arial Black"/>
              </a:rPr>
              <a:t>Customer</a:t>
            </a:r>
            <a:r>
              <a:rPr sz="1550" spc="-165" dirty="0">
                <a:solidFill>
                  <a:srgbClr val="7E7E7E"/>
                </a:solidFill>
                <a:latin typeface="Arial Black"/>
                <a:cs typeface="Arial Black"/>
              </a:rPr>
              <a:t> </a:t>
            </a:r>
            <a:r>
              <a:rPr sz="1550" spc="-220" dirty="0">
                <a:solidFill>
                  <a:srgbClr val="7E7E7E"/>
                </a:solidFill>
                <a:latin typeface="Arial Black"/>
                <a:cs typeface="Arial Black"/>
              </a:rPr>
              <a:t>Lockbox</a:t>
            </a:r>
            <a:endParaRPr sz="1550">
              <a:latin typeface="Arial Black"/>
              <a:cs typeface="Arial Black"/>
            </a:endParaRPr>
          </a:p>
        </p:txBody>
      </p:sp>
      <p:sp>
        <p:nvSpPr>
          <p:cNvPr id="12" name="object 12"/>
          <p:cNvSpPr txBox="1"/>
          <p:nvPr/>
        </p:nvSpPr>
        <p:spPr>
          <a:xfrm>
            <a:off x="9963150" y="2602484"/>
            <a:ext cx="598170" cy="299720"/>
          </a:xfrm>
          <a:prstGeom prst="rect">
            <a:avLst/>
          </a:prstGeom>
        </p:spPr>
        <p:txBody>
          <a:bodyPr vert="horz" wrap="square" lIns="0" tIns="12700" rIns="0" bIns="0" rtlCol="0">
            <a:spAutoFit/>
          </a:bodyPr>
          <a:lstStyle/>
          <a:p>
            <a:pPr marL="12700">
              <a:lnSpc>
                <a:spcPct val="100000"/>
              </a:lnSpc>
              <a:spcBef>
                <a:spcPts val="100"/>
              </a:spcBef>
            </a:pPr>
            <a:r>
              <a:rPr sz="1800" b="1" spc="-65" dirty="0">
                <a:solidFill>
                  <a:srgbClr val="181818"/>
                </a:solidFill>
                <a:latin typeface="Arial"/>
                <a:cs typeface="Arial"/>
              </a:rPr>
              <a:t>Voic</a:t>
            </a:r>
            <a:r>
              <a:rPr sz="1800" b="1" spc="-45" dirty="0">
                <a:solidFill>
                  <a:srgbClr val="181818"/>
                </a:solidFill>
                <a:latin typeface="Arial"/>
                <a:cs typeface="Arial"/>
              </a:rPr>
              <a:t>e</a:t>
            </a:r>
            <a:endParaRPr sz="1800">
              <a:latin typeface="Arial"/>
              <a:cs typeface="Arial"/>
            </a:endParaRPr>
          </a:p>
        </p:txBody>
      </p:sp>
      <p:grpSp>
        <p:nvGrpSpPr>
          <p:cNvPr id="13" name="object 13"/>
          <p:cNvGrpSpPr/>
          <p:nvPr/>
        </p:nvGrpSpPr>
        <p:grpSpPr>
          <a:xfrm>
            <a:off x="9845040" y="1741932"/>
            <a:ext cx="833755" cy="658495"/>
            <a:chOff x="9845040" y="1741932"/>
            <a:chExt cx="833755" cy="658495"/>
          </a:xfrm>
        </p:grpSpPr>
        <p:sp>
          <p:nvSpPr>
            <p:cNvPr id="14" name="object 14"/>
            <p:cNvSpPr/>
            <p:nvPr/>
          </p:nvSpPr>
          <p:spPr>
            <a:xfrm>
              <a:off x="9849612" y="1746504"/>
              <a:ext cx="824865" cy="649605"/>
            </a:xfrm>
            <a:custGeom>
              <a:avLst/>
              <a:gdLst/>
              <a:ahLst/>
              <a:cxnLst/>
              <a:rect l="l" t="t" r="r" b="b"/>
              <a:pathLst>
                <a:path w="824865" h="649605">
                  <a:moveTo>
                    <a:pt x="751967" y="570992"/>
                  </a:moveTo>
                  <a:lnTo>
                    <a:pt x="625221" y="570992"/>
                  </a:lnTo>
                  <a:lnTo>
                    <a:pt x="802640" y="649224"/>
                  </a:lnTo>
                  <a:lnTo>
                    <a:pt x="751967" y="570992"/>
                  </a:lnTo>
                  <a:close/>
                </a:path>
                <a:path w="824865" h="649605">
                  <a:moveTo>
                    <a:pt x="262509" y="475615"/>
                  </a:moveTo>
                  <a:lnTo>
                    <a:pt x="104902" y="475615"/>
                  </a:lnTo>
                  <a:lnTo>
                    <a:pt x="104648" y="476376"/>
                  </a:lnTo>
                  <a:lnTo>
                    <a:pt x="42164" y="572770"/>
                  </a:lnTo>
                  <a:lnTo>
                    <a:pt x="262509" y="475615"/>
                  </a:lnTo>
                  <a:close/>
                </a:path>
                <a:path w="824865" h="649605">
                  <a:moveTo>
                    <a:pt x="764667" y="211200"/>
                  </a:moveTo>
                  <a:lnTo>
                    <a:pt x="419989" y="211200"/>
                  </a:lnTo>
                  <a:lnTo>
                    <a:pt x="396712" y="215905"/>
                  </a:lnTo>
                  <a:lnTo>
                    <a:pt x="377698" y="228742"/>
                  </a:lnTo>
                  <a:lnTo>
                    <a:pt x="364874" y="247794"/>
                  </a:lnTo>
                  <a:lnTo>
                    <a:pt x="360172" y="271145"/>
                  </a:lnTo>
                  <a:lnTo>
                    <a:pt x="360172" y="511048"/>
                  </a:lnTo>
                  <a:lnTo>
                    <a:pt x="364874" y="534398"/>
                  </a:lnTo>
                  <a:lnTo>
                    <a:pt x="377698" y="553450"/>
                  </a:lnTo>
                  <a:lnTo>
                    <a:pt x="396712" y="566287"/>
                  </a:lnTo>
                  <a:lnTo>
                    <a:pt x="419989" y="570992"/>
                  </a:lnTo>
                  <a:lnTo>
                    <a:pt x="764667" y="570992"/>
                  </a:lnTo>
                  <a:lnTo>
                    <a:pt x="787943" y="566287"/>
                  </a:lnTo>
                  <a:lnTo>
                    <a:pt x="806958" y="553450"/>
                  </a:lnTo>
                  <a:lnTo>
                    <a:pt x="819781" y="534398"/>
                  </a:lnTo>
                  <a:lnTo>
                    <a:pt x="824484" y="511048"/>
                  </a:lnTo>
                  <a:lnTo>
                    <a:pt x="824484" y="271145"/>
                  </a:lnTo>
                  <a:lnTo>
                    <a:pt x="819781" y="247794"/>
                  </a:lnTo>
                  <a:lnTo>
                    <a:pt x="806958" y="228742"/>
                  </a:lnTo>
                  <a:lnTo>
                    <a:pt x="787943" y="215905"/>
                  </a:lnTo>
                  <a:lnTo>
                    <a:pt x="764667" y="211200"/>
                  </a:lnTo>
                  <a:close/>
                </a:path>
                <a:path w="824865" h="649605">
                  <a:moveTo>
                    <a:pt x="556768" y="0"/>
                  </a:moveTo>
                  <a:lnTo>
                    <a:pt x="78994" y="0"/>
                  </a:lnTo>
                  <a:lnTo>
                    <a:pt x="48273" y="6221"/>
                  </a:lnTo>
                  <a:lnTo>
                    <a:pt x="23161" y="23193"/>
                  </a:lnTo>
                  <a:lnTo>
                    <a:pt x="6217" y="48381"/>
                  </a:lnTo>
                  <a:lnTo>
                    <a:pt x="0" y="79248"/>
                  </a:lnTo>
                  <a:lnTo>
                    <a:pt x="0" y="396367"/>
                  </a:lnTo>
                  <a:lnTo>
                    <a:pt x="6217" y="427233"/>
                  </a:lnTo>
                  <a:lnTo>
                    <a:pt x="23161" y="452421"/>
                  </a:lnTo>
                  <a:lnTo>
                    <a:pt x="48273" y="469393"/>
                  </a:lnTo>
                  <a:lnTo>
                    <a:pt x="78994" y="475615"/>
                  </a:lnTo>
                  <a:lnTo>
                    <a:pt x="335534" y="475615"/>
                  </a:lnTo>
                  <a:lnTo>
                    <a:pt x="335534" y="250190"/>
                  </a:lnTo>
                  <a:lnTo>
                    <a:pt x="340461" y="225740"/>
                  </a:lnTo>
                  <a:lnTo>
                    <a:pt x="353901" y="205755"/>
                  </a:lnTo>
                  <a:lnTo>
                    <a:pt x="373842" y="192272"/>
                  </a:lnTo>
                  <a:lnTo>
                    <a:pt x="398272" y="187325"/>
                  </a:lnTo>
                  <a:lnTo>
                    <a:pt x="635762" y="187325"/>
                  </a:lnTo>
                  <a:lnTo>
                    <a:pt x="635762" y="79248"/>
                  </a:lnTo>
                  <a:lnTo>
                    <a:pt x="629544" y="48381"/>
                  </a:lnTo>
                  <a:lnTo>
                    <a:pt x="612600" y="23193"/>
                  </a:lnTo>
                  <a:lnTo>
                    <a:pt x="587488" y="6221"/>
                  </a:lnTo>
                  <a:lnTo>
                    <a:pt x="556768" y="0"/>
                  </a:lnTo>
                  <a:close/>
                </a:path>
              </a:pathLst>
            </a:custGeom>
            <a:solidFill>
              <a:srgbClr val="D73A00"/>
            </a:solidFill>
          </p:spPr>
          <p:txBody>
            <a:bodyPr wrap="square" lIns="0" tIns="0" rIns="0" bIns="0" rtlCol="0"/>
            <a:lstStyle/>
            <a:p>
              <a:endParaRPr/>
            </a:p>
          </p:txBody>
        </p:sp>
        <p:sp>
          <p:nvSpPr>
            <p:cNvPr id="15" name="object 15"/>
            <p:cNvSpPr/>
            <p:nvPr/>
          </p:nvSpPr>
          <p:spPr>
            <a:xfrm>
              <a:off x="9849612" y="1746504"/>
              <a:ext cx="824865" cy="649605"/>
            </a:xfrm>
            <a:custGeom>
              <a:avLst/>
              <a:gdLst/>
              <a:ahLst/>
              <a:cxnLst/>
              <a:rect l="l" t="t" r="r" b="b"/>
              <a:pathLst>
                <a:path w="824865" h="649605">
                  <a:moveTo>
                    <a:pt x="419989" y="211200"/>
                  </a:moveTo>
                  <a:lnTo>
                    <a:pt x="764667" y="211200"/>
                  </a:lnTo>
                  <a:lnTo>
                    <a:pt x="787943" y="215905"/>
                  </a:lnTo>
                  <a:lnTo>
                    <a:pt x="806958" y="228742"/>
                  </a:lnTo>
                  <a:lnTo>
                    <a:pt x="819781" y="247794"/>
                  </a:lnTo>
                  <a:lnTo>
                    <a:pt x="824484" y="271145"/>
                  </a:lnTo>
                  <a:lnTo>
                    <a:pt x="824484" y="511048"/>
                  </a:lnTo>
                  <a:lnTo>
                    <a:pt x="819781" y="534398"/>
                  </a:lnTo>
                  <a:lnTo>
                    <a:pt x="806958" y="553450"/>
                  </a:lnTo>
                  <a:lnTo>
                    <a:pt x="787943" y="566287"/>
                  </a:lnTo>
                  <a:lnTo>
                    <a:pt x="764667" y="570992"/>
                  </a:lnTo>
                  <a:lnTo>
                    <a:pt x="751967" y="570992"/>
                  </a:lnTo>
                  <a:lnTo>
                    <a:pt x="802640" y="649224"/>
                  </a:lnTo>
                  <a:lnTo>
                    <a:pt x="625221" y="570992"/>
                  </a:lnTo>
                  <a:lnTo>
                    <a:pt x="419989" y="570992"/>
                  </a:lnTo>
                  <a:lnTo>
                    <a:pt x="396712" y="566287"/>
                  </a:lnTo>
                  <a:lnTo>
                    <a:pt x="377698" y="553450"/>
                  </a:lnTo>
                  <a:lnTo>
                    <a:pt x="364874" y="534398"/>
                  </a:lnTo>
                  <a:lnTo>
                    <a:pt x="360172" y="511048"/>
                  </a:lnTo>
                  <a:lnTo>
                    <a:pt x="360172" y="271145"/>
                  </a:lnTo>
                  <a:lnTo>
                    <a:pt x="364874" y="247794"/>
                  </a:lnTo>
                  <a:lnTo>
                    <a:pt x="377698" y="228742"/>
                  </a:lnTo>
                  <a:lnTo>
                    <a:pt x="396712" y="215905"/>
                  </a:lnTo>
                  <a:lnTo>
                    <a:pt x="419989" y="211200"/>
                  </a:lnTo>
                  <a:close/>
                </a:path>
                <a:path w="824865" h="649605">
                  <a:moveTo>
                    <a:pt x="78994" y="0"/>
                  </a:moveTo>
                  <a:lnTo>
                    <a:pt x="556768" y="0"/>
                  </a:lnTo>
                  <a:lnTo>
                    <a:pt x="587488" y="6221"/>
                  </a:lnTo>
                  <a:lnTo>
                    <a:pt x="612600" y="23193"/>
                  </a:lnTo>
                  <a:lnTo>
                    <a:pt x="629544" y="48381"/>
                  </a:lnTo>
                  <a:lnTo>
                    <a:pt x="635762" y="79248"/>
                  </a:lnTo>
                  <a:lnTo>
                    <a:pt x="635762" y="187325"/>
                  </a:lnTo>
                  <a:lnTo>
                    <a:pt x="398272" y="187325"/>
                  </a:lnTo>
                  <a:lnTo>
                    <a:pt x="373842" y="192272"/>
                  </a:lnTo>
                  <a:lnTo>
                    <a:pt x="353901" y="205755"/>
                  </a:lnTo>
                  <a:lnTo>
                    <a:pt x="340461" y="225740"/>
                  </a:lnTo>
                  <a:lnTo>
                    <a:pt x="335534" y="250190"/>
                  </a:lnTo>
                  <a:lnTo>
                    <a:pt x="335534" y="475615"/>
                  </a:lnTo>
                  <a:lnTo>
                    <a:pt x="262509" y="475615"/>
                  </a:lnTo>
                  <a:lnTo>
                    <a:pt x="42164" y="572770"/>
                  </a:lnTo>
                  <a:lnTo>
                    <a:pt x="104648" y="476376"/>
                  </a:lnTo>
                  <a:lnTo>
                    <a:pt x="104902" y="475615"/>
                  </a:lnTo>
                  <a:lnTo>
                    <a:pt x="78994" y="475615"/>
                  </a:lnTo>
                  <a:lnTo>
                    <a:pt x="48273" y="469393"/>
                  </a:lnTo>
                  <a:lnTo>
                    <a:pt x="23161" y="452421"/>
                  </a:lnTo>
                  <a:lnTo>
                    <a:pt x="6217" y="427233"/>
                  </a:lnTo>
                  <a:lnTo>
                    <a:pt x="0" y="396367"/>
                  </a:lnTo>
                  <a:lnTo>
                    <a:pt x="0" y="79248"/>
                  </a:lnTo>
                  <a:lnTo>
                    <a:pt x="6217" y="48381"/>
                  </a:lnTo>
                  <a:lnTo>
                    <a:pt x="23161" y="23193"/>
                  </a:lnTo>
                  <a:lnTo>
                    <a:pt x="48273" y="6221"/>
                  </a:lnTo>
                  <a:lnTo>
                    <a:pt x="78994" y="0"/>
                  </a:lnTo>
                  <a:close/>
                </a:path>
              </a:pathLst>
            </a:custGeom>
            <a:ln w="9144">
              <a:solidFill>
                <a:srgbClr val="FFFFFF"/>
              </a:solidFill>
            </a:ln>
          </p:spPr>
          <p:txBody>
            <a:bodyPr wrap="square" lIns="0" tIns="0" rIns="0" bIns="0" rtlCol="0"/>
            <a:lstStyle/>
            <a:p>
              <a:endParaRPr/>
            </a:p>
          </p:txBody>
        </p:sp>
      </p:grpSp>
      <p:sp>
        <p:nvSpPr>
          <p:cNvPr id="16" name="object 16"/>
          <p:cNvSpPr txBox="1"/>
          <p:nvPr/>
        </p:nvSpPr>
        <p:spPr>
          <a:xfrm>
            <a:off x="9430257" y="3267836"/>
            <a:ext cx="1731645" cy="265430"/>
          </a:xfrm>
          <a:prstGeom prst="rect">
            <a:avLst/>
          </a:prstGeom>
        </p:spPr>
        <p:txBody>
          <a:bodyPr vert="horz" wrap="square" lIns="0" tIns="15240" rIns="0" bIns="0" rtlCol="0">
            <a:spAutoFit/>
          </a:bodyPr>
          <a:lstStyle/>
          <a:p>
            <a:pPr marL="12700">
              <a:lnSpc>
                <a:spcPct val="100000"/>
              </a:lnSpc>
              <a:spcBef>
                <a:spcPts val="120"/>
              </a:spcBef>
            </a:pPr>
            <a:r>
              <a:rPr sz="1550" spc="-240" dirty="0">
                <a:solidFill>
                  <a:srgbClr val="7E7E7E"/>
                </a:solidFill>
                <a:latin typeface="Arial Black"/>
                <a:cs typeface="Arial Black"/>
              </a:rPr>
              <a:t>PSTN</a:t>
            </a:r>
            <a:r>
              <a:rPr sz="1550" spc="-150" dirty="0">
                <a:solidFill>
                  <a:srgbClr val="7E7E7E"/>
                </a:solidFill>
                <a:latin typeface="Arial Black"/>
                <a:cs typeface="Arial Black"/>
              </a:rPr>
              <a:t> </a:t>
            </a:r>
            <a:r>
              <a:rPr sz="1550" spc="-170" dirty="0">
                <a:solidFill>
                  <a:srgbClr val="7E7E7E"/>
                </a:solidFill>
                <a:latin typeface="Arial Black"/>
                <a:cs typeface="Arial Black"/>
              </a:rPr>
              <a:t>Conferencing</a:t>
            </a:r>
            <a:endParaRPr sz="1550">
              <a:latin typeface="Arial Black"/>
              <a:cs typeface="Arial Black"/>
            </a:endParaRPr>
          </a:p>
        </p:txBody>
      </p:sp>
      <p:sp>
        <p:nvSpPr>
          <p:cNvPr id="17" name="object 17"/>
          <p:cNvSpPr txBox="1"/>
          <p:nvPr/>
        </p:nvSpPr>
        <p:spPr>
          <a:xfrm>
            <a:off x="9716769" y="4329506"/>
            <a:ext cx="1236345" cy="265430"/>
          </a:xfrm>
          <a:prstGeom prst="rect">
            <a:avLst/>
          </a:prstGeom>
        </p:spPr>
        <p:txBody>
          <a:bodyPr vert="horz" wrap="square" lIns="0" tIns="15875" rIns="0" bIns="0" rtlCol="0">
            <a:spAutoFit/>
          </a:bodyPr>
          <a:lstStyle/>
          <a:p>
            <a:pPr marL="12700">
              <a:lnSpc>
                <a:spcPct val="100000"/>
              </a:lnSpc>
              <a:spcBef>
                <a:spcPts val="125"/>
              </a:spcBef>
            </a:pPr>
            <a:r>
              <a:rPr sz="1550" spc="-240" dirty="0">
                <a:solidFill>
                  <a:srgbClr val="7E7E7E"/>
                </a:solidFill>
                <a:latin typeface="Arial Black"/>
                <a:cs typeface="Arial Black"/>
              </a:rPr>
              <a:t>PSTN</a:t>
            </a:r>
            <a:r>
              <a:rPr sz="1550" spc="-160" dirty="0">
                <a:solidFill>
                  <a:srgbClr val="7E7E7E"/>
                </a:solidFill>
                <a:latin typeface="Arial Black"/>
                <a:cs typeface="Arial Black"/>
              </a:rPr>
              <a:t> </a:t>
            </a:r>
            <a:r>
              <a:rPr sz="1550" spc="-170" dirty="0">
                <a:solidFill>
                  <a:srgbClr val="7E7E7E"/>
                </a:solidFill>
                <a:latin typeface="Arial Black"/>
                <a:cs typeface="Arial Black"/>
              </a:rPr>
              <a:t>Calling*</a:t>
            </a:r>
            <a:endParaRPr sz="1550">
              <a:latin typeface="Arial Black"/>
              <a:cs typeface="Arial Black"/>
            </a:endParaRPr>
          </a:p>
        </p:txBody>
      </p:sp>
      <p:sp>
        <p:nvSpPr>
          <p:cNvPr id="18" name="object 18"/>
          <p:cNvSpPr txBox="1"/>
          <p:nvPr/>
        </p:nvSpPr>
        <p:spPr>
          <a:xfrm>
            <a:off x="9826497" y="3786378"/>
            <a:ext cx="940435" cy="265430"/>
          </a:xfrm>
          <a:prstGeom prst="rect">
            <a:avLst/>
          </a:prstGeom>
        </p:spPr>
        <p:txBody>
          <a:bodyPr vert="horz" wrap="square" lIns="0" tIns="15240" rIns="0" bIns="0" rtlCol="0">
            <a:spAutoFit/>
          </a:bodyPr>
          <a:lstStyle/>
          <a:p>
            <a:pPr marL="12700">
              <a:lnSpc>
                <a:spcPct val="100000"/>
              </a:lnSpc>
              <a:spcBef>
                <a:spcPts val="120"/>
              </a:spcBef>
            </a:pPr>
            <a:r>
              <a:rPr sz="1550" spc="-150" dirty="0">
                <a:solidFill>
                  <a:srgbClr val="7E7E7E"/>
                </a:solidFill>
                <a:latin typeface="Arial Black"/>
                <a:cs typeface="Arial Black"/>
              </a:rPr>
              <a:t>Cloud</a:t>
            </a:r>
            <a:r>
              <a:rPr sz="1550" spc="-180" dirty="0">
                <a:solidFill>
                  <a:srgbClr val="7E7E7E"/>
                </a:solidFill>
                <a:latin typeface="Arial Black"/>
                <a:cs typeface="Arial Black"/>
              </a:rPr>
              <a:t> </a:t>
            </a:r>
            <a:r>
              <a:rPr sz="1550" spc="-280" dirty="0">
                <a:solidFill>
                  <a:srgbClr val="7E7E7E"/>
                </a:solidFill>
                <a:latin typeface="Arial Black"/>
                <a:cs typeface="Arial Black"/>
              </a:rPr>
              <a:t>PBX</a:t>
            </a:r>
            <a:endParaRPr sz="1550">
              <a:latin typeface="Arial Black"/>
              <a:cs typeface="Arial Black"/>
            </a:endParaRPr>
          </a:p>
        </p:txBody>
      </p:sp>
      <p:sp>
        <p:nvSpPr>
          <p:cNvPr id="19" name="object 19"/>
          <p:cNvSpPr/>
          <p:nvPr/>
        </p:nvSpPr>
        <p:spPr>
          <a:xfrm>
            <a:off x="5856732" y="1740407"/>
            <a:ext cx="597535" cy="762000"/>
          </a:xfrm>
          <a:custGeom>
            <a:avLst/>
            <a:gdLst/>
            <a:ahLst/>
            <a:cxnLst/>
            <a:rect l="l" t="t" r="r" b="b"/>
            <a:pathLst>
              <a:path w="597535" h="762000">
                <a:moveTo>
                  <a:pt x="211073" y="509904"/>
                </a:moveTo>
                <a:lnTo>
                  <a:pt x="204342" y="754761"/>
                </a:lnTo>
                <a:lnTo>
                  <a:pt x="245127" y="761863"/>
                </a:lnTo>
                <a:lnTo>
                  <a:pt x="288020" y="752522"/>
                </a:lnTo>
                <a:lnTo>
                  <a:pt x="326697" y="733061"/>
                </a:lnTo>
                <a:lnTo>
                  <a:pt x="354838" y="709802"/>
                </a:lnTo>
                <a:lnTo>
                  <a:pt x="211073" y="509904"/>
                </a:lnTo>
                <a:close/>
              </a:path>
              <a:path w="597535" h="762000">
                <a:moveTo>
                  <a:pt x="231266" y="496442"/>
                </a:moveTo>
                <a:lnTo>
                  <a:pt x="410971" y="729995"/>
                </a:lnTo>
                <a:lnTo>
                  <a:pt x="447147" y="697015"/>
                </a:lnTo>
                <a:lnTo>
                  <a:pt x="476154" y="662939"/>
                </a:lnTo>
                <a:lnTo>
                  <a:pt x="496732" y="625911"/>
                </a:lnTo>
                <a:lnTo>
                  <a:pt x="507618" y="584072"/>
                </a:lnTo>
                <a:lnTo>
                  <a:pt x="231266" y="496442"/>
                </a:lnTo>
                <a:close/>
              </a:path>
              <a:path w="597535" h="762000">
                <a:moveTo>
                  <a:pt x="561466" y="359409"/>
                </a:moveTo>
                <a:lnTo>
                  <a:pt x="244855" y="467232"/>
                </a:lnTo>
                <a:lnTo>
                  <a:pt x="554735" y="572769"/>
                </a:lnTo>
                <a:lnTo>
                  <a:pt x="571575" y="533985"/>
                </a:lnTo>
                <a:lnTo>
                  <a:pt x="580009" y="481282"/>
                </a:lnTo>
                <a:lnTo>
                  <a:pt x="577488" y="420983"/>
                </a:lnTo>
                <a:lnTo>
                  <a:pt x="561466" y="359409"/>
                </a:lnTo>
                <a:close/>
              </a:path>
              <a:path w="597535" h="762000">
                <a:moveTo>
                  <a:pt x="458215" y="130175"/>
                </a:moveTo>
                <a:lnTo>
                  <a:pt x="222376" y="449199"/>
                </a:lnTo>
                <a:lnTo>
                  <a:pt x="597407" y="316738"/>
                </a:lnTo>
                <a:lnTo>
                  <a:pt x="578189" y="276413"/>
                </a:lnTo>
                <a:lnTo>
                  <a:pt x="554666" y="236309"/>
                </a:lnTo>
                <a:lnTo>
                  <a:pt x="526834" y="197710"/>
                </a:lnTo>
                <a:lnTo>
                  <a:pt x="494686" y="161903"/>
                </a:lnTo>
                <a:lnTo>
                  <a:pt x="458215" y="130175"/>
                </a:lnTo>
                <a:close/>
              </a:path>
              <a:path w="597535" h="762000">
                <a:moveTo>
                  <a:pt x="241172" y="0"/>
                </a:moveTo>
                <a:lnTo>
                  <a:pt x="233078" y="140"/>
                </a:lnTo>
                <a:lnTo>
                  <a:pt x="224996" y="555"/>
                </a:lnTo>
                <a:lnTo>
                  <a:pt x="216937" y="1232"/>
                </a:lnTo>
                <a:lnTo>
                  <a:pt x="208914" y="2158"/>
                </a:lnTo>
                <a:lnTo>
                  <a:pt x="208914" y="419988"/>
                </a:lnTo>
                <a:lnTo>
                  <a:pt x="458215" y="83057"/>
                </a:lnTo>
                <a:lnTo>
                  <a:pt x="419550" y="54742"/>
                </a:lnTo>
                <a:lnTo>
                  <a:pt x="377427" y="31638"/>
                </a:lnTo>
                <a:lnTo>
                  <a:pt x="332934" y="14386"/>
                </a:lnTo>
                <a:lnTo>
                  <a:pt x="287154" y="3627"/>
                </a:lnTo>
                <a:lnTo>
                  <a:pt x="241172" y="0"/>
                </a:lnTo>
                <a:close/>
              </a:path>
              <a:path w="597535" h="762000">
                <a:moveTo>
                  <a:pt x="184150" y="509904"/>
                </a:moveTo>
                <a:lnTo>
                  <a:pt x="62864" y="671702"/>
                </a:lnTo>
                <a:lnTo>
                  <a:pt x="86048" y="688137"/>
                </a:lnTo>
                <a:lnTo>
                  <a:pt x="116792" y="702500"/>
                </a:lnTo>
                <a:lnTo>
                  <a:pt x="150893" y="712672"/>
                </a:lnTo>
                <a:lnTo>
                  <a:pt x="184150" y="716533"/>
                </a:lnTo>
                <a:lnTo>
                  <a:pt x="184364" y="667942"/>
                </a:lnTo>
                <a:lnTo>
                  <a:pt x="184013" y="583453"/>
                </a:lnTo>
                <a:lnTo>
                  <a:pt x="184027" y="541401"/>
                </a:lnTo>
                <a:lnTo>
                  <a:pt x="184150" y="509904"/>
                </a:lnTo>
                <a:close/>
              </a:path>
              <a:path w="597535" h="762000">
                <a:moveTo>
                  <a:pt x="161670" y="489712"/>
                </a:moveTo>
                <a:lnTo>
                  <a:pt x="0" y="541401"/>
                </a:lnTo>
                <a:lnTo>
                  <a:pt x="9447" y="562826"/>
                </a:lnTo>
                <a:lnTo>
                  <a:pt x="21859" y="583453"/>
                </a:lnTo>
                <a:lnTo>
                  <a:pt x="38486" y="603248"/>
                </a:lnTo>
                <a:lnTo>
                  <a:pt x="60578" y="622172"/>
                </a:lnTo>
                <a:lnTo>
                  <a:pt x="161670" y="489712"/>
                </a:lnTo>
                <a:close/>
              </a:path>
              <a:path w="597535" h="762000">
                <a:moveTo>
                  <a:pt x="47116" y="426719"/>
                </a:moveTo>
                <a:lnTo>
                  <a:pt x="38244" y="442950"/>
                </a:lnTo>
                <a:lnTo>
                  <a:pt x="33385" y="461883"/>
                </a:lnTo>
                <a:lnTo>
                  <a:pt x="33168" y="482887"/>
                </a:lnTo>
                <a:lnTo>
                  <a:pt x="38226" y="505332"/>
                </a:lnTo>
                <a:lnTo>
                  <a:pt x="148208" y="469391"/>
                </a:lnTo>
                <a:lnTo>
                  <a:pt x="47116" y="426719"/>
                </a:lnTo>
                <a:close/>
              </a:path>
              <a:path w="597535" h="762000">
                <a:moveTo>
                  <a:pt x="116839" y="370586"/>
                </a:moveTo>
                <a:lnTo>
                  <a:pt x="104846" y="378092"/>
                </a:lnTo>
                <a:lnTo>
                  <a:pt x="95186" y="388540"/>
                </a:lnTo>
                <a:lnTo>
                  <a:pt x="88479" y="400679"/>
                </a:lnTo>
                <a:lnTo>
                  <a:pt x="85343" y="413257"/>
                </a:lnTo>
                <a:lnTo>
                  <a:pt x="163956" y="444753"/>
                </a:lnTo>
                <a:lnTo>
                  <a:pt x="116839" y="370586"/>
                </a:lnTo>
                <a:close/>
              </a:path>
              <a:path w="597535" h="762000">
                <a:moveTo>
                  <a:pt x="183768" y="381888"/>
                </a:moveTo>
                <a:lnTo>
                  <a:pt x="177129" y="382019"/>
                </a:lnTo>
                <a:lnTo>
                  <a:pt x="168751" y="382936"/>
                </a:lnTo>
                <a:lnTo>
                  <a:pt x="159944" y="386282"/>
                </a:lnTo>
                <a:lnTo>
                  <a:pt x="152018" y="393700"/>
                </a:lnTo>
                <a:lnTo>
                  <a:pt x="184912" y="422020"/>
                </a:lnTo>
                <a:lnTo>
                  <a:pt x="183768" y="381888"/>
                </a:lnTo>
                <a:close/>
              </a:path>
            </a:pathLst>
          </a:custGeom>
          <a:solidFill>
            <a:srgbClr val="D73A00"/>
          </a:solidFill>
        </p:spPr>
        <p:txBody>
          <a:bodyPr wrap="square" lIns="0" tIns="0" rIns="0" bIns="0" rtlCol="0"/>
          <a:lstStyle/>
          <a:p>
            <a:endParaRPr/>
          </a:p>
        </p:txBody>
      </p:sp>
      <p:sp>
        <p:nvSpPr>
          <p:cNvPr id="20" name="object 20"/>
          <p:cNvSpPr txBox="1"/>
          <p:nvPr/>
        </p:nvSpPr>
        <p:spPr>
          <a:xfrm>
            <a:off x="5699252" y="2630804"/>
            <a:ext cx="956310" cy="299720"/>
          </a:xfrm>
          <a:prstGeom prst="rect">
            <a:avLst/>
          </a:prstGeom>
        </p:spPr>
        <p:txBody>
          <a:bodyPr vert="horz" wrap="square" lIns="0" tIns="12700" rIns="0" bIns="0" rtlCol="0">
            <a:spAutoFit/>
          </a:bodyPr>
          <a:lstStyle/>
          <a:p>
            <a:pPr marL="12700">
              <a:lnSpc>
                <a:spcPct val="100000"/>
              </a:lnSpc>
              <a:spcBef>
                <a:spcPts val="100"/>
              </a:spcBef>
            </a:pPr>
            <a:r>
              <a:rPr sz="1800" b="1" spc="-80" dirty="0">
                <a:solidFill>
                  <a:srgbClr val="181818"/>
                </a:solidFill>
                <a:latin typeface="Arial"/>
                <a:cs typeface="Arial"/>
              </a:rPr>
              <a:t>Analytics</a:t>
            </a:r>
            <a:endParaRPr sz="1800">
              <a:latin typeface="Arial"/>
              <a:cs typeface="Arial"/>
            </a:endParaRPr>
          </a:p>
        </p:txBody>
      </p:sp>
      <p:sp>
        <p:nvSpPr>
          <p:cNvPr id="21" name="object 21"/>
          <p:cNvSpPr txBox="1"/>
          <p:nvPr/>
        </p:nvSpPr>
        <p:spPr>
          <a:xfrm>
            <a:off x="5604509" y="3298697"/>
            <a:ext cx="1144905" cy="265430"/>
          </a:xfrm>
          <a:prstGeom prst="rect">
            <a:avLst/>
          </a:prstGeom>
        </p:spPr>
        <p:txBody>
          <a:bodyPr vert="horz" wrap="square" lIns="0" tIns="15240" rIns="0" bIns="0" rtlCol="0">
            <a:spAutoFit/>
          </a:bodyPr>
          <a:lstStyle/>
          <a:p>
            <a:pPr marL="12700">
              <a:lnSpc>
                <a:spcPct val="100000"/>
              </a:lnSpc>
              <a:spcBef>
                <a:spcPts val="120"/>
              </a:spcBef>
            </a:pPr>
            <a:r>
              <a:rPr sz="1550" spc="-210" dirty="0">
                <a:solidFill>
                  <a:srgbClr val="7E7E7E"/>
                </a:solidFill>
                <a:latin typeface="Arial Black"/>
                <a:cs typeface="Arial Black"/>
              </a:rPr>
              <a:t>Power </a:t>
            </a:r>
            <a:r>
              <a:rPr sz="1550" spc="-250" dirty="0">
                <a:solidFill>
                  <a:srgbClr val="7E7E7E"/>
                </a:solidFill>
                <a:latin typeface="Arial Black"/>
                <a:cs typeface="Arial Black"/>
              </a:rPr>
              <a:t>BI</a:t>
            </a:r>
            <a:r>
              <a:rPr sz="1550" spc="-70" dirty="0">
                <a:solidFill>
                  <a:srgbClr val="7E7E7E"/>
                </a:solidFill>
                <a:latin typeface="Arial Black"/>
                <a:cs typeface="Arial Black"/>
              </a:rPr>
              <a:t> </a:t>
            </a:r>
            <a:r>
              <a:rPr sz="1550" spc="-170" dirty="0">
                <a:solidFill>
                  <a:srgbClr val="7E7E7E"/>
                </a:solidFill>
                <a:latin typeface="Arial Black"/>
                <a:cs typeface="Arial Black"/>
              </a:rPr>
              <a:t>Pro</a:t>
            </a:r>
            <a:endParaRPr sz="1550">
              <a:latin typeface="Arial Black"/>
              <a:cs typeface="Arial Black"/>
            </a:endParaRPr>
          </a:p>
        </p:txBody>
      </p:sp>
      <p:sp>
        <p:nvSpPr>
          <p:cNvPr id="22" name="object 22"/>
          <p:cNvSpPr txBox="1"/>
          <p:nvPr/>
        </p:nvSpPr>
        <p:spPr>
          <a:xfrm>
            <a:off x="5634990" y="3823842"/>
            <a:ext cx="1082675" cy="265430"/>
          </a:xfrm>
          <a:prstGeom prst="rect">
            <a:avLst/>
          </a:prstGeom>
        </p:spPr>
        <p:txBody>
          <a:bodyPr vert="horz" wrap="square" lIns="0" tIns="15240" rIns="0" bIns="0" rtlCol="0">
            <a:spAutoFit/>
          </a:bodyPr>
          <a:lstStyle/>
          <a:p>
            <a:pPr marL="12700">
              <a:lnSpc>
                <a:spcPct val="100000"/>
              </a:lnSpc>
              <a:spcBef>
                <a:spcPts val="120"/>
              </a:spcBef>
            </a:pPr>
            <a:r>
              <a:rPr sz="1550" spc="-145" dirty="0">
                <a:solidFill>
                  <a:srgbClr val="7E7E7E"/>
                </a:solidFill>
                <a:latin typeface="Arial Black"/>
                <a:cs typeface="Arial Black"/>
              </a:rPr>
              <a:t>My</a:t>
            </a:r>
            <a:r>
              <a:rPr sz="1550" spc="-155" dirty="0">
                <a:solidFill>
                  <a:srgbClr val="7E7E7E"/>
                </a:solidFill>
                <a:latin typeface="Arial Black"/>
                <a:cs typeface="Arial Black"/>
              </a:rPr>
              <a:t>A</a:t>
            </a:r>
            <a:r>
              <a:rPr sz="1550" spc="-175" dirty="0">
                <a:solidFill>
                  <a:srgbClr val="7E7E7E"/>
                </a:solidFill>
                <a:latin typeface="Arial Black"/>
                <a:cs typeface="Arial Black"/>
              </a:rPr>
              <a:t>nal</a:t>
            </a:r>
            <a:r>
              <a:rPr sz="1550" spc="-195" dirty="0">
                <a:solidFill>
                  <a:srgbClr val="7E7E7E"/>
                </a:solidFill>
                <a:latin typeface="Arial Black"/>
                <a:cs typeface="Arial Black"/>
              </a:rPr>
              <a:t>y</a:t>
            </a:r>
            <a:r>
              <a:rPr sz="1550" spc="-165" dirty="0">
                <a:solidFill>
                  <a:srgbClr val="7E7E7E"/>
                </a:solidFill>
                <a:latin typeface="Arial Black"/>
                <a:cs typeface="Arial Black"/>
              </a:rPr>
              <a:t>t</a:t>
            </a:r>
            <a:r>
              <a:rPr sz="1550" spc="-155" dirty="0">
                <a:solidFill>
                  <a:srgbClr val="7E7E7E"/>
                </a:solidFill>
                <a:latin typeface="Arial Black"/>
                <a:cs typeface="Arial Black"/>
              </a:rPr>
              <a:t>i</a:t>
            </a:r>
            <a:r>
              <a:rPr sz="1550" spc="-295" dirty="0">
                <a:solidFill>
                  <a:srgbClr val="7E7E7E"/>
                </a:solidFill>
                <a:latin typeface="Arial Black"/>
                <a:cs typeface="Arial Black"/>
              </a:rPr>
              <a:t>c</a:t>
            </a:r>
            <a:r>
              <a:rPr sz="1550" spc="-280" dirty="0">
                <a:solidFill>
                  <a:srgbClr val="7E7E7E"/>
                </a:solidFill>
                <a:latin typeface="Arial Black"/>
                <a:cs typeface="Arial Black"/>
              </a:rPr>
              <a:t>s</a:t>
            </a:r>
            <a:endParaRPr sz="1550">
              <a:latin typeface="Arial Black"/>
              <a:cs typeface="Arial Black"/>
            </a:endParaRPr>
          </a:p>
        </p:txBody>
      </p:sp>
      <p:sp>
        <p:nvSpPr>
          <p:cNvPr id="23" name="object 23"/>
          <p:cNvSpPr txBox="1"/>
          <p:nvPr/>
        </p:nvSpPr>
        <p:spPr>
          <a:xfrm>
            <a:off x="5337175" y="5805017"/>
            <a:ext cx="1785620" cy="504825"/>
          </a:xfrm>
          <a:prstGeom prst="rect">
            <a:avLst/>
          </a:prstGeom>
        </p:spPr>
        <p:txBody>
          <a:bodyPr vert="horz" wrap="square" lIns="0" tIns="12065" rIns="0" bIns="0" rtlCol="0">
            <a:spAutoFit/>
          </a:bodyPr>
          <a:lstStyle/>
          <a:p>
            <a:pPr marL="615950" marR="5080" indent="-603885">
              <a:lnSpc>
                <a:spcPct val="101299"/>
              </a:lnSpc>
              <a:spcBef>
                <a:spcPts val="95"/>
              </a:spcBef>
            </a:pPr>
            <a:r>
              <a:rPr sz="1550" b="1" spc="-50" dirty="0">
                <a:solidFill>
                  <a:srgbClr val="2C292A"/>
                </a:solidFill>
                <a:latin typeface="Arial"/>
                <a:cs typeface="Arial"/>
              </a:rPr>
              <a:t>Advanced </a:t>
            </a:r>
            <a:r>
              <a:rPr sz="1550" b="1" spc="-65" dirty="0">
                <a:solidFill>
                  <a:srgbClr val="2C292A"/>
                </a:solidFill>
                <a:latin typeface="Arial"/>
                <a:cs typeface="Arial"/>
              </a:rPr>
              <a:t>Analytics  </a:t>
            </a:r>
            <a:r>
              <a:rPr sz="1550" b="1" spc="-5" dirty="0">
                <a:solidFill>
                  <a:srgbClr val="2C292A"/>
                </a:solidFill>
                <a:latin typeface="Arial"/>
                <a:cs typeface="Arial"/>
              </a:rPr>
              <a:t>for</a:t>
            </a:r>
            <a:r>
              <a:rPr sz="1550" b="1" spc="-30" dirty="0">
                <a:solidFill>
                  <a:srgbClr val="2C292A"/>
                </a:solidFill>
                <a:latin typeface="Arial"/>
                <a:cs typeface="Arial"/>
              </a:rPr>
              <a:t> </a:t>
            </a:r>
            <a:r>
              <a:rPr sz="1550" b="1" spc="-40" dirty="0">
                <a:solidFill>
                  <a:srgbClr val="2C292A"/>
                </a:solidFill>
                <a:latin typeface="Arial"/>
                <a:cs typeface="Arial"/>
              </a:rPr>
              <a:t>All</a:t>
            </a:r>
            <a:endParaRPr sz="1550">
              <a:latin typeface="Arial"/>
              <a:cs typeface="Arial"/>
            </a:endParaRPr>
          </a:p>
        </p:txBody>
      </p:sp>
      <p:sp>
        <p:nvSpPr>
          <p:cNvPr id="24" name="object 24"/>
          <p:cNvSpPr txBox="1"/>
          <p:nvPr/>
        </p:nvSpPr>
        <p:spPr>
          <a:xfrm>
            <a:off x="9556495" y="5817819"/>
            <a:ext cx="1486535" cy="504825"/>
          </a:xfrm>
          <a:prstGeom prst="rect">
            <a:avLst/>
          </a:prstGeom>
        </p:spPr>
        <p:txBody>
          <a:bodyPr vert="horz" wrap="square" lIns="0" tIns="15240" rIns="0" bIns="0" rtlCol="0">
            <a:spAutoFit/>
          </a:bodyPr>
          <a:lstStyle/>
          <a:p>
            <a:pPr marL="12700">
              <a:lnSpc>
                <a:spcPct val="100000"/>
              </a:lnSpc>
              <a:spcBef>
                <a:spcPts val="120"/>
              </a:spcBef>
            </a:pPr>
            <a:r>
              <a:rPr sz="1550" b="1" spc="-25" dirty="0">
                <a:solidFill>
                  <a:srgbClr val="2C292A"/>
                </a:solidFill>
                <a:latin typeface="Arial"/>
                <a:cs typeface="Arial"/>
              </a:rPr>
              <a:t>Complete</a:t>
            </a:r>
            <a:r>
              <a:rPr sz="1550" b="1" spc="-65" dirty="0">
                <a:solidFill>
                  <a:srgbClr val="2C292A"/>
                </a:solidFill>
                <a:latin typeface="Arial"/>
                <a:cs typeface="Arial"/>
              </a:rPr>
              <a:t> </a:t>
            </a:r>
            <a:r>
              <a:rPr sz="1550" b="1" spc="-50" dirty="0">
                <a:solidFill>
                  <a:srgbClr val="2C292A"/>
                </a:solidFill>
                <a:latin typeface="Arial"/>
                <a:cs typeface="Arial"/>
              </a:rPr>
              <a:t>Cloud</a:t>
            </a:r>
            <a:endParaRPr sz="1550">
              <a:latin typeface="Arial"/>
              <a:cs typeface="Arial"/>
            </a:endParaRPr>
          </a:p>
          <a:p>
            <a:pPr marL="24765">
              <a:lnSpc>
                <a:spcPct val="100000"/>
              </a:lnSpc>
              <a:spcBef>
                <a:spcPts val="25"/>
              </a:spcBef>
            </a:pPr>
            <a:r>
              <a:rPr sz="1550" b="1" spc="-35" dirty="0">
                <a:solidFill>
                  <a:srgbClr val="2C292A"/>
                </a:solidFill>
                <a:latin typeface="Arial"/>
                <a:cs typeface="Arial"/>
              </a:rPr>
              <a:t>Communication</a:t>
            </a:r>
            <a:endParaRPr sz="1550">
              <a:latin typeface="Arial"/>
              <a:cs typeface="Arial"/>
            </a:endParaRPr>
          </a:p>
        </p:txBody>
      </p:sp>
      <p:sp>
        <p:nvSpPr>
          <p:cNvPr id="25" name="object 25"/>
          <p:cNvSpPr txBox="1"/>
          <p:nvPr/>
        </p:nvSpPr>
        <p:spPr>
          <a:xfrm>
            <a:off x="1269872" y="5816295"/>
            <a:ext cx="1648460" cy="504825"/>
          </a:xfrm>
          <a:prstGeom prst="rect">
            <a:avLst/>
          </a:prstGeom>
        </p:spPr>
        <p:txBody>
          <a:bodyPr vert="horz" wrap="square" lIns="0" tIns="12065" rIns="0" bIns="0" rtlCol="0">
            <a:spAutoFit/>
          </a:bodyPr>
          <a:lstStyle/>
          <a:p>
            <a:pPr marL="354330" marR="5080" indent="-342265">
              <a:lnSpc>
                <a:spcPct val="101299"/>
              </a:lnSpc>
              <a:spcBef>
                <a:spcPts val="95"/>
              </a:spcBef>
            </a:pPr>
            <a:r>
              <a:rPr sz="1550" b="1" spc="-20" dirty="0">
                <a:solidFill>
                  <a:srgbClr val="2C292A"/>
                </a:solidFill>
                <a:latin typeface="Arial"/>
                <a:cs typeface="Arial"/>
              </a:rPr>
              <a:t>Built-in</a:t>
            </a:r>
            <a:r>
              <a:rPr sz="1550" b="1" spc="-85" dirty="0">
                <a:solidFill>
                  <a:srgbClr val="2C292A"/>
                </a:solidFill>
                <a:latin typeface="Arial"/>
                <a:cs typeface="Arial"/>
              </a:rPr>
              <a:t> </a:t>
            </a:r>
            <a:r>
              <a:rPr sz="1550" b="1" spc="-55" dirty="0">
                <a:solidFill>
                  <a:srgbClr val="2C292A"/>
                </a:solidFill>
                <a:latin typeface="Arial"/>
                <a:cs typeface="Arial"/>
              </a:rPr>
              <a:t>Enterprise  </a:t>
            </a:r>
            <a:r>
              <a:rPr sz="1550" b="1" spc="-30" dirty="0">
                <a:solidFill>
                  <a:srgbClr val="2C292A"/>
                </a:solidFill>
                <a:latin typeface="Arial"/>
                <a:cs typeface="Arial"/>
              </a:rPr>
              <a:t>Protection</a:t>
            </a:r>
            <a:endParaRPr sz="1550">
              <a:latin typeface="Arial"/>
              <a:cs typeface="Arial"/>
            </a:endParaRPr>
          </a:p>
        </p:txBody>
      </p:sp>
      <p:sp>
        <p:nvSpPr>
          <p:cNvPr id="26" name="object 26"/>
          <p:cNvSpPr/>
          <p:nvPr/>
        </p:nvSpPr>
        <p:spPr>
          <a:xfrm>
            <a:off x="3740658" y="6075426"/>
            <a:ext cx="4791075" cy="0"/>
          </a:xfrm>
          <a:custGeom>
            <a:avLst/>
            <a:gdLst/>
            <a:ahLst/>
            <a:cxnLst/>
            <a:rect l="l" t="t" r="r" b="b"/>
            <a:pathLst>
              <a:path w="4791075">
                <a:moveTo>
                  <a:pt x="4073651" y="0"/>
                </a:moveTo>
                <a:lnTo>
                  <a:pt x="4790567" y="0"/>
                </a:lnTo>
              </a:path>
              <a:path w="4791075">
                <a:moveTo>
                  <a:pt x="0" y="0"/>
                </a:moveTo>
                <a:lnTo>
                  <a:pt x="716914" y="0"/>
                </a:lnTo>
              </a:path>
            </a:pathLst>
          </a:custGeom>
          <a:ln w="38100">
            <a:solidFill>
              <a:srgbClr val="D73A00"/>
            </a:solidFill>
          </a:ln>
        </p:spPr>
        <p:txBody>
          <a:bodyPr wrap="square" lIns="0" tIns="0" rIns="0" bIns="0" rtlCol="0"/>
          <a:lstStyle/>
          <a:p>
            <a:endParaRPr/>
          </a:p>
        </p:txBody>
      </p:sp>
      <p:sp>
        <p:nvSpPr>
          <p:cNvPr id="27" name="object 27"/>
          <p:cNvSpPr txBox="1"/>
          <p:nvPr/>
        </p:nvSpPr>
        <p:spPr>
          <a:xfrm>
            <a:off x="80568" y="6606946"/>
            <a:ext cx="2440940" cy="190500"/>
          </a:xfrm>
          <a:prstGeom prst="rect">
            <a:avLst/>
          </a:prstGeom>
        </p:spPr>
        <p:txBody>
          <a:bodyPr vert="horz" wrap="square" lIns="0" tIns="16510" rIns="0" bIns="0" rtlCol="0">
            <a:spAutoFit/>
          </a:bodyPr>
          <a:lstStyle/>
          <a:p>
            <a:pPr marL="12700">
              <a:lnSpc>
                <a:spcPct val="100000"/>
              </a:lnSpc>
              <a:spcBef>
                <a:spcPts val="130"/>
              </a:spcBef>
            </a:pPr>
            <a:r>
              <a:rPr sz="1050" i="1" spc="45" dirty="0">
                <a:solidFill>
                  <a:srgbClr val="2C292A"/>
                </a:solidFill>
                <a:latin typeface="Trebuchet MS"/>
                <a:cs typeface="Trebuchet MS"/>
              </a:rPr>
              <a:t>*PSTN </a:t>
            </a:r>
            <a:r>
              <a:rPr sz="1050" i="1" dirty="0">
                <a:solidFill>
                  <a:srgbClr val="2C292A"/>
                </a:solidFill>
                <a:latin typeface="Trebuchet MS"/>
                <a:cs typeface="Trebuchet MS"/>
              </a:rPr>
              <a:t>Calling </a:t>
            </a:r>
            <a:r>
              <a:rPr sz="1050" i="1" spc="-25" dirty="0">
                <a:solidFill>
                  <a:srgbClr val="2C292A"/>
                </a:solidFill>
                <a:latin typeface="Trebuchet MS"/>
                <a:cs typeface="Trebuchet MS"/>
              </a:rPr>
              <a:t>is </a:t>
            </a:r>
            <a:r>
              <a:rPr sz="1050" i="1" spc="30" dirty="0">
                <a:solidFill>
                  <a:srgbClr val="2C292A"/>
                </a:solidFill>
                <a:latin typeface="Trebuchet MS"/>
                <a:cs typeface="Trebuchet MS"/>
              </a:rPr>
              <a:t>an </a:t>
            </a:r>
            <a:r>
              <a:rPr sz="1050" i="1" spc="20" dirty="0">
                <a:solidFill>
                  <a:srgbClr val="2C292A"/>
                </a:solidFill>
                <a:latin typeface="Trebuchet MS"/>
                <a:cs typeface="Trebuchet MS"/>
              </a:rPr>
              <a:t>add-on</a:t>
            </a:r>
            <a:r>
              <a:rPr sz="1050" i="1" spc="-195" dirty="0">
                <a:solidFill>
                  <a:srgbClr val="2C292A"/>
                </a:solidFill>
                <a:latin typeface="Trebuchet MS"/>
                <a:cs typeface="Trebuchet MS"/>
              </a:rPr>
              <a:t> </a:t>
            </a:r>
            <a:r>
              <a:rPr sz="1050" i="1" spc="-45" dirty="0">
                <a:solidFill>
                  <a:srgbClr val="2C292A"/>
                </a:solidFill>
                <a:latin typeface="Trebuchet MS"/>
                <a:cs typeface="Trebuchet MS"/>
              </a:rPr>
              <a:t>to </a:t>
            </a:r>
            <a:r>
              <a:rPr sz="1050" i="1" spc="-35" dirty="0">
                <a:solidFill>
                  <a:srgbClr val="2C292A"/>
                </a:solidFill>
                <a:latin typeface="Trebuchet MS"/>
                <a:cs typeface="Trebuchet MS"/>
              </a:rPr>
              <a:t>Office </a:t>
            </a:r>
            <a:r>
              <a:rPr sz="1050" i="1" spc="30" dirty="0">
                <a:solidFill>
                  <a:srgbClr val="2C292A"/>
                </a:solidFill>
                <a:latin typeface="Trebuchet MS"/>
                <a:cs typeface="Trebuchet MS"/>
              </a:rPr>
              <a:t>365</a:t>
            </a:r>
            <a:endParaRPr sz="1050">
              <a:latin typeface="Trebuchet MS"/>
              <a:cs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286243" y="0"/>
            <a:ext cx="4904740" cy="6856730"/>
          </a:xfrm>
          <a:custGeom>
            <a:avLst/>
            <a:gdLst/>
            <a:ahLst/>
            <a:cxnLst/>
            <a:rect l="l" t="t" r="r" b="b"/>
            <a:pathLst>
              <a:path w="4904740" h="6856730">
                <a:moveTo>
                  <a:pt x="4904232" y="0"/>
                </a:moveTo>
                <a:lnTo>
                  <a:pt x="0" y="0"/>
                </a:lnTo>
                <a:lnTo>
                  <a:pt x="0" y="6856476"/>
                </a:lnTo>
                <a:lnTo>
                  <a:pt x="4904232" y="6856476"/>
                </a:lnTo>
                <a:lnTo>
                  <a:pt x="4904232" y="0"/>
                </a:lnTo>
                <a:close/>
              </a:path>
            </a:pathLst>
          </a:custGeom>
          <a:solidFill>
            <a:srgbClr val="F0EEEC"/>
          </a:solidFill>
        </p:spPr>
        <p:txBody>
          <a:bodyPr wrap="square" lIns="0" tIns="0" rIns="0" bIns="0" rtlCol="0"/>
          <a:lstStyle/>
          <a:p>
            <a:endParaRPr/>
          </a:p>
        </p:txBody>
      </p:sp>
      <p:sp>
        <p:nvSpPr>
          <p:cNvPr id="3" name="object 3"/>
          <p:cNvSpPr txBox="1"/>
          <p:nvPr/>
        </p:nvSpPr>
        <p:spPr>
          <a:xfrm>
            <a:off x="780694" y="1254378"/>
            <a:ext cx="3181350" cy="323850"/>
          </a:xfrm>
          <a:prstGeom prst="rect">
            <a:avLst/>
          </a:prstGeom>
        </p:spPr>
        <p:txBody>
          <a:bodyPr vert="horz" wrap="square" lIns="0" tIns="13335" rIns="0" bIns="0" rtlCol="0">
            <a:spAutoFit/>
          </a:bodyPr>
          <a:lstStyle/>
          <a:p>
            <a:pPr marL="12700">
              <a:lnSpc>
                <a:spcPct val="100000"/>
              </a:lnSpc>
              <a:spcBef>
                <a:spcPts val="105"/>
              </a:spcBef>
            </a:pPr>
            <a:r>
              <a:rPr sz="1950" b="1" spc="-75" dirty="0">
                <a:solidFill>
                  <a:srgbClr val="DC3B00"/>
                </a:solidFill>
                <a:latin typeface="Arial"/>
                <a:cs typeface="Arial"/>
              </a:rPr>
              <a:t>Advanced </a:t>
            </a:r>
            <a:r>
              <a:rPr sz="1950" b="1" spc="-45" dirty="0">
                <a:solidFill>
                  <a:srgbClr val="DC3B00"/>
                </a:solidFill>
                <a:latin typeface="Arial"/>
                <a:cs typeface="Arial"/>
              </a:rPr>
              <a:t>Threat</a:t>
            </a:r>
            <a:r>
              <a:rPr sz="1950" b="1" spc="70" dirty="0">
                <a:solidFill>
                  <a:srgbClr val="DC3B00"/>
                </a:solidFill>
                <a:latin typeface="Arial"/>
                <a:cs typeface="Arial"/>
              </a:rPr>
              <a:t> </a:t>
            </a:r>
            <a:r>
              <a:rPr sz="1950" b="1" spc="-45" dirty="0">
                <a:solidFill>
                  <a:srgbClr val="DC3B00"/>
                </a:solidFill>
                <a:latin typeface="Arial"/>
                <a:cs typeface="Arial"/>
              </a:rPr>
              <a:t>Protection</a:t>
            </a:r>
            <a:endParaRPr sz="1950">
              <a:latin typeface="Arial"/>
              <a:cs typeface="Arial"/>
            </a:endParaRPr>
          </a:p>
        </p:txBody>
      </p:sp>
      <p:sp>
        <p:nvSpPr>
          <p:cNvPr id="4" name="object 4"/>
          <p:cNvSpPr txBox="1"/>
          <p:nvPr/>
        </p:nvSpPr>
        <p:spPr>
          <a:xfrm>
            <a:off x="597814" y="1580210"/>
            <a:ext cx="5252085" cy="766445"/>
          </a:xfrm>
          <a:prstGeom prst="rect">
            <a:avLst/>
          </a:prstGeom>
        </p:spPr>
        <p:txBody>
          <a:bodyPr vert="horz" wrap="square" lIns="0" tIns="53340" rIns="0" bIns="0" rtlCol="0">
            <a:spAutoFit/>
          </a:bodyPr>
          <a:lstStyle/>
          <a:p>
            <a:pPr marL="190500" indent="-178435">
              <a:lnSpc>
                <a:spcPct val="100000"/>
              </a:lnSpc>
              <a:spcBef>
                <a:spcPts val="420"/>
              </a:spcBef>
              <a:buFont typeface="Arial"/>
              <a:buChar char="•"/>
              <a:tabLst>
                <a:tab pos="191135" algn="l"/>
              </a:tabLst>
            </a:pPr>
            <a:r>
              <a:rPr sz="1350" spc="-140" dirty="0">
                <a:solidFill>
                  <a:srgbClr val="2C292A"/>
                </a:solidFill>
                <a:latin typeface="Arial Black"/>
                <a:cs typeface="Arial Black"/>
              </a:rPr>
              <a:t>Help </a:t>
            </a:r>
            <a:r>
              <a:rPr sz="1350" spc="-150" dirty="0">
                <a:solidFill>
                  <a:srgbClr val="2C292A"/>
                </a:solidFill>
                <a:latin typeface="Arial Black"/>
                <a:cs typeface="Arial Black"/>
              </a:rPr>
              <a:t>protect </a:t>
            </a:r>
            <a:r>
              <a:rPr sz="1350" spc="-165" dirty="0">
                <a:solidFill>
                  <a:srgbClr val="2C292A"/>
                </a:solidFill>
                <a:latin typeface="Arial Black"/>
                <a:cs typeface="Arial Black"/>
              </a:rPr>
              <a:t>against </a:t>
            </a:r>
            <a:r>
              <a:rPr sz="1350" spc="-160" dirty="0">
                <a:solidFill>
                  <a:srgbClr val="2C292A"/>
                </a:solidFill>
                <a:latin typeface="Arial Black"/>
                <a:cs typeface="Arial Black"/>
              </a:rPr>
              <a:t>unknown </a:t>
            </a:r>
            <a:r>
              <a:rPr sz="1350" spc="-190" dirty="0">
                <a:solidFill>
                  <a:srgbClr val="2C292A"/>
                </a:solidFill>
                <a:latin typeface="Arial Black"/>
                <a:cs typeface="Arial Black"/>
              </a:rPr>
              <a:t>malware </a:t>
            </a:r>
            <a:r>
              <a:rPr sz="1350" spc="-145" dirty="0">
                <a:solidFill>
                  <a:srgbClr val="2C292A"/>
                </a:solidFill>
                <a:latin typeface="Arial Black"/>
                <a:cs typeface="Arial Black"/>
              </a:rPr>
              <a:t>and</a:t>
            </a:r>
            <a:r>
              <a:rPr sz="1350" spc="-204" dirty="0">
                <a:solidFill>
                  <a:srgbClr val="2C292A"/>
                </a:solidFill>
                <a:latin typeface="Arial Black"/>
                <a:cs typeface="Arial Black"/>
              </a:rPr>
              <a:t> </a:t>
            </a:r>
            <a:r>
              <a:rPr sz="1350" spc="-175" dirty="0">
                <a:solidFill>
                  <a:srgbClr val="2C292A"/>
                </a:solidFill>
                <a:latin typeface="Arial Black"/>
                <a:cs typeface="Arial Black"/>
              </a:rPr>
              <a:t>viruses</a:t>
            </a:r>
            <a:endParaRPr sz="1350">
              <a:latin typeface="Arial Black"/>
              <a:cs typeface="Arial Black"/>
            </a:endParaRPr>
          </a:p>
          <a:p>
            <a:pPr marL="190500" indent="-178435">
              <a:lnSpc>
                <a:spcPct val="100000"/>
              </a:lnSpc>
              <a:spcBef>
                <a:spcPts val="325"/>
              </a:spcBef>
              <a:buFont typeface="Arial"/>
              <a:buChar char="•"/>
              <a:tabLst>
                <a:tab pos="191135" algn="l"/>
              </a:tabLst>
            </a:pPr>
            <a:r>
              <a:rPr sz="1350" spc="-145" dirty="0">
                <a:solidFill>
                  <a:srgbClr val="2C292A"/>
                </a:solidFill>
                <a:latin typeface="Arial Black"/>
                <a:cs typeface="Arial Black"/>
              </a:rPr>
              <a:t>Provide </a:t>
            </a:r>
            <a:r>
              <a:rPr sz="1350" spc="-130" dirty="0">
                <a:solidFill>
                  <a:srgbClr val="2C292A"/>
                </a:solidFill>
                <a:latin typeface="Arial Black"/>
                <a:cs typeface="Arial Black"/>
              </a:rPr>
              <a:t>real-time, </a:t>
            </a:r>
            <a:r>
              <a:rPr sz="1350" spc="-125" dirty="0">
                <a:solidFill>
                  <a:srgbClr val="2C292A"/>
                </a:solidFill>
                <a:latin typeface="Arial Black"/>
                <a:cs typeface="Arial Black"/>
              </a:rPr>
              <a:t>time-of-click </a:t>
            </a:r>
            <a:r>
              <a:rPr sz="1350" spc="-140" dirty="0">
                <a:solidFill>
                  <a:srgbClr val="2C292A"/>
                </a:solidFill>
                <a:latin typeface="Arial Black"/>
                <a:cs typeface="Arial Black"/>
              </a:rPr>
              <a:t>protection </a:t>
            </a:r>
            <a:r>
              <a:rPr sz="1350" spc="-165" dirty="0">
                <a:solidFill>
                  <a:srgbClr val="2C292A"/>
                </a:solidFill>
                <a:latin typeface="Arial Black"/>
                <a:cs typeface="Arial Black"/>
              </a:rPr>
              <a:t>against malicious</a:t>
            </a:r>
            <a:r>
              <a:rPr sz="1350" spc="-10" dirty="0">
                <a:solidFill>
                  <a:srgbClr val="2C292A"/>
                </a:solidFill>
                <a:latin typeface="Arial Black"/>
                <a:cs typeface="Arial Black"/>
              </a:rPr>
              <a:t> </a:t>
            </a:r>
            <a:r>
              <a:rPr sz="1350" spc="-235" dirty="0">
                <a:solidFill>
                  <a:srgbClr val="2C292A"/>
                </a:solidFill>
                <a:latin typeface="Arial Black"/>
                <a:cs typeface="Arial Black"/>
              </a:rPr>
              <a:t>URLs</a:t>
            </a:r>
            <a:endParaRPr sz="1350">
              <a:latin typeface="Arial Black"/>
              <a:cs typeface="Arial Black"/>
            </a:endParaRPr>
          </a:p>
          <a:p>
            <a:pPr marL="190500" indent="-178435">
              <a:lnSpc>
                <a:spcPct val="100000"/>
              </a:lnSpc>
              <a:spcBef>
                <a:spcPts val="325"/>
              </a:spcBef>
              <a:buFont typeface="Arial"/>
              <a:buChar char="•"/>
              <a:tabLst>
                <a:tab pos="191135" algn="l"/>
              </a:tabLst>
            </a:pPr>
            <a:r>
              <a:rPr sz="1350" spc="-145" dirty="0">
                <a:solidFill>
                  <a:srgbClr val="2C292A"/>
                </a:solidFill>
                <a:latin typeface="Arial Black"/>
                <a:cs typeface="Arial Black"/>
              </a:rPr>
              <a:t>Deliver </a:t>
            </a:r>
            <a:r>
              <a:rPr sz="1350" spc="-160" dirty="0">
                <a:solidFill>
                  <a:srgbClr val="2C292A"/>
                </a:solidFill>
                <a:latin typeface="Arial Black"/>
                <a:cs typeface="Arial Black"/>
              </a:rPr>
              <a:t>rich </a:t>
            </a:r>
            <a:r>
              <a:rPr sz="1350" spc="-125" dirty="0">
                <a:solidFill>
                  <a:srgbClr val="2C292A"/>
                </a:solidFill>
                <a:latin typeface="Arial Black"/>
                <a:cs typeface="Arial Black"/>
              </a:rPr>
              <a:t>reporting </a:t>
            </a:r>
            <a:r>
              <a:rPr sz="1350" spc="-145" dirty="0">
                <a:solidFill>
                  <a:srgbClr val="2C292A"/>
                </a:solidFill>
                <a:latin typeface="Arial Black"/>
                <a:cs typeface="Arial Black"/>
              </a:rPr>
              <a:t>and </a:t>
            </a:r>
            <a:r>
              <a:rPr sz="1350" spc="-229" dirty="0">
                <a:solidFill>
                  <a:srgbClr val="2C292A"/>
                </a:solidFill>
                <a:latin typeface="Arial Black"/>
                <a:cs typeface="Arial Black"/>
              </a:rPr>
              <a:t>URL </a:t>
            </a:r>
            <a:r>
              <a:rPr sz="1350" spc="-185" dirty="0">
                <a:solidFill>
                  <a:srgbClr val="2C292A"/>
                </a:solidFill>
                <a:latin typeface="Arial Black"/>
                <a:cs typeface="Arial Black"/>
              </a:rPr>
              <a:t>trace </a:t>
            </a:r>
            <a:r>
              <a:rPr sz="1350" spc="-160" dirty="0">
                <a:solidFill>
                  <a:srgbClr val="2C292A"/>
                </a:solidFill>
                <a:latin typeface="Arial Black"/>
                <a:cs typeface="Arial Black"/>
              </a:rPr>
              <a:t>capabilities </a:t>
            </a:r>
            <a:r>
              <a:rPr sz="1350" spc="-170" dirty="0">
                <a:solidFill>
                  <a:srgbClr val="2C292A"/>
                </a:solidFill>
                <a:latin typeface="Arial Black"/>
                <a:cs typeface="Arial Black"/>
              </a:rPr>
              <a:t>with</a:t>
            </a:r>
            <a:r>
              <a:rPr sz="1350" spc="-335" dirty="0">
                <a:solidFill>
                  <a:srgbClr val="2C292A"/>
                </a:solidFill>
                <a:latin typeface="Arial Black"/>
                <a:cs typeface="Arial Black"/>
              </a:rPr>
              <a:t> </a:t>
            </a:r>
            <a:r>
              <a:rPr sz="1350" spc="-190" dirty="0">
                <a:solidFill>
                  <a:srgbClr val="2C292A"/>
                </a:solidFill>
                <a:latin typeface="Arial Black"/>
                <a:cs typeface="Arial Black"/>
              </a:rPr>
              <a:t>Click </a:t>
            </a:r>
            <a:r>
              <a:rPr sz="1350" spc="-170" dirty="0">
                <a:solidFill>
                  <a:srgbClr val="2C292A"/>
                </a:solidFill>
                <a:latin typeface="Arial Black"/>
                <a:cs typeface="Arial Black"/>
              </a:rPr>
              <a:t>Tracing</a:t>
            </a:r>
            <a:endParaRPr sz="1350">
              <a:latin typeface="Arial Black"/>
              <a:cs typeface="Arial Black"/>
            </a:endParaRPr>
          </a:p>
        </p:txBody>
      </p:sp>
      <p:sp>
        <p:nvSpPr>
          <p:cNvPr id="5" name="object 5"/>
          <p:cNvSpPr txBox="1">
            <a:spLocks noGrp="1"/>
          </p:cNvSpPr>
          <p:nvPr>
            <p:ph type="title"/>
          </p:nvPr>
        </p:nvSpPr>
        <p:spPr>
          <a:xfrm>
            <a:off x="403047" y="299669"/>
            <a:ext cx="1706880" cy="624205"/>
          </a:xfrm>
          <a:prstGeom prst="rect">
            <a:avLst/>
          </a:prstGeom>
        </p:spPr>
        <p:txBody>
          <a:bodyPr vert="horz" wrap="square" lIns="0" tIns="15875" rIns="0" bIns="0" rtlCol="0">
            <a:spAutoFit/>
          </a:bodyPr>
          <a:lstStyle/>
          <a:p>
            <a:pPr marL="12700">
              <a:lnSpc>
                <a:spcPct val="100000"/>
              </a:lnSpc>
              <a:spcBef>
                <a:spcPts val="125"/>
              </a:spcBef>
            </a:pPr>
            <a:r>
              <a:rPr sz="3900" b="1" spc="-275" dirty="0">
                <a:solidFill>
                  <a:srgbClr val="2C2A2B"/>
                </a:solidFill>
                <a:latin typeface="Arial"/>
                <a:cs typeface="Arial"/>
              </a:rPr>
              <a:t>Security</a:t>
            </a:r>
            <a:endParaRPr sz="3900">
              <a:latin typeface="Arial"/>
              <a:cs typeface="Arial"/>
            </a:endParaRPr>
          </a:p>
        </p:txBody>
      </p:sp>
      <p:sp>
        <p:nvSpPr>
          <p:cNvPr id="6" name="object 6"/>
          <p:cNvSpPr txBox="1"/>
          <p:nvPr/>
        </p:nvSpPr>
        <p:spPr>
          <a:xfrm>
            <a:off x="491744" y="2621407"/>
            <a:ext cx="6395085" cy="323850"/>
          </a:xfrm>
          <a:prstGeom prst="rect">
            <a:avLst/>
          </a:prstGeom>
        </p:spPr>
        <p:txBody>
          <a:bodyPr vert="horz" wrap="square" lIns="0" tIns="13335" rIns="0" bIns="0" rtlCol="0">
            <a:spAutoFit/>
          </a:bodyPr>
          <a:lstStyle/>
          <a:p>
            <a:pPr marL="12700">
              <a:lnSpc>
                <a:spcPct val="100000"/>
              </a:lnSpc>
              <a:spcBef>
                <a:spcPts val="105"/>
              </a:spcBef>
              <a:tabLst>
                <a:tab pos="300990" algn="l"/>
                <a:tab pos="6381750" algn="l"/>
              </a:tabLst>
            </a:pPr>
            <a:r>
              <a:rPr sz="1950" b="1" u="sng" spc="-5" dirty="0">
                <a:solidFill>
                  <a:srgbClr val="DC3B00"/>
                </a:solidFill>
                <a:uFill>
                  <a:solidFill>
                    <a:srgbClr val="D73A00"/>
                  </a:solidFill>
                </a:uFill>
                <a:latin typeface="Arial"/>
                <a:cs typeface="Arial"/>
              </a:rPr>
              <a:t> 	</a:t>
            </a:r>
            <a:r>
              <a:rPr sz="1950" b="1" u="sng" spc="-75" dirty="0">
                <a:solidFill>
                  <a:srgbClr val="DC3B00"/>
                </a:solidFill>
                <a:uFill>
                  <a:solidFill>
                    <a:srgbClr val="D73A00"/>
                  </a:solidFill>
                </a:uFill>
                <a:latin typeface="Arial"/>
                <a:cs typeface="Arial"/>
              </a:rPr>
              <a:t>Advanced </a:t>
            </a:r>
            <a:r>
              <a:rPr sz="1950" b="1" u="sng" spc="-80" dirty="0">
                <a:solidFill>
                  <a:srgbClr val="DC3B00"/>
                </a:solidFill>
                <a:uFill>
                  <a:solidFill>
                    <a:srgbClr val="D73A00"/>
                  </a:solidFill>
                </a:uFill>
                <a:latin typeface="Arial"/>
                <a:cs typeface="Arial"/>
              </a:rPr>
              <a:t>Security</a:t>
            </a:r>
            <a:r>
              <a:rPr sz="1950" b="1" u="sng" spc="85" dirty="0">
                <a:solidFill>
                  <a:srgbClr val="DC3B00"/>
                </a:solidFill>
                <a:uFill>
                  <a:solidFill>
                    <a:srgbClr val="D73A00"/>
                  </a:solidFill>
                </a:uFill>
                <a:latin typeface="Arial"/>
                <a:cs typeface="Arial"/>
              </a:rPr>
              <a:t> </a:t>
            </a:r>
            <a:r>
              <a:rPr sz="1950" b="1" u="sng" spc="-15" dirty="0">
                <a:solidFill>
                  <a:srgbClr val="DC3B00"/>
                </a:solidFill>
                <a:uFill>
                  <a:solidFill>
                    <a:srgbClr val="D73A00"/>
                  </a:solidFill>
                </a:uFill>
                <a:latin typeface="Arial"/>
                <a:cs typeface="Arial"/>
              </a:rPr>
              <a:t>Management	</a:t>
            </a:r>
            <a:endParaRPr sz="1950">
              <a:latin typeface="Arial"/>
              <a:cs typeface="Arial"/>
            </a:endParaRPr>
          </a:p>
        </p:txBody>
      </p:sp>
      <p:sp>
        <p:nvSpPr>
          <p:cNvPr id="7" name="object 7"/>
          <p:cNvSpPr txBox="1"/>
          <p:nvPr/>
        </p:nvSpPr>
        <p:spPr>
          <a:xfrm>
            <a:off x="597814" y="2908883"/>
            <a:ext cx="5949950" cy="767080"/>
          </a:xfrm>
          <a:prstGeom prst="rect">
            <a:avLst/>
          </a:prstGeom>
        </p:spPr>
        <p:txBody>
          <a:bodyPr vert="horz" wrap="square" lIns="0" tIns="53340" rIns="0" bIns="0" rtlCol="0">
            <a:spAutoFit/>
          </a:bodyPr>
          <a:lstStyle/>
          <a:p>
            <a:pPr marL="190500" indent="-178435">
              <a:lnSpc>
                <a:spcPct val="100000"/>
              </a:lnSpc>
              <a:spcBef>
                <a:spcPts val="420"/>
              </a:spcBef>
              <a:buFont typeface="Arial"/>
              <a:buChar char="•"/>
              <a:tabLst>
                <a:tab pos="191135" algn="l"/>
              </a:tabLst>
            </a:pPr>
            <a:r>
              <a:rPr sz="1350" spc="-140" dirty="0">
                <a:solidFill>
                  <a:srgbClr val="2C292A"/>
                </a:solidFill>
                <a:latin typeface="Arial Black"/>
                <a:cs typeface="Arial Black"/>
              </a:rPr>
              <a:t>Identify </a:t>
            </a:r>
            <a:r>
              <a:rPr sz="1350" spc="-120" dirty="0">
                <a:solidFill>
                  <a:srgbClr val="2C292A"/>
                </a:solidFill>
                <a:latin typeface="Arial Black"/>
                <a:cs typeface="Arial Black"/>
              </a:rPr>
              <a:t>high-risk </a:t>
            </a:r>
            <a:r>
              <a:rPr sz="1350" spc="-145" dirty="0">
                <a:solidFill>
                  <a:srgbClr val="2C292A"/>
                </a:solidFill>
                <a:latin typeface="Arial Black"/>
                <a:cs typeface="Arial Black"/>
              </a:rPr>
              <a:t>and abnormal </a:t>
            </a:r>
            <a:r>
              <a:rPr sz="1350" spc="-170" dirty="0">
                <a:solidFill>
                  <a:srgbClr val="2C292A"/>
                </a:solidFill>
                <a:latin typeface="Arial Black"/>
                <a:cs typeface="Arial Black"/>
              </a:rPr>
              <a:t>usage, </a:t>
            </a:r>
            <a:r>
              <a:rPr sz="1350" spc="-175" dirty="0">
                <a:solidFill>
                  <a:srgbClr val="2C292A"/>
                </a:solidFill>
                <a:latin typeface="Arial Black"/>
                <a:cs typeface="Arial Black"/>
              </a:rPr>
              <a:t>security </a:t>
            </a:r>
            <a:r>
              <a:rPr sz="1350" spc="-160" dirty="0">
                <a:solidFill>
                  <a:srgbClr val="2C292A"/>
                </a:solidFill>
                <a:latin typeface="Arial Black"/>
                <a:cs typeface="Arial Black"/>
              </a:rPr>
              <a:t>incidents, </a:t>
            </a:r>
            <a:r>
              <a:rPr sz="1350" spc="-145" dirty="0">
                <a:solidFill>
                  <a:srgbClr val="2C292A"/>
                </a:solidFill>
                <a:latin typeface="Arial Black"/>
                <a:cs typeface="Arial Black"/>
              </a:rPr>
              <a:t>and</a:t>
            </a:r>
            <a:r>
              <a:rPr sz="1350" spc="-100" dirty="0">
                <a:solidFill>
                  <a:srgbClr val="2C292A"/>
                </a:solidFill>
                <a:latin typeface="Arial Black"/>
                <a:cs typeface="Arial Black"/>
              </a:rPr>
              <a:t> </a:t>
            </a:r>
            <a:r>
              <a:rPr sz="1350" spc="-165" dirty="0">
                <a:solidFill>
                  <a:srgbClr val="2C292A"/>
                </a:solidFill>
                <a:latin typeface="Arial Black"/>
                <a:cs typeface="Arial Black"/>
              </a:rPr>
              <a:t>threats</a:t>
            </a:r>
            <a:endParaRPr sz="1350">
              <a:latin typeface="Arial Black"/>
              <a:cs typeface="Arial Black"/>
            </a:endParaRPr>
          </a:p>
          <a:p>
            <a:pPr marL="190500" indent="-178435">
              <a:lnSpc>
                <a:spcPct val="100000"/>
              </a:lnSpc>
              <a:spcBef>
                <a:spcPts val="325"/>
              </a:spcBef>
              <a:buFont typeface="Arial"/>
              <a:buChar char="•"/>
              <a:tabLst>
                <a:tab pos="191135" algn="l"/>
              </a:tabLst>
            </a:pPr>
            <a:r>
              <a:rPr sz="1350" spc="-160" dirty="0">
                <a:solidFill>
                  <a:srgbClr val="2C292A"/>
                </a:solidFill>
                <a:latin typeface="Arial Black"/>
                <a:cs typeface="Arial Black"/>
              </a:rPr>
              <a:t>Gain </a:t>
            </a:r>
            <a:r>
              <a:rPr sz="1350" spc="-165" dirty="0">
                <a:solidFill>
                  <a:srgbClr val="2C292A"/>
                </a:solidFill>
                <a:latin typeface="Arial Black"/>
                <a:cs typeface="Arial Black"/>
              </a:rPr>
              <a:t>enhanced </a:t>
            </a:r>
            <a:r>
              <a:rPr sz="1350" spc="-145" dirty="0">
                <a:solidFill>
                  <a:srgbClr val="2C292A"/>
                </a:solidFill>
                <a:latin typeface="Arial Black"/>
                <a:cs typeface="Arial Black"/>
              </a:rPr>
              <a:t>visibility and </a:t>
            </a:r>
            <a:r>
              <a:rPr sz="1350" spc="-175" dirty="0">
                <a:solidFill>
                  <a:srgbClr val="2C292A"/>
                </a:solidFill>
                <a:latin typeface="Arial Black"/>
                <a:cs typeface="Arial Black"/>
              </a:rPr>
              <a:t>context </a:t>
            </a:r>
            <a:r>
              <a:rPr sz="1350" spc="-120" dirty="0">
                <a:solidFill>
                  <a:srgbClr val="2C292A"/>
                </a:solidFill>
                <a:latin typeface="Arial Black"/>
                <a:cs typeface="Arial Black"/>
              </a:rPr>
              <a:t>into </a:t>
            </a:r>
            <a:r>
              <a:rPr sz="1350" spc="-145" dirty="0">
                <a:solidFill>
                  <a:srgbClr val="2C292A"/>
                </a:solidFill>
                <a:latin typeface="Arial Black"/>
                <a:cs typeface="Arial Black"/>
              </a:rPr>
              <a:t>Office </a:t>
            </a:r>
            <a:r>
              <a:rPr sz="1350" spc="-170" dirty="0">
                <a:solidFill>
                  <a:srgbClr val="2C292A"/>
                </a:solidFill>
                <a:latin typeface="Arial Black"/>
                <a:cs typeface="Arial Black"/>
              </a:rPr>
              <a:t>365 </a:t>
            </a:r>
            <a:r>
              <a:rPr sz="1350" spc="-175" dirty="0">
                <a:solidFill>
                  <a:srgbClr val="2C292A"/>
                </a:solidFill>
                <a:latin typeface="Arial Black"/>
                <a:cs typeface="Arial Black"/>
              </a:rPr>
              <a:t>usage </a:t>
            </a:r>
            <a:r>
              <a:rPr sz="1350" spc="-145" dirty="0">
                <a:solidFill>
                  <a:srgbClr val="2C292A"/>
                </a:solidFill>
                <a:latin typeface="Arial Black"/>
                <a:cs typeface="Arial Black"/>
              </a:rPr>
              <a:t>and </a:t>
            </a:r>
            <a:r>
              <a:rPr sz="1350" spc="-180" dirty="0">
                <a:solidFill>
                  <a:srgbClr val="2C292A"/>
                </a:solidFill>
                <a:latin typeface="Arial Black"/>
                <a:cs typeface="Arial Black"/>
              </a:rPr>
              <a:t>shadow</a:t>
            </a:r>
            <a:r>
              <a:rPr sz="1350" spc="-95" dirty="0">
                <a:solidFill>
                  <a:srgbClr val="2C292A"/>
                </a:solidFill>
                <a:latin typeface="Arial Black"/>
                <a:cs typeface="Arial Black"/>
              </a:rPr>
              <a:t> </a:t>
            </a:r>
            <a:r>
              <a:rPr sz="1350" spc="-215" dirty="0">
                <a:solidFill>
                  <a:srgbClr val="2C292A"/>
                </a:solidFill>
                <a:latin typeface="Arial Black"/>
                <a:cs typeface="Arial Black"/>
              </a:rPr>
              <a:t>IT</a:t>
            </a:r>
            <a:endParaRPr sz="1350">
              <a:latin typeface="Arial Black"/>
              <a:cs typeface="Arial Black"/>
            </a:endParaRPr>
          </a:p>
          <a:p>
            <a:pPr marL="190500" indent="-178435">
              <a:lnSpc>
                <a:spcPct val="100000"/>
              </a:lnSpc>
              <a:spcBef>
                <a:spcPts val="325"/>
              </a:spcBef>
              <a:buFont typeface="Arial"/>
              <a:buChar char="•"/>
              <a:tabLst>
                <a:tab pos="191135" algn="l"/>
              </a:tabLst>
            </a:pPr>
            <a:r>
              <a:rPr sz="1350" spc="-185" dirty="0">
                <a:solidFill>
                  <a:srgbClr val="2C292A"/>
                </a:solidFill>
                <a:latin typeface="Arial Black"/>
                <a:cs typeface="Arial Black"/>
              </a:rPr>
              <a:t>Reduce </a:t>
            </a:r>
            <a:r>
              <a:rPr sz="1350" spc="-150" dirty="0">
                <a:solidFill>
                  <a:srgbClr val="2C292A"/>
                </a:solidFill>
                <a:latin typeface="Arial Black"/>
                <a:cs typeface="Arial Black"/>
              </a:rPr>
              <a:t>the </a:t>
            </a:r>
            <a:r>
              <a:rPr sz="1350" spc="-145" dirty="0">
                <a:solidFill>
                  <a:srgbClr val="2C292A"/>
                </a:solidFill>
                <a:latin typeface="Arial Black"/>
                <a:cs typeface="Arial Black"/>
              </a:rPr>
              <a:t>possibility </a:t>
            </a:r>
            <a:r>
              <a:rPr sz="1350" spc="-100" dirty="0">
                <a:solidFill>
                  <a:srgbClr val="2C292A"/>
                </a:solidFill>
                <a:latin typeface="Arial Black"/>
                <a:cs typeface="Arial Black"/>
              </a:rPr>
              <a:t>of </a:t>
            </a:r>
            <a:r>
              <a:rPr sz="1350" spc="-204" dirty="0">
                <a:solidFill>
                  <a:srgbClr val="2C292A"/>
                </a:solidFill>
                <a:latin typeface="Arial Black"/>
                <a:cs typeface="Arial Black"/>
              </a:rPr>
              <a:t>attacks </a:t>
            </a:r>
            <a:r>
              <a:rPr sz="1350" spc="-170" dirty="0">
                <a:solidFill>
                  <a:srgbClr val="2C292A"/>
                </a:solidFill>
                <a:latin typeface="Arial Black"/>
                <a:cs typeface="Arial Black"/>
              </a:rPr>
              <a:t>with </a:t>
            </a:r>
            <a:r>
              <a:rPr sz="1350" spc="-145" dirty="0">
                <a:solidFill>
                  <a:srgbClr val="2C292A"/>
                </a:solidFill>
                <a:latin typeface="Arial Black"/>
                <a:cs typeface="Arial Black"/>
              </a:rPr>
              <a:t>granular </a:t>
            </a:r>
            <a:r>
              <a:rPr sz="1350" spc="-155" dirty="0">
                <a:solidFill>
                  <a:srgbClr val="2C292A"/>
                </a:solidFill>
                <a:latin typeface="Arial Black"/>
                <a:cs typeface="Arial Black"/>
              </a:rPr>
              <a:t>controls that </a:t>
            </a:r>
            <a:r>
              <a:rPr sz="1350" spc="-130" dirty="0">
                <a:solidFill>
                  <a:srgbClr val="2C292A"/>
                </a:solidFill>
                <a:latin typeface="Arial Black"/>
                <a:cs typeface="Arial Black"/>
              </a:rPr>
              <a:t>monitor</a:t>
            </a:r>
            <a:r>
              <a:rPr sz="1350" spc="-320" dirty="0">
                <a:solidFill>
                  <a:srgbClr val="2C292A"/>
                </a:solidFill>
                <a:latin typeface="Arial Black"/>
                <a:cs typeface="Arial Black"/>
              </a:rPr>
              <a:t> </a:t>
            </a:r>
            <a:r>
              <a:rPr sz="1350" spc="-240" dirty="0">
                <a:solidFill>
                  <a:srgbClr val="2C292A"/>
                </a:solidFill>
                <a:latin typeface="Arial Black"/>
                <a:cs typeface="Arial Black"/>
              </a:rPr>
              <a:t>access</a:t>
            </a:r>
            <a:endParaRPr sz="1350">
              <a:latin typeface="Arial Black"/>
              <a:cs typeface="Arial Black"/>
            </a:endParaRPr>
          </a:p>
        </p:txBody>
      </p:sp>
      <p:sp>
        <p:nvSpPr>
          <p:cNvPr id="8" name="object 8"/>
          <p:cNvSpPr txBox="1"/>
          <p:nvPr/>
        </p:nvSpPr>
        <p:spPr>
          <a:xfrm>
            <a:off x="780694" y="3934205"/>
            <a:ext cx="2124710" cy="323850"/>
          </a:xfrm>
          <a:prstGeom prst="rect">
            <a:avLst/>
          </a:prstGeom>
        </p:spPr>
        <p:txBody>
          <a:bodyPr vert="horz" wrap="square" lIns="0" tIns="13335" rIns="0" bIns="0" rtlCol="0">
            <a:spAutoFit/>
          </a:bodyPr>
          <a:lstStyle/>
          <a:p>
            <a:pPr marL="12700">
              <a:lnSpc>
                <a:spcPct val="100000"/>
              </a:lnSpc>
              <a:spcBef>
                <a:spcPts val="105"/>
              </a:spcBef>
            </a:pPr>
            <a:r>
              <a:rPr sz="1950" b="1" spc="-75" dirty="0">
                <a:solidFill>
                  <a:srgbClr val="DC3B00"/>
                </a:solidFill>
                <a:latin typeface="Arial"/>
                <a:cs typeface="Arial"/>
              </a:rPr>
              <a:t>Customer</a:t>
            </a:r>
            <a:r>
              <a:rPr sz="1950" b="1" spc="-30" dirty="0">
                <a:solidFill>
                  <a:srgbClr val="DC3B00"/>
                </a:solidFill>
                <a:latin typeface="Arial"/>
                <a:cs typeface="Arial"/>
              </a:rPr>
              <a:t> </a:t>
            </a:r>
            <a:r>
              <a:rPr sz="1950" b="1" spc="-90" dirty="0">
                <a:solidFill>
                  <a:srgbClr val="DC3B00"/>
                </a:solidFill>
                <a:latin typeface="Arial"/>
                <a:cs typeface="Arial"/>
              </a:rPr>
              <a:t>Lockbox</a:t>
            </a:r>
            <a:endParaRPr sz="1950">
              <a:latin typeface="Arial"/>
              <a:cs typeface="Arial"/>
            </a:endParaRPr>
          </a:p>
        </p:txBody>
      </p:sp>
      <p:sp>
        <p:nvSpPr>
          <p:cNvPr id="9" name="object 9"/>
          <p:cNvSpPr txBox="1"/>
          <p:nvPr/>
        </p:nvSpPr>
        <p:spPr>
          <a:xfrm>
            <a:off x="597814" y="4221937"/>
            <a:ext cx="6356350" cy="766445"/>
          </a:xfrm>
          <a:prstGeom prst="rect">
            <a:avLst/>
          </a:prstGeom>
        </p:spPr>
        <p:txBody>
          <a:bodyPr vert="horz" wrap="square" lIns="0" tIns="53340" rIns="0" bIns="0" rtlCol="0">
            <a:spAutoFit/>
          </a:bodyPr>
          <a:lstStyle/>
          <a:p>
            <a:pPr marL="190500" indent="-178435">
              <a:lnSpc>
                <a:spcPct val="100000"/>
              </a:lnSpc>
              <a:spcBef>
                <a:spcPts val="420"/>
              </a:spcBef>
              <a:buFont typeface="Arial"/>
              <a:buChar char="•"/>
              <a:tabLst>
                <a:tab pos="191135" algn="l"/>
              </a:tabLst>
            </a:pPr>
            <a:r>
              <a:rPr sz="1350" spc="-140" dirty="0">
                <a:solidFill>
                  <a:srgbClr val="2C292A"/>
                </a:solidFill>
                <a:latin typeface="Arial Black"/>
                <a:cs typeface="Arial Black"/>
              </a:rPr>
              <a:t>Meet</a:t>
            </a:r>
            <a:r>
              <a:rPr sz="1350" spc="-75" dirty="0">
                <a:solidFill>
                  <a:srgbClr val="2C292A"/>
                </a:solidFill>
                <a:latin typeface="Arial Black"/>
                <a:cs typeface="Arial Black"/>
              </a:rPr>
              <a:t> </a:t>
            </a:r>
            <a:r>
              <a:rPr sz="1350" spc="-175" dirty="0">
                <a:solidFill>
                  <a:srgbClr val="2C292A"/>
                </a:solidFill>
                <a:latin typeface="Arial Black"/>
                <a:cs typeface="Arial Black"/>
              </a:rPr>
              <a:t>HIPAA</a:t>
            </a:r>
            <a:r>
              <a:rPr sz="1350" spc="-70" dirty="0">
                <a:solidFill>
                  <a:srgbClr val="2C292A"/>
                </a:solidFill>
                <a:latin typeface="Arial Black"/>
                <a:cs typeface="Arial Black"/>
              </a:rPr>
              <a:t> </a:t>
            </a:r>
            <a:r>
              <a:rPr sz="1350" spc="-110" dirty="0">
                <a:solidFill>
                  <a:srgbClr val="2C292A"/>
                </a:solidFill>
                <a:latin typeface="Arial Black"/>
                <a:cs typeface="Arial Black"/>
              </a:rPr>
              <a:t>&amp;</a:t>
            </a:r>
            <a:r>
              <a:rPr sz="1350" spc="-65" dirty="0">
                <a:solidFill>
                  <a:srgbClr val="2C292A"/>
                </a:solidFill>
                <a:latin typeface="Arial Black"/>
                <a:cs typeface="Arial Black"/>
              </a:rPr>
              <a:t> </a:t>
            </a:r>
            <a:r>
              <a:rPr sz="1350" spc="-170" dirty="0">
                <a:solidFill>
                  <a:srgbClr val="2C292A"/>
                </a:solidFill>
                <a:latin typeface="Arial Black"/>
                <a:cs typeface="Arial Black"/>
              </a:rPr>
              <a:t>FedRAMP</a:t>
            </a:r>
            <a:r>
              <a:rPr sz="1350" spc="-45" dirty="0">
                <a:solidFill>
                  <a:srgbClr val="2C292A"/>
                </a:solidFill>
                <a:latin typeface="Arial Black"/>
                <a:cs typeface="Arial Black"/>
              </a:rPr>
              <a:t> </a:t>
            </a:r>
            <a:r>
              <a:rPr sz="1350" spc="-170" dirty="0">
                <a:solidFill>
                  <a:srgbClr val="2C292A"/>
                </a:solidFill>
                <a:latin typeface="Arial Black"/>
                <a:cs typeface="Arial Black"/>
              </a:rPr>
              <a:t>compliance</a:t>
            </a:r>
            <a:r>
              <a:rPr sz="1350" spc="-60" dirty="0">
                <a:solidFill>
                  <a:srgbClr val="2C292A"/>
                </a:solidFill>
                <a:latin typeface="Arial Black"/>
                <a:cs typeface="Arial Black"/>
              </a:rPr>
              <a:t> </a:t>
            </a:r>
            <a:r>
              <a:rPr sz="1350" spc="-170" dirty="0">
                <a:solidFill>
                  <a:srgbClr val="2C292A"/>
                </a:solidFill>
                <a:latin typeface="Arial Black"/>
                <a:cs typeface="Arial Black"/>
              </a:rPr>
              <a:t>needs</a:t>
            </a:r>
            <a:r>
              <a:rPr sz="1350" spc="-80" dirty="0">
                <a:solidFill>
                  <a:srgbClr val="2C292A"/>
                </a:solidFill>
                <a:latin typeface="Arial Black"/>
                <a:cs typeface="Arial Black"/>
              </a:rPr>
              <a:t> </a:t>
            </a:r>
            <a:r>
              <a:rPr sz="1350" spc="-170" dirty="0">
                <a:solidFill>
                  <a:srgbClr val="2C292A"/>
                </a:solidFill>
                <a:latin typeface="Arial Black"/>
                <a:cs typeface="Arial Black"/>
              </a:rPr>
              <a:t>with</a:t>
            </a:r>
            <a:r>
              <a:rPr sz="1350" spc="-70" dirty="0">
                <a:solidFill>
                  <a:srgbClr val="2C292A"/>
                </a:solidFill>
                <a:latin typeface="Arial Black"/>
                <a:cs typeface="Arial Black"/>
              </a:rPr>
              <a:t> </a:t>
            </a:r>
            <a:r>
              <a:rPr sz="1350" spc="-165" dirty="0">
                <a:solidFill>
                  <a:srgbClr val="2C292A"/>
                </a:solidFill>
                <a:latin typeface="Arial Black"/>
                <a:cs typeface="Arial Black"/>
              </a:rPr>
              <a:t>explicit</a:t>
            </a:r>
            <a:r>
              <a:rPr sz="1350" spc="-60" dirty="0">
                <a:solidFill>
                  <a:srgbClr val="2C292A"/>
                </a:solidFill>
                <a:latin typeface="Arial Black"/>
                <a:cs typeface="Arial Black"/>
              </a:rPr>
              <a:t> </a:t>
            </a:r>
            <a:r>
              <a:rPr sz="1350" spc="-160" dirty="0">
                <a:solidFill>
                  <a:srgbClr val="2C292A"/>
                </a:solidFill>
                <a:latin typeface="Arial Black"/>
                <a:cs typeface="Arial Black"/>
              </a:rPr>
              <a:t>data</a:t>
            </a:r>
            <a:r>
              <a:rPr sz="1350" spc="-65" dirty="0">
                <a:solidFill>
                  <a:srgbClr val="2C292A"/>
                </a:solidFill>
                <a:latin typeface="Arial Black"/>
                <a:cs typeface="Arial Black"/>
              </a:rPr>
              <a:t> </a:t>
            </a:r>
            <a:r>
              <a:rPr sz="1350" spc="-240" dirty="0">
                <a:solidFill>
                  <a:srgbClr val="2C292A"/>
                </a:solidFill>
                <a:latin typeface="Arial Black"/>
                <a:cs typeface="Arial Black"/>
              </a:rPr>
              <a:t>access</a:t>
            </a:r>
            <a:r>
              <a:rPr sz="1350" spc="-60" dirty="0">
                <a:solidFill>
                  <a:srgbClr val="2C292A"/>
                </a:solidFill>
                <a:latin typeface="Arial Black"/>
                <a:cs typeface="Arial Black"/>
              </a:rPr>
              <a:t> </a:t>
            </a:r>
            <a:r>
              <a:rPr sz="1350" spc="-155" dirty="0">
                <a:solidFill>
                  <a:srgbClr val="2C292A"/>
                </a:solidFill>
                <a:latin typeface="Arial Black"/>
                <a:cs typeface="Arial Black"/>
              </a:rPr>
              <a:t>procedures</a:t>
            </a:r>
            <a:endParaRPr sz="1350">
              <a:latin typeface="Arial Black"/>
              <a:cs typeface="Arial Black"/>
            </a:endParaRPr>
          </a:p>
          <a:p>
            <a:pPr marL="190500" indent="-178435">
              <a:lnSpc>
                <a:spcPct val="100000"/>
              </a:lnSpc>
              <a:spcBef>
                <a:spcPts val="325"/>
              </a:spcBef>
              <a:buFont typeface="Arial"/>
              <a:buChar char="•"/>
              <a:tabLst>
                <a:tab pos="191135" algn="l"/>
              </a:tabLst>
            </a:pPr>
            <a:r>
              <a:rPr sz="1350" spc="-150" dirty="0">
                <a:solidFill>
                  <a:srgbClr val="2C292A"/>
                </a:solidFill>
                <a:latin typeface="Arial Black"/>
                <a:cs typeface="Arial Black"/>
              </a:rPr>
              <a:t>Full </a:t>
            </a:r>
            <a:r>
              <a:rPr sz="1350" spc="-240" dirty="0">
                <a:solidFill>
                  <a:srgbClr val="2C292A"/>
                </a:solidFill>
                <a:latin typeface="Arial Black"/>
                <a:cs typeface="Arial Black"/>
              </a:rPr>
              <a:t>access </a:t>
            </a:r>
            <a:r>
              <a:rPr sz="1350" spc="-140" dirty="0">
                <a:solidFill>
                  <a:srgbClr val="2C292A"/>
                </a:solidFill>
                <a:latin typeface="Arial Black"/>
                <a:cs typeface="Arial Black"/>
              </a:rPr>
              <a:t>control </a:t>
            </a:r>
            <a:r>
              <a:rPr sz="1350" spc="-145" dirty="0">
                <a:solidFill>
                  <a:srgbClr val="2C292A"/>
                </a:solidFill>
                <a:latin typeface="Arial Black"/>
                <a:cs typeface="Arial Black"/>
              </a:rPr>
              <a:t>and oversight </a:t>
            </a:r>
            <a:r>
              <a:rPr sz="1350" spc="-125" dirty="0">
                <a:solidFill>
                  <a:srgbClr val="2C292A"/>
                </a:solidFill>
                <a:latin typeface="Arial Black"/>
                <a:cs typeface="Arial Black"/>
              </a:rPr>
              <a:t>provided </a:t>
            </a:r>
            <a:r>
              <a:rPr sz="1350" spc="-120" dirty="0">
                <a:solidFill>
                  <a:srgbClr val="2C292A"/>
                </a:solidFill>
                <a:latin typeface="Arial Black"/>
                <a:cs typeface="Arial Black"/>
              </a:rPr>
              <a:t>to</a:t>
            </a:r>
            <a:r>
              <a:rPr sz="1350" spc="-114" dirty="0">
                <a:solidFill>
                  <a:srgbClr val="2C292A"/>
                </a:solidFill>
                <a:latin typeface="Arial Black"/>
                <a:cs typeface="Arial Black"/>
              </a:rPr>
              <a:t> </a:t>
            </a:r>
            <a:r>
              <a:rPr sz="1350" spc="-175" dirty="0">
                <a:solidFill>
                  <a:srgbClr val="2C292A"/>
                </a:solidFill>
                <a:latin typeface="Arial Black"/>
                <a:cs typeface="Arial Black"/>
              </a:rPr>
              <a:t>customer</a:t>
            </a:r>
            <a:endParaRPr sz="1350">
              <a:latin typeface="Arial Black"/>
              <a:cs typeface="Arial Black"/>
            </a:endParaRPr>
          </a:p>
          <a:p>
            <a:pPr marL="190500" indent="-178435">
              <a:lnSpc>
                <a:spcPct val="100000"/>
              </a:lnSpc>
              <a:spcBef>
                <a:spcPts val="320"/>
              </a:spcBef>
              <a:buFont typeface="Arial"/>
              <a:buChar char="•"/>
              <a:tabLst>
                <a:tab pos="191135" algn="l"/>
              </a:tabLst>
            </a:pPr>
            <a:r>
              <a:rPr sz="1350" spc="-160" dirty="0">
                <a:solidFill>
                  <a:srgbClr val="2C292A"/>
                </a:solidFill>
                <a:latin typeface="Arial Black"/>
                <a:cs typeface="Arial Black"/>
              </a:rPr>
              <a:t>Maximize data </a:t>
            </a:r>
            <a:r>
              <a:rPr sz="1350" spc="-175" dirty="0">
                <a:solidFill>
                  <a:srgbClr val="2C292A"/>
                </a:solidFill>
                <a:latin typeface="Arial Black"/>
                <a:cs typeface="Arial Black"/>
              </a:rPr>
              <a:t>security </a:t>
            </a:r>
            <a:r>
              <a:rPr sz="1350" spc="-145" dirty="0">
                <a:solidFill>
                  <a:srgbClr val="2C292A"/>
                </a:solidFill>
                <a:latin typeface="Arial Black"/>
                <a:cs typeface="Arial Black"/>
              </a:rPr>
              <a:t>and </a:t>
            </a:r>
            <a:r>
              <a:rPr sz="1350" spc="-165" dirty="0">
                <a:solidFill>
                  <a:srgbClr val="2C292A"/>
                </a:solidFill>
                <a:latin typeface="Arial Black"/>
                <a:cs typeface="Arial Black"/>
              </a:rPr>
              <a:t>privacy </a:t>
            </a:r>
            <a:r>
              <a:rPr sz="1350" spc="-130" dirty="0">
                <a:solidFill>
                  <a:srgbClr val="2C292A"/>
                </a:solidFill>
                <a:latin typeface="Arial Black"/>
                <a:cs typeface="Arial Black"/>
              </a:rPr>
              <a:t>by </a:t>
            </a:r>
            <a:r>
              <a:rPr sz="1350" spc="-110" dirty="0">
                <a:solidFill>
                  <a:srgbClr val="2C292A"/>
                </a:solidFill>
                <a:latin typeface="Arial Black"/>
                <a:cs typeface="Arial Black"/>
              </a:rPr>
              <a:t>logging </a:t>
            </a:r>
            <a:r>
              <a:rPr sz="1350" spc="-240" dirty="0">
                <a:solidFill>
                  <a:srgbClr val="2C292A"/>
                </a:solidFill>
                <a:latin typeface="Arial Black"/>
                <a:cs typeface="Arial Black"/>
              </a:rPr>
              <a:t>access</a:t>
            </a:r>
            <a:r>
              <a:rPr sz="1350" spc="-280" dirty="0">
                <a:solidFill>
                  <a:srgbClr val="2C292A"/>
                </a:solidFill>
                <a:latin typeface="Arial Black"/>
                <a:cs typeface="Arial Black"/>
              </a:rPr>
              <a:t> </a:t>
            </a:r>
            <a:r>
              <a:rPr sz="1350" spc="-140" dirty="0">
                <a:solidFill>
                  <a:srgbClr val="2C292A"/>
                </a:solidFill>
                <a:latin typeface="Arial Black"/>
                <a:cs typeface="Arial Black"/>
              </a:rPr>
              <a:t>control </a:t>
            </a:r>
            <a:r>
              <a:rPr sz="1350" spc="-170" dirty="0">
                <a:solidFill>
                  <a:srgbClr val="2C292A"/>
                </a:solidFill>
                <a:latin typeface="Arial Black"/>
                <a:cs typeface="Arial Black"/>
              </a:rPr>
              <a:t>activities</a:t>
            </a:r>
            <a:endParaRPr sz="1350">
              <a:latin typeface="Arial Black"/>
              <a:cs typeface="Arial Black"/>
            </a:endParaRPr>
          </a:p>
        </p:txBody>
      </p:sp>
      <p:sp>
        <p:nvSpPr>
          <p:cNvPr id="10" name="object 10"/>
          <p:cNvSpPr/>
          <p:nvPr/>
        </p:nvSpPr>
        <p:spPr>
          <a:xfrm>
            <a:off x="541019" y="1603247"/>
            <a:ext cx="6332220" cy="0"/>
          </a:xfrm>
          <a:custGeom>
            <a:avLst/>
            <a:gdLst/>
            <a:ahLst/>
            <a:cxnLst/>
            <a:rect l="l" t="t" r="r" b="b"/>
            <a:pathLst>
              <a:path w="6332220">
                <a:moveTo>
                  <a:pt x="0" y="0"/>
                </a:moveTo>
                <a:lnTo>
                  <a:pt x="6332220" y="0"/>
                </a:lnTo>
              </a:path>
            </a:pathLst>
          </a:custGeom>
          <a:ln w="6096">
            <a:solidFill>
              <a:srgbClr val="D73A00"/>
            </a:solidFill>
          </a:ln>
        </p:spPr>
        <p:txBody>
          <a:bodyPr wrap="square" lIns="0" tIns="0" rIns="0" bIns="0" rtlCol="0"/>
          <a:lstStyle/>
          <a:p>
            <a:endParaRPr/>
          </a:p>
        </p:txBody>
      </p:sp>
      <p:sp>
        <p:nvSpPr>
          <p:cNvPr id="11" name="object 11"/>
          <p:cNvSpPr/>
          <p:nvPr/>
        </p:nvSpPr>
        <p:spPr>
          <a:xfrm>
            <a:off x="569976" y="4268723"/>
            <a:ext cx="6303010" cy="0"/>
          </a:xfrm>
          <a:custGeom>
            <a:avLst/>
            <a:gdLst/>
            <a:ahLst/>
            <a:cxnLst/>
            <a:rect l="l" t="t" r="r" b="b"/>
            <a:pathLst>
              <a:path w="6303009">
                <a:moveTo>
                  <a:pt x="0" y="0"/>
                </a:moveTo>
                <a:lnTo>
                  <a:pt x="6302883" y="0"/>
                </a:lnTo>
              </a:path>
            </a:pathLst>
          </a:custGeom>
          <a:ln w="6096">
            <a:solidFill>
              <a:srgbClr val="D73A00"/>
            </a:solidFill>
          </a:ln>
        </p:spPr>
        <p:txBody>
          <a:bodyPr wrap="square" lIns="0" tIns="0" rIns="0" bIns="0" rtlCol="0"/>
          <a:lstStyle/>
          <a:p>
            <a:endParaRPr/>
          </a:p>
        </p:txBody>
      </p:sp>
      <p:sp>
        <p:nvSpPr>
          <p:cNvPr id="12" name="object 12"/>
          <p:cNvSpPr/>
          <p:nvPr/>
        </p:nvSpPr>
        <p:spPr>
          <a:xfrm>
            <a:off x="541019" y="5580888"/>
            <a:ext cx="6332220" cy="0"/>
          </a:xfrm>
          <a:custGeom>
            <a:avLst/>
            <a:gdLst/>
            <a:ahLst/>
            <a:cxnLst/>
            <a:rect l="l" t="t" r="r" b="b"/>
            <a:pathLst>
              <a:path w="6332220">
                <a:moveTo>
                  <a:pt x="0" y="0"/>
                </a:moveTo>
                <a:lnTo>
                  <a:pt x="6332220" y="0"/>
                </a:lnTo>
              </a:path>
            </a:pathLst>
          </a:custGeom>
          <a:ln w="6096">
            <a:solidFill>
              <a:srgbClr val="D73A00"/>
            </a:solidFill>
          </a:ln>
        </p:spPr>
        <p:txBody>
          <a:bodyPr wrap="square" lIns="0" tIns="0" rIns="0" bIns="0" rtlCol="0"/>
          <a:lstStyle/>
          <a:p>
            <a:endParaRPr/>
          </a:p>
        </p:txBody>
      </p:sp>
      <p:sp>
        <p:nvSpPr>
          <p:cNvPr id="13" name="object 13"/>
          <p:cNvSpPr txBox="1"/>
          <p:nvPr/>
        </p:nvSpPr>
        <p:spPr>
          <a:xfrm>
            <a:off x="599948" y="5132059"/>
            <a:ext cx="6507480" cy="1148715"/>
          </a:xfrm>
          <a:prstGeom prst="rect">
            <a:avLst/>
          </a:prstGeom>
        </p:spPr>
        <p:txBody>
          <a:bodyPr vert="horz" wrap="square" lIns="0" tIns="107950" rIns="0" bIns="0" rtlCol="0">
            <a:spAutoFit/>
          </a:bodyPr>
          <a:lstStyle/>
          <a:p>
            <a:pPr marL="194945">
              <a:lnSpc>
                <a:spcPct val="100000"/>
              </a:lnSpc>
              <a:spcBef>
                <a:spcPts val="850"/>
              </a:spcBef>
            </a:pPr>
            <a:r>
              <a:rPr sz="1950" b="1" spc="-75" dirty="0">
                <a:solidFill>
                  <a:srgbClr val="DC3B00"/>
                </a:solidFill>
                <a:latin typeface="Arial"/>
                <a:cs typeface="Arial"/>
              </a:rPr>
              <a:t>Advanced</a:t>
            </a:r>
            <a:r>
              <a:rPr sz="1950" b="1" spc="25" dirty="0">
                <a:solidFill>
                  <a:srgbClr val="DC3B00"/>
                </a:solidFill>
                <a:latin typeface="Arial"/>
                <a:cs typeface="Arial"/>
              </a:rPr>
              <a:t> </a:t>
            </a:r>
            <a:r>
              <a:rPr sz="1950" b="1" spc="-80" dirty="0">
                <a:solidFill>
                  <a:srgbClr val="DC3B00"/>
                </a:solidFill>
                <a:latin typeface="Arial"/>
                <a:cs typeface="Arial"/>
              </a:rPr>
              <a:t>eDiscovery</a:t>
            </a:r>
            <a:endParaRPr sz="1950">
              <a:latin typeface="Arial"/>
              <a:cs typeface="Arial"/>
            </a:endParaRPr>
          </a:p>
          <a:p>
            <a:pPr marL="190500" marR="5080" indent="-178435">
              <a:lnSpc>
                <a:spcPct val="101499"/>
              </a:lnSpc>
              <a:spcBef>
                <a:spcPts val="515"/>
              </a:spcBef>
              <a:buFont typeface="Arial"/>
              <a:buChar char="•"/>
              <a:tabLst>
                <a:tab pos="191135" algn="l"/>
              </a:tabLst>
            </a:pPr>
            <a:r>
              <a:rPr sz="1350" spc="-195" dirty="0">
                <a:solidFill>
                  <a:srgbClr val="2C292A"/>
                </a:solidFill>
                <a:latin typeface="Arial Black"/>
                <a:cs typeface="Arial Black"/>
              </a:rPr>
              <a:t>Focus </a:t>
            </a:r>
            <a:r>
              <a:rPr sz="1350" spc="-114" dirty="0">
                <a:solidFill>
                  <a:srgbClr val="2C292A"/>
                </a:solidFill>
                <a:latin typeface="Arial Black"/>
                <a:cs typeface="Arial Black"/>
              </a:rPr>
              <a:t>on </a:t>
            </a:r>
            <a:r>
              <a:rPr sz="1350" spc="-190" dirty="0">
                <a:solidFill>
                  <a:srgbClr val="2C292A"/>
                </a:solidFill>
                <a:latin typeface="Arial Black"/>
                <a:cs typeface="Arial Black"/>
              </a:rPr>
              <a:t>what </a:t>
            </a:r>
            <a:r>
              <a:rPr sz="1350" spc="-185" dirty="0">
                <a:solidFill>
                  <a:srgbClr val="2C292A"/>
                </a:solidFill>
                <a:latin typeface="Arial Black"/>
                <a:cs typeface="Arial Black"/>
              </a:rPr>
              <a:t>is </a:t>
            </a:r>
            <a:r>
              <a:rPr sz="1350" spc="-130" dirty="0">
                <a:solidFill>
                  <a:srgbClr val="2C292A"/>
                </a:solidFill>
                <a:latin typeface="Arial Black"/>
                <a:cs typeface="Arial Black"/>
              </a:rPr>
              <a:t>unique </a:t>
            </a:r>
            <a:r>
              <a:rPr sz="1350" spc="-145" dirty="0">
                <a:solidFill>
                  <a:srgbClr val="2C292A"/>
                </a:solidFill>
                <a:latin typeface="Arial Black"/>
                <a:cs typeface="Arial Black"/>
              </a:rPr>
              <a:t>and </a:t>
            </a:r>
            <a:r>
              <a:rPr sz="1350" spc="-160" dirty="0">
                <a:solidFill>
                  <a:srgbClr val="2C292A"/>
                </a:solidFill>
                <a:latin typeface="Arial Black"/>
                <a:cs typeface="Arial Black"/>
              </a:rPr>
              <a:t>relevant </a:t>
            </a:r>
            <a:r>
              <a:rPr sz="1350" spc="-130" dirty="0">
                <a:solidFill>
                  <a:srgbClr val="2C292A"/>
                </a:solidFill>
                <a:latin typeface="Arial Black"/>
                <a:cs typeface="Arial Black"/>
              </a:rPr>
              <a:t>by </a:t>
            </a:r>
            <a:r>
              <a:rPr sz="1350" spc="-135" dirty="0">
                <a:solidFill>
                  <a:srgbClr val="2C292A"/>
                </a:solidFill>
                <a:latin typeface="Arial Black"/>
                <a:cs typeface="Arial Black"/>
              </a:rPr>
              <a:t>training </a:t>
            </a:r>
            <a:r>
              <a:rPr sz="1350" spc="-150" dirty="0">
                <a:solidFill>
                  <a:srgbClr val="2C292A"/>
                </a:solidFill>
                <a:latin typeface="Arial Black"/>
                <a:cs typeface="Arial Black"/>
              </a:rPr>
              <a:t>the </a:t>
            </a:r>
            <a:r>
              <a:rPr sz="1350" spc="-195" dirty="0">
                <a:solidFill>
                  <a:srgbClr val="2C292A"/>
                </a:solidFill>
                <a:latin typeface="Arial Black"/>
                <a:cs typeface="Arial Black"/>
              </a:rPr>
              <a:t>system </a:t>
            </a:r>
            <a:r>
              <a:rPr sz="1350" spc="-120" dirty="0">
                <a:solidFill>
                  <a:srgbClr val="2C292A"/>
                </a:solidFill>
                <a:latin typeface="Arial Black"/>
                <a:cs typeface="Arial Black"/>
              </a:rPr>
              <a:t>to </a:t>
            </a:r>
            <a:r>
              <a:rPr sz="1350" spc="-130" dirty="0">
                <a:solidFill>
                  <a:srgbClr val="2C292A"/>
                </a:solidFill>
                <a:latin typeface="Arial Black"/>
                <a:cs typeface="Arial Black"/>
              </a:rPr>
              <a:t>identify </a:t>
            </a:r>
            <a:r>
              <a:rPr sz="1350" spc="-180" dirty="0">
                <a:solidFill>
                  <a:srgbClr val="2C292A"/>
                </a:solidFill>
                <a:latin typeface="Arial Black"/>
                <a:cs typeface="Arial Black"/>
              </a:rPr>
              <a:t>emails </a:t>
            </a:r>
            <a:r>
              <a:rPr sz="1350" spc="-145" dirty="0">
                <a:solidFill>
                  <a:srgbClr val="2C292A"/>
                </a:solidFill>
                <a:latin typeface="Arial Black"/>
                <a:cs typeface="Arial Black"/>
              </a:rPr>
              <a:t>and  </a:t>
            </a:r>
            <a:r>
              <a:rPr sz="1350" spc="-165" dirty="0">
                <a:solidFill>
                  <a:srgbClr val="2C292A"/>
                </a:solidFill>
                <a:latin typeface="Arial Black"/>
                <a:cs typeface="Arial Black"/>
              </a:rPr>
              <a:t>documents </a:t>
            </a:r>
            <a:r>
              <a:rPr sz="1350" spc="-120" dirty="0">
                <a:solidFill>
                  <a:srgbClr val="2C292A"/>
                </a:solidFill>
                <a:latin typeface="Arial Black"/>
                <a:cs typeface="Arial Black"/>
              </a:rPr>
              <a:t>through </a:t>
            </a:r>
            <a:r>
              <a:rPr sz="1350" spc="-150" dirty="0">
                <a:solidFill>
                  <a:srgbClr val="2C292A"/>
                </a:solidFill>
                <a:latin typeface="Arial Black"/>
                <a:cs typeface="Arial Black"/>
              </a:rPr>
              <a:t>predictive</a:t>
            </a:r>
            <a:r>
              <a:rPr sz="1350" spc="30" dirty="0">
                <a:solidFill>
                  <a:srgbClr val="2C292A"/>
                </a:solidFill>
                <a:latin typeface="Arial Black"/>
                <a:cs typeface="Arial Black"/>
              </a:rPr>
              <a:t> </a:t>
            </a:r>
            <a:r>
              <a:rPr sz="1350" spc="-135" dirty="0">
                <a:solidFill>
                  <a:srgbClr val="2C292A"/>
                </a:solidFill>
                <a:latin typeface="Arial Black"/>
                <a:cs typeface="Arial Black"/>
              </a:rPr>
              <a:t>coding</a:t>
            </a:r>
            <a:endParaRPr sz="1350">
              <a:latin typeface="Arial Black"/>
              <a:cs typeface="Arial Black"/>
            </a:endParaRPr>
          </a:p>
          <a:p>
            <a:pPr marL="190500" indent="-178435">
              <a:lnSpc>
                <a:spcPct val="100000"/>
              </a:lnSpc>
              <a:spcBef>
                <a:spcPts val="325"/>
              </a:spcBef>
              <a:buFont typeface="Arial"/>
              <a:buChar char="•"/>
              <a:tabLst>
                <a:tab pos="191135" algn="l"/>
              </a:tabLst>
            </a:pPr>
            <a:r>
              <a:rPr sz="1350" spc="-185" dirty="0">
                <a:solidFill>
                  <a:srgbClr val="2C292A"/>
                </a:solidFill>
                <a:latin typeface="Arial Black"/>
                <a:cs typeface="Arial Black"/>
              </a:rPr>
              <a:t>Reduce </a:t>
            </a:r>
            <a:r>
              <a:rPr sz="1350" spc="-155" dirty="0">
                <a:solidFill>
                  <a:srgbClr val="2C292A"/>
                </a:solidFill>
                <a:latin typeface="Arial Black"/>
                <a:cs typeface="Arial Black"/>
              </a:rPr>
              <a:t>document </a:t>
            </a:r>
            <a:r>
              <a:rPr sz="1350" spc="-150" dirty="0">
                <a:solidFill>
                  <a:srgbClr val="2C292A"/>
                </a:solidFill>
                <a:latin typeface="Arial Black"/>
                <a:cs typeface="Arial Black"/>
              </a:rPr>
              <a:t>volume </a:t>
            </a:r>
            <a:r>
              <a:rPr sz="1350" spc="-170" dirty="0">
                <a:solidFill>
                  <a:srgbClr val="2C292A"/>
                </a:solidFill>
                <a:latin typeface="Arial Black"/>
                <a:cs typeface="Arial Black"/>
              </a:rPr>
              <a:t>with </a:t>
            </a:r>
            <a:r>
              <a:rPr sz="1350" spc="-160" dirty="0">
                <a:solidFill>
                  <a:srgbClr val="2C292A"/>
                </a:solidFill>
                <a:latin typeface="Arial Black"/>
                <a:cs typeface="Arial Black"/>
              </a:rPr>
              <a:t>Near Duplicates </a:t>
            </a:r>
            <a:r>
              <a:rPr sz="1350" spc="-145" dirty="0">
                <a:solidFill>
                  <a:srgbClr val="2C292A"/>
                </a:solidFill>
                <a:latin typeface="Arial Black"/>
                <a:cs typeface="Arial Black"/>
              </a:rPr>
              <a:t>and </a:t>
            </a:r>
            <a:r>
              <a:rPr sz="1350" spc="-180" dirty="0">
                <a:solidFill>
                  <a:srgbClr val="2C292A"/>
                </a:solidFill>
                <a:latin typeface="Arial Black"/>
                <a:cs typeface="Arial Black"/>
              </a:rPr>
              <a:t>Email</a:t>
            </a:r>
            <a:r>
              <a:rPr sz="1350" spc="15" dirty="0">
                <a:solidFill>
                  <a:srgbClr val="2C292A"/>
                </a:solidFill>
                <a:latin typeface="Arial Black"/>
                <a:cs typeface="Arial Black"/>
              </a:rPr>
              <a:t> </a:t>
            </a:r>
            <a:r>
              <a:rPr sz="1350" spc="-150" dirty="0">
                <a:solidFill>
                  <a:srgbClr val="2C292A"/>
                </a:solidFill>
                <a:latin typeface="Arial Black"/>
                <a:cs typeface="Arial Black"/>
              </a:rPr>
              <a:t>Threading</a:t>
            </a:r>
            <a:endParaRPr sz="1350">
              <a:latin typeface="Arial Black"/>
              <a:cs typeface="Arial Black"/>
            </a:endParaRPr>
          </a:p>
        </p:txBody>
      </p:sp>
      <p:sp>
        <p:nvSpPr>
          <p:cNvPr id="14" name="object 14"/>
          <p:cNvSpPr txBox="1"/>
          <p:nvPr/>
        </p:nvSpPr>
        <p:spPr>
          <a:xfrm>
            <a:off x="8600947" y="1553337"/>
            <a:ext cx="2277745" cy="239395"/>
          </a:xfrm>
          <a:prstGeom prst="rect">
            <a:avLst/>
          </a:prstGeom>
        </p:spPr>
        <p:txBody>
          <a:bodyPr vert="horz" wrap="square" lIns="0" tIns="13335" rIns="0" bIns="0" rtlCol="0">
            <a:spAutoFit/>
          </a:bodyPr>
          <a:lstStyle/>
          <a:p>
            <a:pPr marL="12700">
              <a:lnSpc>
                <a:spcPct val="100000"/>
              </a:lnSpc>
              <a:spcBef>
                <a:spcPts val="105"/>
              </a:spcBef>
            </a:pPr>
            <a:r>
              <a:rPr sz="1400" b="1" spc="-55" dirty="0">
                <a:solidFill>
                  <a:srgbClr val="DC3B00"/>
                </a:solidFill>
                <a:latin typeface="Arial"/>
                <a:cs typeface="Arial"/>
              </a:rPr>
              <a:t>Advanced </a:t>
            </a:r>
            <a:r>
              <a:rPr sz="1400" b="1" spc="-35" dirty="0">
                <a:solidFill>
                  <a:srgbClr val="DC3B00"/>
                </a:solidFill>
                <a:latin typeface="Arial"/>
                <a:cs typeface="Arial"/>
              </a:rPr>
              <a:t>Threat</a:t>
            </a:r>
            <a:r>
              <a:rPr sz="1400" b="1" spc="-20" dirty="0">
                <a:solidFill>
                  <a:srgbClr val="DC3B00"/>
                </a:solidFill>
                <a:latin typeface="Arial"/>
                <a:cs typeface="Arial"/>
              </a:rPr>
              <a:t> </a:t>
            </a:r>
            <a:r>
              <a:rPr sz="1400" b="1" spc="-40" dirty="0">
                <a:solidFill>
                  <a:srgbClr val="DC3B00"/>
                </a:solidFill>
                <a:latin typeface="Arial"/>
                <a:cs typeface="Arial"/>
              </a:rPr>
              <a:t>Protection</a:t>
            </a:r>
            <a:endParaRPr sz="1400">
              <a:latin typeface="Arial"/>
              <a:cs typeface="Arial"/>
            </a:endParaRPr>
          </a:p>
        </p:txBody>
      </p:sp>
      <p:grpSp>
        <p:nvGrpSpPr>
          <p:cNvPr id="15" name="object 15"/>
          <p:cNvGrpSpPr/>
          <p:nvPr/>
        </p:nvGrpSpPr>
        <p:grpSpPr>
          <a:xfrm>
            <a:off x="8503919" y="272605"/>
            <a:ext cx="2468880" cy="4406265"/>
            <a:chOff x="8503919" y="272605"/>
            <a:chExt cx="2468880" cy="4406265"/>
          </a:xfrm>
        </p:grpSpPr>
        <p:sp>
          <p:nvSpPr>
            <p:cNvPr id="16" name="object 16"/>
            <p:cNvSpPr/>
            <p:nvPr/>
          </p:nvSpPr>
          <p:spPr>
            <a:xfrm>
              <a:off x="9393173" y="1856993"/>
              <a:ext cx="690880" cy="0"/>
            </a:xfrm>
            <a:custGeom>
              <a:avLst/>
              <a:gdLst/>
              <a:ahLst/>
              <a:cxnLst/>
              <a:rect l="l" t="t" r="r" b="b"/>
              <a:pathLst>
                <a:path w="690879">
                  <a:moveTo>
                    <a:pt x="0" y="0"/>
                  </a:moveTo>
                  <a:lnTo>
                    <a:pt x="690752" y="0"/>
                  </a:lnTo>
                </a:path>
              </a:pathLst>
            </a:custGeom>
            <a:ln w="28956">
              <a:solidFill>
                <a:srgbClr val="BCB3AA"/>
              </a:solidFill>
            </a:ln>
          </p:spPr>
          <p:txBody>
            <a:bodyPr wrap="square" lIns="0" tIns="0" rIns="0" bIns="0" rtlCol="0"/>
            <a:lstStyle/>
            <a:p>
              <a:endParaRPr/>
            </a:p>
          </p:txBody>
        </p:sp>
        <p:sp>
          <p:nvSpPr>
            <p:cNvPr id="17" name="object 17"/>
            <p:cNvSpPr/>
            <p:nvPr/>
          </p:nvSpPr>
          <p:spPr>
            <a:xfrm>
              <a:off x="8625839" y="281940"/>
              <a:ext cx="2193036" cy="1182623"/>
            </a:xfrm>
            <a:prstGeom prst="rect">
              <a:avLst/>
            </a:prstGeom>
            <a:blipFill>
              <a:blip r:embed="rId2" cstate="print"/>
              <a:stretch>
                <a:fillRect/>
              </a:stretch>
            </a:blipFill>
          </p:spPr>
          <p:txBody>
            <a:bodyPr wrap="square" lIns="0" tIns="0" rIns="0" bIns="0" rtlCol="0"/>
            <a:lstStyle/>
            <a:p>
              <a:endParaRPr/>
            </a:p>
          </p:txBody>
        </p:sp>
        <p:sp>
          <p:nvSpPr>
            <p:cNvPr id="18" name="object 18"/>
            <p:cNvSpPr/>
            <p:nvPr/>
          </p:nvSpPr>
          <p:spPr>
            <a:xfrm>
              <a:off x="8621267" y="277368"/>
              <a:ext cx="2202180" cy="1191895"/>
            </a:xfrm>
            <a:custGeom>
              <a:avLst/>
              <a:gdLst/>
              <a:ahLst/>
              <a:cxnLst/>
              <a:rect l="l" t="t" r="r" b="b"/>
              <a:pathLst>
                <a:path w="2202179" h="1191895">
                  <a:moveTo>
                    <a:pt x="0" y="1191767"/>
                  </a:moveTo>
                  <a:lnTo>
                    <a:pt x="2202179" y="1191767"/>
                  </a:lnTo>
                  <a:lnTo>
                    <a:pt x="2202179" y="0"/>
                  </a:lnTo>
                  <a:lnTo>
                    <a:pt x="0" y="0"/>
                  </a:lnTo>
                  <a:lnTo>
                    <a:pt x="0" y="1191767"/>
                  </a:lnTo>
                  <a:close/>
                </a:path>
              </a:pathLst>
            </a:custGeom>
            <a:ln w="9143">
              <a:solidFill>
                <a:srgbClr val="FFFFFF"/>
              </a:solidFill>
            </a:ln>
          </p:spPr>
          <p:txBody>
            <a:bodyPr wrap="square" lIns="0" tIns="0" rIns="0" bIns="0" rtlCol="0"/>
            <a:lstStyle/>
            <a:p>
              <a:endParaRPr/>
            </a:p>
          </p:txBody>
        </p:sp>
        <p:sp>
          <p:nvSpPr>
            <p:cNvPr id="19" name="object 19"/>
            <p:cNvSpPr/>
            <p:nvPr/>
          </p:nvSpPr>
          <p:spPr>
            <a:xfrm>
              <a:off x="8625839" y="2144268"/>
              <a:ext cx="2193036" cy="1211579"/>
            </a:xfrm>
            <a:prstGeom prst="rect">
              <a:avLst/>
            </a:prstGeom>
            <a:blipFill>
              <a:blip r:embed="rId3" cstate="print"/>
              <a:stretch>
                <a:fillRect/>
              </a:stretch>
            </a:blipFill>
          </p:spPr>
          <p:txBody>
            <a:bodyPr wrap="square" lIns="0" tIns="0" rIns="0" bIns="0" rtlCol="0"/>
            <a:lstStyle/>
            <a:p>
              <a:endParaRPr/>
            </a:p>
          </p:txBody>
        </p:sp>
        <p:sp>
          <p:nvSpPr>
            <p:cNvPr id="20" name="object 20"/>
            <p:cNvSpPr/>
            <p:nvPr/>
          </p:nvSpPr>
          <p:spPr>
            <a:xfrm>
              <a:off x="8621267" y="2139695"/>
              <a:ext cx="2202180" cy="1221105"/>
            </a:xfrm>
            <a:custGeom>
              <a:avLst/>
              <a:gdLst/>
              <a:ahLst/>
              <a:cxnLst/>
              <a:rect l="l" t="t" r="r" b="b"/>
              <a:pathLst>
                <a:path w="2202179" h="1221104">
                  <a:moveTo>
                    <a:pt x="0" y="1220724"/>
                  </a:moveTo>
                  <a:lnTo>
                    <a:pt x="2202179" y="1220724"/>
                  </a:lnTo>
                  <a:lnTo>
                    <a:pt x="2202179" y="0"/>
                  </a:lnTo>
                  <a:lnTo>
                    <a:pt x="0" y="0"/>
                  </a:lnTo>
                  <a:lnTo>
                    <a:pt x="0" y="1220724"/>
                  </a:lnTo>
                  <a:close/>
                </a:path>
              </a:pathLst>
            </a:custGeom>
            <a:ln w="9144">
              <a:solidFill>
                <a:srgbClr val="FFFFFF"/>
              </a:solidFill>
            </a:ln>
          </p:spPr>
          <p:txBody>
            <a:bodyPr wrap="square" lIns="0" tIns="0" rIns="0" bIns="0" rtlCol="0"/>
            <a:lstStyle/>
            <a:p>
              <a:endParaRPr/>
            </a:p>
          </p:txBody>
        </p:sp>
        <p:sp>
          <p:nvSpPr>
            <p:cNvPr id="21" name="object 21"/>
            <p:cNvSpPr/>
            <p:nvPr/>
          </p:nvSpPr>
          <p:spPr>
            <a:xfrm>
              <a:off x="8503919" y="3936491"/>
              <a:ext cx="2468879" cy="742188"/>
            </a:xfrm>
            <a:prstGeom prst="rect">
              <a:avLst/>
            </a:prstGeom>
            <a:blipFill>
              <a:blip r:embed="rId4" cstate="print"/>
              <a:stretch>
                <a:fillRect/>
              </a:stretch>
            </a:blipFill>
          </p:spPr>
          <p:txBody>
            <a:bodyPr wrap="square" lIns="0" tIns="0" rIns="0" bIns="0" rtlCol="0"/>
            <a:lstStyle/>
            <a:p>
              <a:endParaRPr/>
            </a:p>
          </p:txBody>
        </p:sp>
      </p:grpSp>
      <p:sp>
        <p:nvSpPr>
          <p:cNvPr id="22" name="object 22"/>
          <p:cNvSpPr txBox="1"/>
          <p:nvPr/>
        </p:nvSpPr>
        <p:spPr>
          <a:xfrm>
            <a:off x="8418321" y="3503421"/>
            <a:ext cx="2640330" cy="239395"/>
          </a:xfrm>
          <a:prstGeom prst="rect">
            <a:avLst/>
          </a:prstGeom>
        </p:spPr>
        <p:txBody>
          <a:bodyPr vert="horz" wrap="square" lIns="0" tIns="13335" rIns="0" bIns="0" rtlCol="0">
            <a:spAutoFit/>
          </a:bodyPr>
          <a:lstStyle/>
          <a:p>
            <a:pPr marL="12700">
              <a:lnSpc>
                <a:spcPct val="100000"/>
              </a:lnSpc>
              <a:spcBef>
                <a:spcPts val="105"/>
              </a:spcBef>
            </a:pPr>
            <a:r>
              <a:rPr sz="1400" b="1" spc="-55" dirty="0">
                <a:solidFill>
                  <a:srgbClr val="DC3B00"/>
                </a:solidFill>
                <a:latin typeface="Arial"/>
                <a:cs typeface="Arial"/>
              </a:rPr>
              <a:t>Advanced </a:t>
            </a:r>
            <a:r>
              <a:rPr sz="1400" b="1" spc="-60" dirty="0">
                <a:solidFill>
                  <a:srgbClr val="DC3B00"/>
                </a:solidFill>
                <a:latin typeface="Arial"/>
                <a:cs typeface="Arial"/>
              </a:rPr>
              <a:t>Security</a:t>
            </a:r>
            <a:r>
              <a:rPr sz="1400" b="1" spc="-30" dirty="0">
                <a:solidFill>
                  <a:srgbClr val="DC3B00"/>
                </a:solidFill>
                <a:latin typeface="Arial"/>
                <a:cs typeface="Arial"/>
              </a:rPr>
              <a:t> </a:t>
            </a:r>
            <a:r>
              <a:rPr sz="1400" b="1" spc="-15" dirty="0">
                <a:solidFill>
                  <a:srgbClr val="DC3B00"/>
                </a:solidFill>
                <a:latin typeface="Arial"/>
                <a:cs typeface="Arial"/>
              </a:rPr>
              <a:t>Management</a:t>
            </a:r>
            <a:endParaRPr sz="1400">
              <a:latin typeface="Arial"/>
              <a:cs typeface="Arial"/>
            </a:endParaRPr>
          </a:p>
        </p:txBody>
      </p:sp>
      <p:sp>
        <p:nvSpPr>
          <p:cNvPr id="23" name="object 23"/>
          <p:cNvSpPr txBox="1"/>
          <p:nvPr/>
        </p:nvSpPr>
        <p:spPr>
          <a:xfrm>
            <a:off x="8975597" y="4612385"/>
            <a:ext cx="1525905" cy="239395"/>
          </a:xfrm>
          <a:prstGeom prst="rect">
            <a:avLst/>
          </a:prstGeom>
        </p:spPr>
        <p:txBody>
          <a:bodyPr vert="horz" wrap="square" lIns="0" tIns="12700" rIns="0" bIns="0" rtlCol="0">
            <a:spAutoFit/>
          </a:bodyPr>
          <a:lstStyle/>
          <a:p>
            <a:pPr marL="12700">
              <a:lnSpc>
                <a:spcPct val="100000"/>
              </a:lnSpc>
              <a:spcBef>
                <a:spcPts val="100"/>
              </a:spcBef>
            </a:pPr>
            <a:r>
              <a:rPr sz="1400" b="1" spc="-55" dirty="0">
                <a:solidFill>
                  <a:srgbClr val="DC3B00"/>
                </a:solidFill>
                <a:latin typeface="Arial"/>
                <a:cs typeface="Arial"/>
              </a:rPr>
              <a:t>Customer</a:t>
            </a:r>
            <a:r>
              <a:rPr sz="1400" b="1" spc="-75" dirty="0">
                <a:solidFill>
                  <a:srgbClr val="DC3B00"/>
                </a:solidFill>
                <a:latin typeface="Arial"/>
                <a:cs typeface="Arial"/>
              </a:rPr>
              <a:t> </a:t>
            </a:r>
            <a:r>
              <a:rPr sz="1400" b="1" spc="-70" dirty="0">
                <a:solidFill>
                  <a:srgbClr val="DC3B00"/>
                </a:solidFill>
                <a:latin typeface="Arial"/>
                <a:cs typeface="Arial"/>
              </a:rPr>
              <a:t>Lockbox</a:t>
            </a:r>
            <a:endParaRPr sz="1400">
              <a:latin typeface="Arial"/>
              <a:cs typeface="Arial"/>
            </a:endParaRPr>
          </a:p>
        </p:txBody>
      </p:sp>
      <p:grpSp>
        <p:nvGrpSpPr>
          <p:cNvPr id="24" name="object 24"/>
          <p:cNvGrpSpPr/>
          <p:nvPr/>
        </p:nvGrpSpPr>
        <p:grpSpPr>
          <a:xfrm>
            <a:off x="8616695" y="3829811"/>
            <a:ext cx="2211705" cy="2577465"/>
            <a:chOff x="8616695" y="3829811"/>
            <a:chExt cx="2211705" cy="2577465"/>
          </a:xfrm>
        </p:grpSpPr>
        <p:sp>
          <p:nvSpPr>
            <p:cNvPr id="25" name="object 25"/>
            <p:cNvSpPr/>
            <p:nvPr/>
          </p:nvSpPr>
          <p:spPr>
            <a:xfrm>
              <a:off x="9393173" y="3844289"/>
              <a:ext cx="690880" cy="1089660"/>
            </a:xfrm>
            <a:custGeom>
              <a:avLst/>
              <a:gdLst/>
              <a:ahLst/>
              <a:cxnLst/>
              <a:rect l="l" t="t" r="r" b="b"/>
              <a:pathLst>
                <a:path w="690879" h="1089660">
                  <a:moveTo>
                    <a:pt x="0" y="1089660"/>
                  </a:moveTo>
                  <a:lnTo>
                    <a:pt x="690752" y="1089660"/>
                  </a:lnTo>
                </a:path>
                <a:path w="690879" h="1089660">
                  <a:moveTo>
                    <a:pt x="0" y="0"/>
                  </a:moveTo>
                  <a:lnTo>
                    <a:pt x="690752" y="0"/>
                  </a:lnTo>
                </a:path>
              </a:pathLst>
            </a:custGeom>
            <a:ln w="28956">
              <a:solidFill>
                <a:srgbClr val="BCB3AA"/>
              </a:solidFill>
            </a:ln>
          </p:spPr>
          <p:txBody>
            <a:bodyPr wrap="square" lIns="0" tIns="0" rIns="0" bIns="0" rtlCol="0"/>
            <a:lstStyle/>
            <a:p>
              <a:endParaRPr/>
            </a:p>
          </p:txBody>
        </p:sp>
        <p:sp>
          <p:nvSpPr>
            <p:cNvPr id="26" name="object 26"/>
            <p:cNvSpPr/>
            <p:nvPr/>
          </p:nvSpPr>
          <p:spPr>
            <a:xfrm>
              <a:off x="8625839" y="5148072"/>
              <a:ext cx="2193036" cy="1249680"/>
            </a:xfrm>
            <a:prstGeom prst="rect">
              <a:avLst/>
            </a:prstGeom>
            <a:blipFill>
              <a:blip r:embed="rId5" cstate="print"/>
              <a:stretch>
                <a:fillRect/>
              </a:stretch>
            </a:blipFill>
          </p:spPr>
          <p:txBody>
            <a:bodyPr wrap="square" lIns="0" tIns="0" rIns="0" bIns="0" rtlCol="0"/>
            <a:lstStyle/>
            <a:p>
              <a:endParaRPr/>
            </a:p>
          </p:txBody>
        </p:sp>
        <p:sp>
          <p:nvSpPr>
            <p:cNvPr id="27" name="object 27"/>
            <p:cNvSpPr/>
            <p:nvPr/>
          </p:nvSpPr>
          <p:spPr>
            <a:xfrm>
              <a:off x="8621267" y="5143500"/>
              <a:ext cx="2202180" cy="1259205"/>
            </a:xfrm>
            <a:custGeom>
              <a:avLst/>
              <a:gdLst/>
              <a:ahLst/>
              <a:cxnLst/>
              <a:rect l="l" t="t" r="r" b="b"/>
              <a:pathLst>
                <a:path w="2202179" h="1259204">
                  <a:moveTo>
                    <a:pt x="0" y="1258824"/>
                  </a:moveTo>
                  <a:lnTo>
                    <a:pt x="2202179" y="1258824"/>
                  </a:lnTo>
                  <a:lnTo>
                    <a:pt x="2202179" y="0"/>
                  </a:lnTo>
                  <a:lnTo>
                    <a:pt x="0" y="0"/>
                  </a:lnTo>
                  <a:lnTo>
                    <a:pt x="0" y="1258824"/>
                  </a:lnTo>
                  <a:close/>
                </a:path>
              </a:pathLst>
            </a:custGeom>
            <a:ln w="9144">
              <a:solidFill>
                <a:srgbClr val="FFFFFF"/>
              </a:solidFill>
            </a:ln>
          </p:spPr>
          <p:txBody>
            <a:bodyPr wrap="square" lIns="0" tIns="0" rIns="0" bIns="0" rtlCol="0"/>
            <a:lstStyle/>
            <a:p>
              <a:endParaRPr/>
            </a:p>
          </p:txBody>
        </p:sp>
      </p:grpSp>
      <p:sp>
        <p:nvSpPr>
          <p:cNvPr id="28" name="object 28"/>
          <p:cNvSpPr txBox="1"/>
          <p:nvPr/>
        </p:nvSpPr>
        <p:spPr>
          <a:xfrm>
            <a:off x="8864854" y="6462471"/>
            <a:ext cx="1748155" cy="239395"/>
          </a:xfrm>
          <a:prstGeom prst="rect">
            <a:avLst/>
          </a:prstGeom>
        </p:spPr>
        <p:txBody>
          <a:bodyPr vert="horz" wrap="square" lIns="0" tIns="12700" rIns="0" bIns="0" rtlCol="0">
            <a:spAutoFit/>
          </a:bodyPr>
          <a:lstStyle/>
          <a:p>
            <a:pPr marL="12700">
              <a:lnSpc>
                <a:spcPct val="100000"/>
              </a:lnSpc>
              <a:spcBef>
                <a:spcPts val="100"/>
              </a:spcBef>
            </a:pPr>
            <a:r>
              <a:rPr sz="1400" b="1" spc="-55" dirty="0">
                <a:solidFill>
                  <a:srgbClr val="DC3B00"/>
                </a:solidFill>
                <a:latin typeface="Arial"/>
                <a:cs typeface="Arial"/>
              </a:rPr>
              <a:t>Advanced </a:t>
            </a:r>
            <a:r>
              <a:rPr sz="1400" b="1" spc="-65" dirty="0">
                <a:solidFill>
                  <a:srgbClr val="DC3B00"/>
                </a:solidFill>
                <a:latin typeface="Arial"/>
                <a:cs typeface="Arial"/>
              </a:rPr>
              <a:t>eDiscovery</a:t>
            </a:r>
            <a:endParaRPr sz="140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8F8F8"/>
          </a:solidFill>
        </p:spPr>
        <p:txBody>
          <a:bodyPr wrap="square" lIns="0" tIns="0" rIns="0" bIns="0" rtlCol="0"/>
          <a:lstStyle/>
          <a:p>
            <a:endParaRPr/>
          </a:p>
        </p:txBody>
      </p:sp>
      <p:sp>
        <p:nvSpPr>
          <p:cNvPr id="3" name="object 3"/>
          <p:cNvSpPr txBox="1"/>
          <p:nvPr/>
        </p:nvSpPr>
        <p:spPr>
          <a:xfrm>
            <a:off x="420116" y="350900"/>
            <a:ext cx="883919" cy="444500"/>
          </a:xfrm>
          <a:prstGeom prst="rect">
            <a:avLst/>
          </a:prstGeom>
        </p:spPr>
        <p:txBody>
          <a:bodyPr vert="horz" wrap="square" lIns="0" tIns="12065" rIns="0" bIns="0" rtlCol="0">
            <a:spAutoFit/>
          </a:bodyPr>
          <a:lstStyle/>
          <a:p>
            <a:pPr marL="12700">
              <a:lnSpc>
                <a:spcPct val="100000"/>
              </a:lnSpc>
              <a:spcBef>
                <a:spcPts val="95"/>
              </a:spcBef>
            </a:pPr>
            <a:r>
              <a:rPr sz="2750" b="1" spc="110" dirty="0">
                <a:solidFill>
                  <a:srgbClr val="FF0000"/>
                </a:solidFill>
                <a:latin typeface="Arial"/>
                <a:cs typeface="Arial"/>
              </a:rPr>
              <a:t>NEW</a:t>
            </a:r>
            <a:endParaRPr sz="2750">
              <a:latin typeface="Arial"/>
              <a:cs typeface="Arial"/>
            </a:endParaRPr>
          </a:p>
        </p:txBody>
      </p:sp>
      <p:sp>
        <p:nvSpPr>
          <p:cNvPr id="4" name="object 4"/>
          <p:cNvSpPr/>
          <p:nvPr/>
        </p:nvSpPr>
        <p:spPr>
          <a:xfrm>
            <a:off x="1402080" y="463930"/>
            <a:ext cx="5793359" cy="252730"/>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57785" rIns="0" bIns="0" rtlCol="0">
            <a:spAutoFit/>
          </a:bodyPr>
          <a:lstStyle/>
          <a:p>
            <a:pPr marL="12700" marR="5080">
              <a:lnSpc>
                <a:spcPts val="2000"/>
              </a:lnSpc>
              <a:spcBef>
                <a:spcPts val="455"/>
              </a:spcBef>
            </a:pPr>
            <a:r>
              <a:rPr spc="-220" dirty="0"/>
              <a:t>Office </a:t>
            </a:r>
            <a:r>
              <a:rPr spc="-250" dirty="0"/>
              <a:t>365 </a:t>
            </a:r>
            <a:r>
              <a:rPr spc="-265" dirty="0"/>
              <a:t>Threat </a:t>
            </a:r>
            <a:r>
              <a:rPr spc="-235" dirty="0"/>
              <a:t>Intelligence </a:t>
            </a:r>
            <a:r>
              <a:rPr spc="-275" dirty="0"/>
              <a:t>is </a:t>
            </a:r>
            <a:r>
              <a:rPr spc="-310" dirty="0"/>
              <a:t>a </a:t>
            </a:r>
            <a:r>
              <a:rPr spc="-235" dirty="0"/>
              <a:t>collection </a:t>
            </a:r>
            <a:r>
              <a:rPr spc="-170" dirty="0"/>
              <a:t>of </a:t>
            </a:r>
            <a:r>
              <a:rPr spc="-265" dirty="0"/>
              <a:t>these </a:t>
            </a:r>
            <a:r>
              <a:rPr spc="-235" dirty="0"/>
              <a:t>insights </a:t>
            </a:r>
            <a:r>
              <a:rPr spc="-250" dirty="0"/>
              <a:t>used </a:t>
            </a:r>
            <a:r>
              <a:rPr spc="-190" dirty="0"/>
              <a:t>in </a:t>
            </a:r>
            <a:r>
              <a:rPr spc="-220" dirty="0"/>
              <a:t>analyzing </a:t>
            </a:r>
            <a:r>
              <a:rPr spc="-200" dirty="0"/>
              <a:t>your </a:t>
            </a:r>
            <a:r>
              <a:rPr spc="-220" dirty="0"/>
              <a:t>Office </a:t>
            </a:r>
            <a:r>
              <a:rPr spc="-254" dirty="0"/>
              <a:t>365  </a:t>
            </a:r>
            <a:r>
              <a:rPr spc="-225" dirty="0"/>
              <a:t>environment </a:t>
            </a:r>
            <a:r>
              <a:rPr spc="-190" dirty="0"/>
              <a:t>to </a:t>
            </a:r>
            <a:r>
              <a:rPr spc="-204" dirty="0"/>
              <a:t>help you </a:t>
            </a:r>
            <a:r>
              <a:rPr spc="-170" dirty="0"/>
              <a:t>find </a:t>
            </a:r>
            <a:r>
              <a:rPr spc="-220" dirty="0"/>
              <a:t>and </a:t>
            </a:r>
            <a:r>
              <a:rPr spc="-235" dirty="0"/>
              <a:t>eliminate </a:t>
            </a:r>
            <a:r>
              <a:rPr spc="-250" dirty="0"/>
              <a:t>threats,</a:t>
            </a:r>
            <a:r>
              <a:rPr spc="-155" dirty="0"/>
              <a:t> </a:t>
            </a:r>
            <a:r>
              <a:rPr spc="-250" dirty="0"/>
              <a:t>proactively.</a:t>
            </a:r>
          </a:p>
        </p:txBody>
      </p:sp>
      <p:grpSp>
        <p:nvGrpSpPr>
          <p:cNvPr id="6" name="object 6"/>
          <p:cNvGrpSpPr/>
          <p:nvPr/>
        </p:nvGrpSpPr>
        <p:grpSpPr>
          <a:xfrm>
            <a:off x="510540" y="1473200"/>
            <a:ext cx="4787265" cy="4819650"/>
            <a:chOff x="510540" y="1473200"/>
            <a:chExt cx="4787265" cy="4819650"/>
          </a:xfrm>
        </p:grpSpPr>
        <p:sp>
          <p:nvSpPr>
            <p:cNvPr id="7" name="object 7"/>
            <p:cNvSpPr/>
            <p:nvPr/>
          </p:nvSpPr>
          <p:spPr>
            <a:xfrm>
              <a:off x="737615" y="1700784"/>
              <a:ext cx="4331208" cy="4363212"/>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510540" y="1473199"/>
              <a:ext cx="4787265" cy="4819650"/>
            </a:xfrm>
            <a:custGeom>
              <a:avLst/>
              <a:gdLst/>
              <a:ahLst/>
              <a:cxnLst/>
              <a:rect l="l" t="t" r="r" b="b"/>
              <a:pathLst>
                <a:path w="4787265" h="4819650">
                  <a:moveTo>
                    <a:pt x="4604004" y="229108"/>
                  </a:moveTo>
                  <a:lnTo>
                    <a:pt x="4558284" y="229108"/>
                  </a:lnTo>
                  <a:lnTo>
                    <a:pt x="4558284" y="4590796"/>
                  </a:lnTo>
                  <a:lnTo>
                    <a:pt x="4604004" y="4590808"/>
                  </a:lnTo>
                  <a:lnTo>
                    <a:pt x="4604004" y="229108"/>
                  </a:lnTo>
                  <a:close/>
                </a:path>
                <a:path w="4787265" h="4819650">
                  <a:moveTo>
                    <a:pt x="4604004" y="182880"/>
                  </a:moveTo>
                  <a:lnTo>
                    <a:pt x="182880" y="182880"/>
                  </a:lnTo>
                  <a:lnTo>
                    <a:pt x="182880" y="228600"/>
                  </a:lnTo>
                  <a:lnTo>
                    <a:pt x="182880" y="4591050"/>
                  </a:lnTo>
                  <a:lnTo>
                    <a:pt x="182880" y="4636770"/>
                  </a:lnTo>
                  <a:lnTo>
                    <a:pt x="4604004" y="4636770"/>
                  </a:lnTo>
                  <a:lnTo>
                    <a:pt x="4604004" y="4591050"/>
                  </a:lnTo>
                  <a:lnTo>
                    <a:pt x="228600" y="4591050"/>
                  </a:lnTo>
                  <a:lnTo>
                    <a:pt x="228600" y="228600"/>
                  </a:lnTo>
                  <a:lnTo>
                    <a:pt x="4604004" y="228600"/>
                  </a:lnTo>
                  <a:lnTo>
                    <a:pt x="4604004" y="182880"/>
                  </a:lnTo>
                  <a:close/>
                </a:path>
                <a:path w="4787265" h="4819650">
                  <a:moveTo>
                    <a:pt x="4786884" y="137668"/>
                  </a:moveTo>
                  <a:lnTo>
                    <a:pt x="4649724" y="137668"/>
                  </a:lnTo>
                  <a:lnTo>
                    <a:pt x="4649724" y="4682236"/>
                  </a:lnTo>
                  <a:lnTo>
                    <a:pt x="4786884" y="4682248"/>
                  </a:lnTo>
                  <a:lnTo>
                    <a:pt x="4786884" y="137668"/>
                  </a:lnTo>
                  <a:close/>
                </a:path>
                <a:path w="4787265" h="4819650">
                  <a:moveTo>
                    <a:pt x="4786884" y="0"/>
                  </a:moveTo>
                  <a:lnTo>
                    <a:pt x="0" y="0"/>
                  </a:lnTo>
                  <a:lnTo>
                    <a:pt x="0" y="137160"/>
                  </a:lnTo>
                  <a:lnTo>
                    <a:pt x="0" y="4682490"/>
                  </a:lnTo>
                  <a:lnTo>
                    <a:pt x="0" y="4819650"/>
                  </a:lnTo>
                  <a:lnTo>
                    <a:pt x="4786884" y="4819650"/>
                  </a:lnTo>
                  <a:lnTo>
                    <a:pt x="4786884" y="4682490"/>
                  </a:lnTo>
                  <a:lnTo>
                    <a:pt x="137160" y="4682490"/>
                  </a:lnTo>
                  <a:lnTo>
                    <a:pt x="137160" y="137160"/>
                  </a:lnTo>
                  <a:lnTo>
                    <a:pt x="4786884" y="137160"/>
                  </a:lnTo>
                  <a:lnTo>
                    <a:pt x="4786884" y="0"/>
                  </a:lnTo>
                  <a:close/>
                </a:path>
              </a:pathLst>
            </a:custGeom>
            <a:solidFill>
              <a:srgbClr val="000000"/>
            </a:solidFill>
          </p:spPr>
          <p:txBody>
            <a:bodyPr wrap="square" lIns="0" tIns="0" rIns="0" bIns="0" rtlCol="0"/>
            <a:lstStyle/>
            <a:p>
              <a:endParaRPr/>
            </a:p>
          </p:txBody>
        </p:sp>
      </p:grpSp>
      <p:sp>
        <p:nvSpPr>
          <p:cNvPr id="9" name="object 9"/>
          <p:cNvSpPr txBox="1">
            <a:spLocks noGrp="1"/>
          </p:cNvSpPr>
          <p:nvPr>
            <p:ph type="body" idx="1"/>
          </p:nvPr>
        </p:nvSpPr>
        <p:spPr>
          <a:prstGeom prst="rect">
            <a:avLst/>
          </a:prstGeom>
        </p:spPr>
        <p:txBody>
          <a:bodyPr vert="horz" wrap="square" lIns="0" tIns="12065" rIns="0" bIns="0" rtlCol="0">
            <a:spAutoFit/>
          </a:bodyPr>
          <a:lstStyle/>
          <a:p>
            <a:pPr marL="5252085" marR="64769">
              <a:lnSpc>
                <a:spcPct val="100000"/>
              </a:lnSpc>
              <a:spcBef>
                <a:spcPts val="95"/>
              </a:spcBef>
              <a:buSzPct val="93750"/>
              <a:buFont typeface="Arial"/>
              <a:buChar char="•"/>
              <a:tabLst>
                <a:tab pos="5324475" algn="l"/>
              </a:tabLst>
            </a:pPr>
            <a:r>
              <a:rPr spc="-270" dirty="0"/>
              <a:t>You </a:t>
            </a:r>
            <a:r>
              <a:rPr spc="-250" dirty="0"/>
              <a:t>can </a:t>
            </a:r>
            <a:r>
              <a:rPr spc="-240" dirty="0"/>
              <a:t>use </a:t>
            </a:r>
            <a:r>
              <a:rPr spc="-190" dirty="0"/>
              <a:t>the </a:t>
            </a:r>
            <a:r>
              <a:rPr b="1" spc="-10" dirty="0">
                <a:latin typeface="Arial"/>
                <a:cs typeface="Arial"/>
              </a:rPr>
              <a:t>Threat </a:t>
            </a:r>
            <a:r>
              <a:rPr b="1" spc="-35" dirty="0">
                <a:latin typeface="Arial"/>
                <a:cs typeface="Arial"/>
              </a:rPr>
              <a:t>dashboard </a:t>
            </a:r>
            <a:r>
              <a:rPr spc="-160" dirty="0"/>
              <a:t>to </a:t>
            </a:r>
            <a:r>
              <a:rPr spc="-260" dirty="0"/>
              <a:t>see </a:t>
            </a:r>
            <a:r>
              <a:rPr spc="-215" dirty="0"/>
              <a:t>threats </a:t>
            </a:r>
            <a:r>
              <a:rPr spc="-190" dirty="0"/>
              <a:t>that </a:t>
            </a:r>
            <a:r>
              <a:rPr spc="-220" dirty="0"/>
              <a:t>have  </a:t>
            </a:r>
            <a:r>
              <a:rPr spc="-204" dirty="0"/>
              <a:t>already </a:t>
            </a:r>
            <a:r>
              <a:rPr spc="-190" dirty="0"/>
              <a:t>been </a:t>
            </a:r>
            <a:r>
              <a:rPr spc="-180" dirty="0"/>
              <a:t>handled, </a:t>
            </a:r>
            <a:r>
              <a:rPr spc="-185" dirty="0"/>
              <a:t>and </a:t>
            </a:r>
            <a:r>
              <a:rPr spc="-280" dirty="0"/>
              <a:t>as </a:t>
            </a:r>
            <a:r>
              <a:rPr spc="-260" dirty="0"/>
              <a:t>a </a:t>
            </a:r>
            <a:r>
              <a:rPr spc="-190" dirty="0"/>
              <a:t>handy </a:t>
            </a:r>
            <a:r>
              <a:rPr spc="-150" dirty="0"/>
              <a:t>tool </a:t>
            </a:r>
            <a:r>
              <a:rPr spc="-140" dirty="0"/>
              <a:t>for </a:t>
            </a:r>
            <a:r>
              <a:rPr spc="-160" dirty="0"/>
              <a:t>reporting out to  </a:t>
            </a:r>
            <a:r>
              <a:rPr spc="-225" dirty="0"/>
              <a:t>business </a:t>
            </a:r>
            <a:r>
              <a:rPr spc="-204" dirty="0"/>
              <a:t>decision </a:t>
            </a:r>
            <a:r>
              <a:rPr spc="-250" dirty="0"/>
              <a:t>makers </a:t>
            </a:r>
            <a:r>
              <a:rPr spc="-150" dirty="0"/>
              <a:t>on </a:t>
            </a:r>
            <a:r>
              <a:rPr spc="-240" dirty="0"/>
              <a:t>what </a:t>
            </a:r>
            <a:r>
              <a:rPr spc="-225" dirty="0"/>
              <a:t>Threat </a:t>
            </a:r>
            <a:r>
              <a:rPr spc="-200" dirty="0"/>
              <a:t>Intelligence </a:t>
            </a:r>
            <a:r>
              <a:rPr spc="-240" dirty="0"/>
              <a:t>has  </a:t>
            </a:r>
            <a:r>
              <a:rPr spc="-204" dirty="0"/>
              <a:t>already </a:t>
            </a:r>
            <a:r>
              <a:rPr spc="-170" dirty="0"/>
              <a:t>done </a:t>
            </a:r>
            <a:r>
              <a:rPr spc="-160" dirty="0"/>
              <a:t>to </a:t>
            </a:r>
            <a:r>
              <a:rPr spc="-245" dirty="0"/>
              <a:t>secure </a:t>
            </a:r>
            <a:r>
              <a:rPr spc="-170" dirty="0"/>
              <a:t>your</a:t>
            </a:r>
            <a:r>
              <a:rPr spc="-285" dirty="0"/>
              <a:t> </a:t>
            </a:r>
            <a:r>
              <a:rPr spc="-220" dirty="0"/>
              <a:t>business.</a:t>
            </a:r>
          </a:p>
          <a:p>
            <a:pPr marL="5252085" marR="81915">
              <a:lnSpc>
                <a:spcPct val="100000"/>
              </a:lnSpc>
              <a:spcBef>
                <a:spcPts val="1080"/>
              </a:spcBef>
              <a:buSzPct val="93750"/>
              <a:buFont typeface="Arial"/>
              <a:buChar char="•"/>
              <a:tabLst>
                <a:tab pos="5324475" algn="l"/>
              </a:tabLst>
            </a:pPr>
            <a:r>
              <a:rPr spc="-165" dirty="0"/>
              <a:t>If </a:t>
            </a:r>
            <a:r>
              <a:rPr spc="-175" dirty="0"/>
              <a:t>you </a:t>
            </a:r>
            <a:r>
              <a:rPr spc="-225" dirty="0"/>
              <a:t>are </a:t>
            </a:r>
            <a:r>
              <a:rPr spc="-190" dirty="0"/>
              <a:t>investigating </a:t>
            </a:r>
            <a:r>
              <a:rPr spc="-145" dirty="0"/>
              <a:t>or </a:t>
            </a:r>
            <a:r>
              <a:rPr spc="-204" dirty="0"/>
              <a:t>experiencing </a:t>
            </a:r>
            <a:r>
              <a:rPr spc="-210" dirty="0"/>
              <a:t>an </a:t>
            </a:r>
            <a:r>
              <a:rPr spc="-245" dirty="0"/>
              <a:t>attack </a:t>
            </a:r>
            <a:r>
              <a:rPr spc="-204" dirty="0"/>
              <a:t>against </a:t>
            </a:r>
            <a:r>
              <a:rPr spc="-170" dirty="0"/>
              <a:t>your  </a:t>
            </a:r>
            <a:r>
              <a:rPr spc="-185" dirty="0"/>
              <a:t>Office </a:t>
            </a:r>
            <a:r>
              <a:rPr spc="-210" dirty="0"/>
              <a:t>365 </a:t>
            </a:r>
            <a:r>
              <a:rPr spc="-185" dirty="0"/>
              <a:t>environment, </a:t>
            </a:r>
            <a:r>
              <a:rPr spc="-235" dirty="0"/>
              <a:t>use </a:t>
            </a:r>
            <a:r>
              <a:rPr spc="-190" dirty="0"/>
              <a:t>the </a:t>
            </a:r>
            <a:r>
              <a:rPr b="1" spc="-10" dirty="0">
                <a:latin typeface="Arial"/>
                <a:cs typeface="Arial"/>
              </a:rPr>
              <a:t>Threat explorer </a:t>
            </a:r>
            <a:r>
              <a:rPr spc="-160" dirty="0"/>
              <a:t>to </a:t>
            </a:r>
            <a:r>
              <a:rPr spc="-210" dirty="0"/>
              <a:t>analyze  threats. </a:t>
            </a:r>
            <a:r>
              <a:rPr spc="-225" dirty="0"/>
              <a:t>Threat </a:t>
            </a:r>
            <a:r>
              <a:rPr spc="-195" dirty="0"/>
              <a:t>explorer </a:t>
            </a:r>
            <a:r>
              <a:rPr spc="-254" dirty="0"/>
              <a:t>shows </a:t>
            </a:r>
            <a:r>
              <a:rPr spc="-175" dirty="0"/>
              <a:t>you </a:t>
            </a:r>
            <a:r>
              <a:rPr spc="-190" dirty="0"/>
              <a:t>the volume </a:t>
            </a:r>
            <a:r>
              <a:rPr spc="-145" dirty="0"/>
              <a:t>of </a:t>
            </a:r>
            <a:r>
              <a:rPr spc="-254" dirty="0"/>
              <a:t>attacks </a:t>
            </a:r>
            <a:r>
              <a:rPr spc="-190" dirty="0"/>
              <a:t>over  </a:t>
            </a:r>
            <a:r>
              <a:rPr spc="-195" dirty="0"/>
              <a:t>time, </a:t>
            </a:r>
            <a:r>
              <a:rPr spc="-185" dirty="0"/>
              <a:t>and </a:t>
            </a:r>
            <a:r>
              <a:rPr spc="-175" dirty="0"/>
              <a:t>you </a:t>
            </a:r>
            <a:r>
              <a:rPr spc="-254" dirty="0"/>
              <a:t>can </a:t>
            </a:r>
            <a:r>
              <a:rPr spc="-204" dirty="0"/>
              <a:t>analyze </a:t>
            </a:r>
            <a:r>
              <a:rPr spc="-200" dirty="0"/>
              <a:t>this </a:t>
            </a:r>
            <a:r>
              <a:rPr spc="-204" dirty="0"/>
              <a:t>data </a:t>
            </a:r>
            <a:r>
              <a:rPr spc="-170" dirty="0"/>
              <a:t>by </a:t>
            </a:r>
            <a:r>
              <a:rPr spc="-200" dirty="0"/>
              <a:t>threat families, </a:t>
            </a:r>
            <a:r>
              <a:rPr spc="-240" dirty="0"/>
              <a:t>attacker  </a:t>
            </a:r>
            <a:r>
              <a:rPr spc="-200" dirty="0"/>
              <a:t>infrastructure, </a:t>
            </a:r>
            <a:r>
              <a:rPr spc="-185" dirty="0"/>
              <a:t>and </a:t>
            </a:r>
            <a:r>
              <a:rPr spc="-195" dirty="0"/>
              <a:t>more. </a:t>
            </a:r>
            <a:r>
              <a:rPr spc="-270" dirty="0"/>
              <a:t>You </a:t>
            </a:r>
            <a:r>
              <a:rPr spc="-250" dirty="0"/>
              <a:t>can </a:t>
            </a:r>
            <a:r>
              <a:rPr spc="-210" dirty="0"/>
              <a:t>also </a:t>
            </a:r>
            <a:r>
              <a:rPr spc="-229" dirty="0"/>
              <a:t>mark </a:t>
            </a:r>
            <a:r>
              <a:rPr spc="-210" dirty="0"/>
              <a:t>any </a:t>
            </a:r>
            <a:r>
              <a:rPr spc="-220" dirty="0"/>
              <a:t>suspicious  </a:t>
            </a:r>
            <a:r>
              <a:rPr spc="-200" dirty="0"/>
              <a:t>email </a:t>
            </a:r>
            <a:r>
              <a:rPr spc="-140" dirty="0"/>
              <a:t>for </a:t>
            </a:r>
            <a:r>
              <a:rPr spc="-195" dirty="0"/>
              <a:t>the </a:t>
            </a:r>
            <a:r>
              <a:rPr spc="-210" dirty="0"/>
              <a:t>Incidents</a:t>
            </a:r>
            <a:r>
              <a:rPr spc="-185" dirty="0"/>
              <a:t> </a:t>
            </a:r>
            <a:r>
              <a:rPr spc="-195" dirty="0"/>
              <a:t>list.</a:t>
            </a:r>
          </a:p>
          <a:p>
            <a:pPr marL="5239385">
              <a:lnSpc>
                <a:spcPct val="100000"/>
              </a:lnSpc>
              <a:spcBef>
                <a:spcPts val="50"/>
              </a:spcBef>
              <a:buClr>
                <a:srgbClr val="505050"/>
              </a:buClr>
              <a:buFont typeface="Arial"/>
              <a:buChar char="•"/>
            </a:pPr>
            <a:endParaRPr sz="2350"/>
          </a:p>
          <a:p>
            <a:pPr marL="5252085" marR="5080">
              <a:lnSpc>
                <a:spcPct val="100000"/>
              </a:lnSpc>
              <a:buSzPct val="93750"/>
              <a:buFont typeface="Arial"/>
              <a:buChar char="•"/>
              <a:tabLst>
                <a:tab pos="5324475" algn="l"/>
              </a:tabLst>
            </a:pPr>
            <a:r>
              <a:rPr spc="-270" dirty="0"/>
              <a:t>You </a:t>
            </a:r>
            <a:r>
              <a:rPr spc="-250" dirty="0"/>
              <a:t>can </a:t>
            </a:r>
            <a:r>
              <a:rPr spc="-210" dirty="0"/>
              <a:t>also </a:t>
            </a:r>
            <a:r>
              <a:rPr spc="-229" dirty="0"/>
              <a:t>mark </a:t>
            </a:r>
            <a:r>
              <a:rPr spc="-220" dirty="0"/>
              <a:t>suspicious emails </a:t>
            </a:r>
            <a:r>
              <a:rPr spc="-175" dirty="0"/>
              <a:t>you </a:t>
            </a:r>
            <a:r>
              <a:rPr spc="-260" dirty="0"/>
              <a:t>see </a:t>
            </a:r>
            <a:r>
              <a:rPr spc="-160" dirty="0"/>
              <a:t>in </a:t>
            </a:r>
            <a:r>
              <a:rPr spc="-225" dirty="0"/>
              <a:t>Threat </a:t>
            </a:r>
            <a:r>
              <a:rPr spc="-195" dirty="0"/>
              <a:t>explorer  </a:t>
            </a:r>
            <a:r>
              <a:rPr spc="-140" dirty="0"/>
              <a:t>for </a:t>
            </a:r>
            <a:r>
              <a:rPr spc="-160" dirty="0"/>
              <a:t>further </a:t>
            </a:r>
            <a:r>
              <a:rPr spc="-190" dirty="0"/>
              <a:t>investigation, </a:t>
            </a:r>
            <a:r>
              <a:rPr spc="-185" dirty="0"/>
              <a:t>and </a:t>
            </a:r>
            <a:r>
              <a:rPr spc="-210" dirty="0"/>
              <a:t>manage </a:t>
            </a:r>
            <a:r>
              <a:rPr spc="-215" dirty="0"/>
              <a:t>response outcomes </a:t>
            </a:r>
            <a:r>
              <a:rPr spc="-160" dirty="0"/>
              <a:t>in </a:t>
            </a:r>
            <a:r>
              <a:rPr spc="-260" dirty="0"/>
              <a:t>a  </a:t>
            </a:r>
            <a:r>
              <a:rPr spc="-190" dirty="0"/>
              <a:t>the </a:t>
            </a:r>
            <a:r>
              <a:rPr spc="-200" dirty="0"/>
              <a:t>list </a:t>
            </a:r>
            <a:r>
              <a:rPr spc="-145" dirty="0"/>
              <a:t>of </a:t>
            </a:r>
            <a:r>
              <a:rPr b="1" spc="-40" dirty="0">
                <a:latin typeface="Arial"/>
                <a:cs typeface="Arial"/>
              </a:rPr>
              <a:t>Incidents</a:t>
            </a:r>
            <a:r>
              <a:rPr spc="-40" dirty="0"/>
              <a:t>, </a:t>
            </a:r>
            <a:r>
              <a:rPr spc="-260" dirty="0"/>
              <a:t>a </a:t>
            </a:r>
            <a:r>
              <a:rPr spc="-185" dirty="0"/>
              <a:t>handy </a:t>
            </a:r>
            <a:r>
              <a:rPr spc="-275" dirty="0"/>
              <a:t>way </a:t>
            </a:r>
            <a:r>
              <a:rPr spc="-160" dirty="0"/>
              <a:t>to </a:t>
            </a:r>
            <a:r>
              <a:rPr spc="-229" dirty="0"/>
              <a:t>keep </a:t>
            </a:r>
            <a:r>
              <a:rPr spc="-175" dirty="0"/>
              <a:t>on-track </a:t>
            </a:r>
            <a:r>
              <a:rPr spc="-155" dirty="0"/>
              <a:t>during </a:t>
            </a:r>
            <a:r>
              <a:rPr spc="-210" dirty="0"/>
              <a:t>an  </a:t>
            </a:r>
            <a:r>
              <a:rPr spc="-229" dirty="0"/>
              <a:t>attack.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286243" y="0"/>
            <a:ext cx="4904740" cy="6856730"/>
          </a:xfrm>
          <a:custGeom>
            <a:avLst/>
            <a:gdLst/>
            <a:ahLst/>
            <a:cxnLst/>
            <a:rect l="l" t="t" r="r" b="b"/>
            <a:pathLst>
              <a:path w="4904740" h="6856730">
                <a:moveTo>
                  <a:pt x="4904232" y="0"/>
                </a:moveTo>
                <a:lnTo>
                  <a:pt x="0" y="0"/>
                </a:lnTo>
                <a:lnTo>
                  <a:pt x="0" y="6856476"/>
                </a:lnTo>
                <a:lnTo>
                  <a:pt x="4904232" y="6856476"/>
                </a:lnTo>
                <a:lnTo>
                  <a:pt x="4904232" y="0"/>
                </a:lnTo>
                <a:close/>
              </a:path>
            </a:pathLst>
          </a:custGeom>
          <a:solidFill>
            <a:srgbClr val="F0EEEC"/>
          </a:solidFill>
        </p:spPr>
        <p:txBody>
          <a:bodyPr wrap="square" lIns="0" tIns="0" rIns="0" bIns="0" rtlCol="0"/>
          <a:lstStyle/>
          <a:p>
            <a:endParaRPr/>
          </a:p>
        </p:txBody>
      </p:sp>
      <p:sp>
        <p:nvSpPr>
          <p:cNvPr id="3" name="object 3"/>
          <p:cNvSpPr txBox="1"/>
          <p:nvPr/>
        </p:nvSpPr>
        <p:spPr>
          <a:xfrm>
            <a:off x="9207754" y="3047745"/>
            <a:ext cx="1064260" cy="239395"/>
          </a:xfrm>
          <a:prstGeom prst="rect">
            <a:avLst/>
          </a:prstGeom>
        </p:spPr>
        <p:txBody>
          <a:bodyPr vert="horz" wrap="square" lIns="0" tIns="13335" rIns="0" bIns="0" rtlCol="0">
            <a:spAutoFit/>
          </a:bodyPr>
          <a:lstStyle/>
          <a:p>
            <a:pPr marL="12700">
              <a:lnSpc>
                <a:spcPct val="100000"/>
              </a:lnSpc>
              <a:spcBef>
                <a:spcPts val="105"/>
              </a:spcBef>
            </a:pPr>
            <a:r>
              <a:rPr sz="1400" b="1" spc="-50" dirty="0">
                <a:solidFill>
                  <a:srgbClr val="DC3B00"/>
                </a:solidFill>
                <a:latin typeface="Arial"/>
                <a:cs typeface="Arial"/>
              </a:rPr>
              <a:t>Power </a:t>
            </a:r>
            <a:r>
              <a:rPr sz="1400" b="1" spc="-75" dirty="0">
                <a:solidFill>
                  <a:srgbClr val="DC3B00"/>
                </a:solidFill>
                <a:latin typeface="Arial"/>
                <a:cs typeface="Arial"/>
              </a:rPr>
              <a:t>BI</a:t>
            </a:r>
            <a:r>
              <a:rPr sz="1400" b="1" spc="-25" dirty="0">
                <a:solidFill>
                  <a:srgbClr val="DC3B00"/>
                </a:solidFill>
                <a:latin typeface="Arial"/>
                <a:cs typeface="Arial"/>
              </a:rPr>
              <a:t> </a:t>
            </a:r>
            <a:r>
              <a:rPr sz="1400" b="1" spc="-60" dirty="0">
                <a:solidFill>
                  <a:srgbClr val="DC3B00"/>
                </a:solidFill>
                <a:latin typeface="Arial"/>
                <a:cs typeface="Arial"/>
              </a:rPr>
              <a:t>Pro</a:t>
            </a:r>
            <a:endParaRPr sz="1400">
              <a:latin typeface="Arial"/>
              <a:cs typeface="Arial"/>
            </a:endParaRPr>
          </a:p>
        </p:txBody>
      </p:sp>
      <p:grpSp>
        <p:nvGrpSpPr>
          <p:cNvPr id="4" name="object 4"/>
          <p:cNvGrpSpPr/>
          <p:nvPr/>
        </p:nvGrpSpPr>
        <p:grpSpPr>
          <a:xfrm>
            <a:off x="8429243" y="1345691"/>
            <a:ext cx="2620010" cy="4427220"/>
            <a:chOff x="8429243" y="1345691"/>
            <a:chExt cx="2620010" cy="4427220"/>
          </a:xfrm>
        </p:grpSpPr>
        <p:sp>
          <p:nvSpPr>
            <p:cNvPr id="5" name="object 5"/>
            <p:cNvSpPr/>
            <p:nvPr/>
          </p:nvSpPr>
          <p:spPr>
            <a:xfrm>
              <a:off x="8438387" y="1354835"/>
              <a:ext cx="2601468" cy="146303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8433815" y="1350263"/>
              <a:ext cx="2611120" cy="1472565"/>
            </a:xfrm>
            <a:custGeom>
              <a:avLst/>
              <a:gdLst/>
              <a:ahLst/>
              <a:cxnLst/>
              <a:rect l="l" t="t" r="r" b="b"/>
              <a:pathLst>
                <a:path w="2611120" h="1472564">
                  <a:moveTo>
                    <a:pt x="0" y="1472184"/>
                  </a:moveTo>
                  <a:lnTo>
                    <a:pt x="2610612" y="1472184"/>
                  </a:lnTo>
                  <a:lnTo>
                    <a:pt x="2610612" y="0"/>
                  </a:lnTo>
                  <a:lnTo>
                    <a:pt x="0" y="0"/>
                  </a:lnTo>
                  <a:lnTo>
                    <a:pt x="0" y="1472184"/>
                  </a:lnTo>
                  <a:close/>
                </a:path>
              </a:pathLst>
            </a:custGeom>
            <a:ln w="9144">
              <a:solidFill>
                <a:srgbClr val="FFFFFF"/>
              </a:solidFill>
            </a:ln>
          </p:spPr>
          <p:txBody>
            <a:bodyPr wrap="square" lIns="0" tIns="0" rIns="0" bIns="0" rtlCol="0"/>
            <a:lstStyle/>
            <a:p>
              <a:endParaRPr/>
            </a:p>
          </p:txBody>
        </p:sp>
        <p:sp>
          <p:nvSpPr>
            <p:cNvPr id="7" name="object 7"/>
            <p:cNvSpPr/>
            <p:nvPr/>
          </p:nvSpPr>
          <p:spPr>
            <a:xfrm>
              <a:off x="8447531" y="3736847"/>
              <a:ext cx="2563368" cy="144170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8442959" y="3732275"/>
              <a:ext cx="2573020" cy="1450975"/>
            </a:xfrm>
            <a:custGeom>
              <a:avLst/>
              <a:gdLst/>
              <a:ahLst/>
              <a:cxnLst/>
              <a:rect l="l" t="t" r="r" b="b"/>
              <a:pathLst>
                <a:path w="2573020" h="1450975">
                  <a:moveTo>
                    <a:pt x="0" y="1450848"/>
                  </a:moveTo>
                  <a:lnTo>
                    <a:pt x="2572511" y="1450848"/>
                  </a:lnTo>
                  <a:lnTo>
                    <a:pt x="2572511" y="0"/>
                  </a:lnTo>
                  <a:lnTo>
                    <a:pt x="0" y="0"/>
                  </a:lnTo>
                  <a:lnTo>
                    <a:pt x="0" y="1450848"/>
                  </a:lnTo>
                  <a:close/>
                </a:path>
              </a:pathLst>
            </a:custGeom>
            <a:ln w="9144">
              <a:solidFill>
                <a:srgbClr val="FFFFFF"/>
              </a:solidFill>
            </a:ln>
          </p:spPr>
          <p:txBody>
            <a:bodyPr wrap="square" lIns="0" tIns="0" rIns="0" bIns="0" rtlCol="0"/>
            <a:lstStyle/>
            <a:p>
              <a:endParaRPr/>
            </a:p>
          </p:txBody>
        </p:sp>
        <p:sp>
          <p:nvSpPr>
            <p:cNvPr id="9" name="object 9"/>
            <p:cNvSpPr/>
            <p:nvPr/>
          </p:nvSpPr>
          <p:spPr>
            <a:xfrm>
              <a:off x="9393173" y="3347465"/>
              <a:ext cx="690880" cy="2411095"/>
            </a:xfrm>
            <a:custGeom>
              <a:avLst/>
              <a:gdLst/>
              <a:ahLst/>
              <a:cxnLst/>
              <a:rect l="l" t="t" r="r" b="b"/>
              <a:pathLst>
                <a:path w="690879" h="2411095">
                  <a:moveTo>
                    <a:pt x="0" y="0"/>
                  </a:moveTo>
                  <a:lnTo>
                    <a:pt x="690752" y="0"/>
                  </a:lnTo>
                </a:path>
                <a:path w="690879" h="2411095">
                  <a:moveTo>
                    <a:pt x="0" y="2410968"/>
                  </a:moveTo>
                  <a:lnTo>
                    <a:pt x="690752" y="2410968"/>
                  </a:lnTo>
                </a:path>
              </a:pathLst>
            </a:custGeom>
            <a:ln w="28956">
              <a:solidFill>
                <a:srgbClr val="BCB3AA"/>
              </a:solidFill>
            </a:ln>
          </p:spPr>
          <p:txBody>
            <a:bodyPr wrap="square" lIns="0" tIns="0" rIns="0" bIns="0" rtlCol="0"/>
            <a:lstStyle/>
            <a:p>
              <a:endParaRPr/>
            </a:p>
          </p:txBody>
        </p:sp>
      </p:grpSp>
      <p:sp>
        <p:nvSpPr>
          <p:cNvPr id="10" name="object 10"/>
          <p:cNvSpPr txBox="1"/>
          <p:nvPr/>
        </p:nvSpPr>
        <p:spPr>
          <a:xfrm>
            <a:off x="9236709" y="5419140"/>
            <a:ext cx="1005840" cy="239395"/>
          </a:xfrm>
          <a:prstGeom prst="rect">
            <a:avLst/>
          </a:prstGeom>
        </p:spPr>
        <p:txBody>
          <a:bodyPr vert="horz" wrap="square" lIns="0" tIns="12700" rIns="0" bIns="0" rtlCol="0">
            <a:spAutoFit/>
          </a:bodyPr>
          <a:lstStyle/>
          <a:p>
            <a:pPr marL="12700">
              <a:lnSpc>
                <a:spcPct val="100000"/>
              </a:lnSpc>
              <a:spcBef>
                <a:spcPts val="100"/>
              </a:spcBef>
            </a:pPr>
            <a:r>
              <a:rPr sz="1400" b="1" spc="-50" dirty="0">
                <a:solidFill>
                  <a:srgbClr val="DC3B00"/>
                </a:solidFill>
                <a:latin typeface="Arial"/>
                <a:cs typeface="Arial"/>
              </a:rPr>
              <a:t>MyAnalytics</a:t>
            </a:r>
            <a:endParaRPr sz="1400">
              <a:latin typeface="Arial"/>
              <a:cs typeface="Arial"/>
            </a:endParaRPr>
          </a:p>
        </p:txBody>
      </p:sp>
      <p:sp>
        <p:nvSpPr>
          <p:cNvPr id="11" name="object 11"/>
          <p:cNvSpPr txBox="1">
            <a:spLocks noGrp="1"/>
          </p:cNvSpPr>
          <p:nvPr>
            <p:ph type="title"/>
          </p:nvPr>
        </p:nvSpPr>
        <p:spPr>
          <a:xfrm>
            <a:off x="403047" y="299669"/>
            <a:ext cx="1908175" cy="624205"/>
          </a:xfrm>
          <a:prstGeom prst="rect">
            <a:avLst/>
          </a:prstGeom>
        </p:spPr>
        <p:txBody>
          <a:bodyPr vert="horz" wrap="square" lIns="0" tIns="15875" rIns="0" bIns="0" rtlCol="0">
            <a:spAutoFit/>
          </a:bodyPr>
          <a:lstStyle/>
          <a:p>
            <a:pPr marL="12700">
              <a:lnSpc>
                <a:spcPct val="100000"/>
              </a:lnSpc>
              <a:spcBef>
                <a:spcPts val="125"/>
              </a:spcBef>
            </a:pPr>
            <a:r>
              <a:rPr sz="3900" b="1" spc="-285" dirty="0">
                <a:solidFill>
                  <a:srgbClr val="2C2A2B"/>
                </a:solidFill>
                <a:latin typeface="Arial"/>
                <a:cs typeface="Arial"/>
              </a:rPr>
              <a:t>Analytics</a:t>
            </a:r>
            <a:endParaRPr sz="3900">
              <a:latin typeface="Arial"/>
              <a:cs typeface="Arial"/>
            </a:endParaRPr>
          </a:p>
        </p:txBody>
      </p:sp>
      <p:sp>
        <p:nvSpPr>
          <p:cNvPr id="12" name="object 12"/>
          <p:cNvSpPr txBox="1"/>
          <p:nvPr/>
        </p:nvSpPr>
        <p:spPr>
          <a:xfrm>
            <a:off x="597814" y="1330249"/>
            <a:ext cx="6089650" cy="1355725"/>
          </a:xfrm>
          <a:prstGeom prst="rect">
            <a:avLst/>
          </a:prstGeom>
        </p:spPr>
        <p:txBody>
          <a:bodyPr vert="horz" wrap="square" lIns="0" tIns="162560" rIns="0" bIns="0" rtlCol="0">
            <a:spAutoFit/>
          </a:bodyPr>
          <a:lstStyle/>
          <a:p>
            <a:pPr marL="194945">
              <a:lnSpc>
                <a:spcPct val="100000"/>
              </a:lnSpc>
              <a:spcBef>
                <a:spcPts val="1280"/>
              </a:spcBef>
            </a:pPr>
            <a:r>
              <a:rPr sz="1950" b="1" spc="-65" dirty="0">
                <a:solidFill>
                  <a:srgbClr val="2C292A"/>
                </a:solidFill>
                <a:latin typeface="Arial"/>
                <a:cs typeface="Arial"/>
              </a:rPr>
              <a:t>Power </a:t>
            </a:r>
            <a:r>
              <a:rPr sz="1950" b="1" spc="-100" dirty="0">
                <a:solidFill>
                  <a:srgbClr val="2C292A"/>
                </a:solidFill>
                <a:latin typeface="Arial"/>
                <a:cs typeface="Arial"/>
              </a:rPr>
              <a:t>BI</a:t>
            </a:r>
            <a:r>
              <a:rPr sz="1950" b="1" spc="80" dirty="0">
                <a:solidFill>
                  <a:srgbClr val="2C292A"/>
                </a:solidFill>
                <a:latin typeface="Arial"/>
                <a:cs typeface="Arial"/>
              </a:rPr>
              <a:t> </a:t>
            </a:r>
            <a:r>
              <a:rPr sz="1950" b="1" spc="-80" dirty="0">
                <a:solidFill>
                  <a:srgbClr val="2C292A"/>
                </a:solidFill>
                <a:latin typeface="Arial"/>
                <a:cs typeface="Arial"/>
              </a:rPr>
              <a:t>Pro</a:t>
            </a:r>
            <a:endParaRPr sz="1950">
              <a:latin typeface="Arial"/>
              <a:cs typeface="Arial"/>
            </a:endParaRPr>
          </a:p>
          <a:p>
            <a:pPr marL="190500" indent="-178435">
              <a:lnSpc>
                <a:spcPct val="100000"/>
              </a:lnSpc>
              <a:spcBef>
                <a:spcPts val="840"/>
              </a:spcBef>
              <a:buFont typeface="Arial"/>
              <a:buChar char="•"/>
              <a:tabLst>
                <a:tab pos="191135" algn="l"/>
              </a:tabLst>
            </a:pPr>
            <a:r>
              <a:rPr sz="1350" spc="-160" dirty="0">
                <a:solidFill>
                  <a:srgbClr val="2C292A"/>
                </a:solidFill>
                <a:latin typeface="Arial Black"/>
                <a:cs typeface="Arial Black"/>
              </a:rPr>
              <a:t>Gain </a:t>
            </a:r>
            <a:r>
              <a:rPr sz="1350" spc="-170" dirty="0">
                <a:solidFill>
                  <a:srgbClr val="2C292A"/>
                </a:solidFill>
                <a:latin typeface="Arial Black"/>
                <a:cs typeface="Arial Black"/>
              </a:rPr>
              <a:t>fast, </a:t>
            </a:r>
            <a:r>
              <a:rPr sz="1350" spc="-204" dirty="0">
                <a:solidFill>
                  <a:srgbClr val="2C292A"/>
                </a:solidFill>
                <a:latin typeface="Arial Black"/>
                <a:cs typeface="Arial Black"/>
              </a:rPr>
              <a:t>easy </a:t>
            </a:r>
            <a:r>
              <a:rPr sz="1350" spc="-240" dirty="0">
                <a:solidFill>
                  <a:srgbClr val="2C292A"/>
                </a:solidFill>
                <a:latin typeface="Arial Black"/>
                <a:cs typeface="Arial Black"/>
              </a:rPr>
              <a:t>access </a:t>
            </a:r>
            <a:r>
              <a:rPr sz="1350" spc="-120" dirty="0">
                <a:solidFill>
                  <a:srgbClr val="2C292A"/>
                </a:solidFill>
                <a:latin typeface="Arial Black"/>
                <a:cs typeface="Arial Black"/>
              </a:rPr>
              <a:t>to </a:t>
            </a:r>
            <a:r>
              <a:rPr sz="1350" spc="-150" dirty="0">
                <a:solidFill>
                  <a:srgbClr val="2C292A"/>
                </a:solidFill>
                <a:latin typeface="Arial Black"/>
                <a:cs typeface="Arial Black"/>
              </a:rPr>
              <a:t>the </a:t>
            </a:r>
            <a:r>
              <a:rPr sz="1350" spc="-160" dirty="0">
                <a:solidFill>
                  <a:srgbClr val="2C292A"/>
                </a:solidFill>
                <a:latin typeface="Arial Black"/>
                <a:cs typeface="Arial Black"/>
              </a:rPr>
              <a:t>data </a:t>
            </a:r>
            <a:r>
              <a:rPr sz="1350" spc="-130" dirty="0">
                <a:solidFill>
                  <a:srgbClr val="2C292A"/>
                </a:solidFill>
                <a:latin typeface="Arial Black"/>
                <a:cs typeface="Arial Black"/>
              </a:rPr>
              <a:t>you </a:t>
            </a:r>
            <a:r>
              <a:rPr sz="1350" spc="-150" dirty="0">
                <a:solidFill>
                  <a:srgbClr val="2C292A"/>
                </a:solidFill>
                <a:latin typeface="Arial Black"/>
                <a:cs typeface="Arial Black"/>
              </a:rPr>
              <a:t>need </a:t>
            </a:r>
            <a:r>
              <a:rPr sz="1350" spc="-170" dirty="0">
                <a:solidFill>
                  <a:srgbClr val="2C292A"/>
                </a:solidFill>
                <a:latin typeface="Arial Black"/>
                <a:cs typeface="Arial Black"/>
              </a:rPr>
              <a:t>with </a:t>
            </a:r>
            <a:r>
              <a:rPr sz="1350" spc="-204" dirty="0">
                <a:solidFill>
                  <a:srgbClr val="2C292A"/>
                </a:solidFill>
                <a:latin typeface="Arial Black"/>
                <a:cs typeface="Arial Black"/>
              </a:rPr>
              <a:t>a </a:t>
            </a:r>
            <a:r>
              <a:rPr sz="1350" spc="-160" dirty="0">
                <a:solidFill>
                  <a:srgbClr val="2C292A"/>
                </a:solidFill>
                <a:latin typeface="Arial Black"/>
                <a:cs typeface="Arial Black"/>
              </a:rPr>
              <a:t>simple</a:t>
            </a:r>
            <a:r>
              <a:rPr sz="1350" spc="-220" dirty="0">
                <a:solidFill>
                  <a:srgbClr val="2C292A"/>
                </a:solidFill>
                <a:latin typeface="Arial Black"/>
                <a:cs typeface="Arial Black"/>
              </a:rPr>
              <a:t> </a:t>
            </a:r>
            <a:r>
              <a:rPr sz="1350" spc="-140" dirty="0">
                <a:solidFill>
                  <a:srgbClr val="2C292A"/>
                </a:solidFill>
                <a:latin typeface="Arial Black"/>
                <a:cs typeface="Arial Black"/>
              </a:rPr>
              <a:t>intuitive </a:t>
            </a:r>
            <a:r>
              <a:rPr sz="1350" spc="-175" dirty="0">
                <a:solidFill>
                  <a:srgbClr val="2C292A"/>
                </a:solidFill>
                <a:latin typeface="Arial Black"/>
                <a:cs typeface="Arial Black"/>
              </a:rPr>
              <a:t>experience</a:t>
            </a:r>
            <a:endParaRPr sz="1350">
              <a:latin typeface="Arial Black"/>
              <a:cs typeface="Arial Black"/>
            </a:endParaRPr>
          </a:p>
          <a:p>
            <a:pPr marL="190500" indent="-178435">
              <a:lnSpc>
                <a:spcPct val="100000"/>
              </a:lnSpc>
              <a:spcBef>
                <a:spcPts val="620"/>
              </a:spcBef>
              <a:buFont typeface="Arial"/>
              <a:buChar char="•"/>
              <a:tabLst>
                <a:tab pos="191135" algn="l"/>
              </a:tabLst>
            </a:pPr>
            <a:r>
              <a:rPr sz="1350" spc="-229" dirty="0">
                <a:solidFill>
                  <a:srgbClr val="2C292A"/>
                </a:solidFill>
                <a:latin typeface="Arial Black"/>
                <a:cs typeface="Arial Black"/>
              </a:rPr>
              <a:t>Access </a:t>
            </a:r>
            <a:r>
              <a:rPr sz="1350" spc="-204" dirty="0">
                <a:solidFill>
                  <a:srgbClr val="2C292A"/>
                </a:solidFill>
                <a:latin typeface="Arial Black"/>
                <a:cs typeface="Arial Black"/>
              </a:rPr>
              <a:t>a </a:t>
            </a:r>
            <a:r>
              <a:rPr sz="1350" spc="-150" dirty="0">
                <a:solidFill>
                  <a:srgbClr val="2C292A"/>
                </a:solidFill>
                <a:latin typeface="Arial Black"/>
                <a:cs typeface="Arial Black"/>
              </a:rPr>
              <a:t>live, </a:t>
            </a:r>
            <a:r>
              <a:rPr sz="1350" spc="-120" dirty="0">
                <a:solidFill>
                  <a:srgbClr val="2C292A"/>
                </a:solidFill>
                <a:latin typeface="Arial Black"/>
                <a:cs typeface="Arial Black"/>
              </a:rPr>
              <a:t>360º </a:t>
            </a:r>
            <a:r>
              <a:rPr sz="1350" spc="-190" dirty="0">
                <a:solidFill>
                  <a:srgbClr val="2C292A"/>
                </a:solidFill>
                <a:latin typeface="Arial Black"/>
                <a:cs typeface="Arial Black"/>
              </a:rPr>
              <a:t>view </a:t>
            </a:r>
            <a:r>
              <a:rPr sz="1350" spc="-100" dirty="0">
                <a:solidFill>
                  <a:srgbClr val="2C292A"/>
                </a:solidFill>
                <a:latin typeface="Arial Black"/>
                <a:cs typeface="Arial Black"/>
              </a:rPr>
              <a:t>of </a:t>
            </a:r>
            <a:r>
              <a:rPr sz="1350" spc="-130" dirty="0">
                <a:solidFill>
                  <a:srgbClr val="2C292A"/>
                </a:solidFill>
                <a:latin typeface="Arial Black"/>
                <a:cs typeface="Arial Black"/>
              </a:rPr>
              <a:t>your </a:t>
            </a:r>
            <a:r>
              <a:rPr sz="1350" spc="-175" dirty="0">
                <a:solidFill>
                  <a:srgbClr val="2C292A"/>
                </a:solidFill>
                <a:latin typeface="Arial Black"/>
                <a:cs typeface="Arial Black"/>
              </a:rPr>
              <a:t>business </a:t>
            </a:r>
            <a:r>
              <a:rPr sz="1350" spc="-120" dirty="0">
                <a:solidFill>
                  <a:srgbClr val="2C292A"/>
                </a:solidFill>
                <a:latin typeface="Arial Black"/>
                <a:cs typeface="Arial Black"/>
              </a:rPr>
              <a:t>through </a:t>
            </a:r>
            <a:r>
              <a:rPr sz="1350" spc="-204" dirty="0">
                <a:solidFill>
                  <a:srgbClr val="2C292A"/>
                </a:solidFill>
                <a:latin typeface="Arial Black"/>
                <a:cs typeface="Arial Black"/>
              </a:rPr>
              <a:t>a </a:t>
            </a:r>
            <a:r>
              <a:rPr sz="1350" spc="-150" dirty="0">
                <a:solidFill>
                  <a:srgbClr val="2C292A"/>
                </a:solidFill>
                <a:latin typeface="Arial Black"/>
                <a:cs typeface="Arial Black"/>
              </a:rPr>
              <a:t>single</a:t>
            </a:r>
            <a:r>
              <a:rPr sz="1350" spc="90" dirty="0">
                <a:solidFill>
                  <a:srgbClr val="2C292A"/>
                </a:solidFill>
                <a:latin typeface="Arial Black"/>
                <a:cs typeface="Arial Black"/>
              </a:rPr>
              <a:t> </a:t>
            </a:r>
            <a:r>
              <a:rPr sz="1350" spc="-145" dirty="0">
                <a:solidFill>
                  <a:srgbClr val="2C292A"/>
                </a:solidFill>
                <a:latin typeface="Arial Black"/>
                <a:cs typeface="Arial Black"/>
              </a:rPr>
              <a:t>dashboard</a:t>
            </a:r>
            <a:endParaRPr sz="1350">
              <a:latin typeface="Arial Black"/>
              <a:cs typeface="Arial Black"/>
            </a:endParaRPr>
          </a:p>
          <a:p>
            <a:pPr marL="190500" indent="-178435">
              <a:lnSpc>
                <a:spcPct val="100000"/>
              </a:lnSpc>
              <a:spcBef>
                <a:spcPts val="625"/>
              </a:spcBef>
              <a:buFont typeface="Arial"/>
              <a:buChar char="•"/>
              <a:tabLst>
                <a:tab pos="191135" algn="l"/>
              </a:tabLst>
            </a:pPr>
            <a:r>
              <a:rPr sz="1350" spc="-165" dirty="0">
                <a:solidFill>
                  <a:srgbClr val="2C292A"/>
                </a:solidFill>
                <a:latin typeface="Arial Black"/>
                <a:cs typeface="Arial Black"/>
              </a:rPr>
              <a:t>Discover</a:t>
            </a:r>
            <a:r>
              <a:rPr sz="1350" spc="-75" dirty="0">
                <a:solidFill>
                  <a:srgbClr val="2C292A"/>
                </a:solidFill>
                <a:latin typeface="Arial Black"/>
                <a:cs typeface="Arial Black"/>
              </a:rPr>
              <a:t> </a:t>
            </a:r>
            <a:r>
              <a:rPr sz="1350" spc="-200" dirty="0">
                <a:solidFill>
                  <a:srgbClr val="2C292A"/>
                </a:solidFill>
                <a:latin typeface="Arial Black"/>
                <a:cs typeface="Arial Black"/>
              </a:rPr>
              <a:t>new</a:t>
            </a:r>
            <a:r>
              <a:rPr sz="1350" spc="-85" dirty="0">
                <a:solidFill>
                  <a:srgbClr val="2C292A"/>
                </a:solidFill>
                <a:latin typeface="Arial Black"/>
                <a:cs typeface="Arial Black"/>
              </a:rPr>
              <a:t> </a:t>
            </a:r>
            <a:r>
              <a:rPr sz="1350" spc="-155" dirty="0">
                <a:solidFill>
                  <a:srgbClr val="2C292A"/>
                </a:solidFill>
                <a:latin typeface="Arial Black"/>
                <a:cs typeface="Arial Black"/>
              </a:rPr>
              <a:t>insights</a:t>
            </a:r>
            <a:r>
              <a:rPr sz="1350" spc="-60" dirty="0">
                <a:solidFill>
                  <a:srgbClr val="2C292A"/>
                </a:solidFill>
                <a:latin typeface="Arial Black"/>
                <a:cs typeface="Arial Black"/>
              </a:rPr>
              <a:t> </a:t>
            </a:r>
            <a:r>
              <a:rPr sz="1350" spc="-130" dirty="0">
                <a:solidFill>
                  <a:srgbClr val="2C292A"/>
                </a:solidFill>
                <a:latin typeface="Arial Black"/>
                <a:cs typeface="Arial Black"/>
              </a:rPr>
              <a:t>by</a:t>
            </a:r>
            <a:r>
              <a:rPr sz="1350" spc="-70" dirty="0">
                <a:solidFill>
                  <a:srgbClr val="2C292A"/>
                </a:solidFill>
                <a:latin typeface="Arial Black"/>
                <a:cs typeface="Arial Black"/>
              </a:rPr>
              <a:t> </a:t>
            </a:r>
            <a:r>
              <a:rPr sz="1350" spc="-140" dirty="0">
                <a:solidFill>
                  <a:srgbClr val="2C292A"/>
                </a:solidFill>
                <a:latin typeface="Arial Black"/>
                <a:cs typeface="Arial Black"/>
              </a:rPr>
              <a:t>exploring</a:t>
            </a:r>
            <a:r>
              <a:rPr sz="1350" spc="-80" dirty="0">
                <a:solidFill>
                  <a:srgbClr val="2C292A"/>
                </a:solidFill>
                <a:latin typeface="Arial Black"/>
                <a:cs typeface="Arial Black"/>
              </a:rPr>
              <a:t> </a:t>
            </a:r>
            <a:r>
              <a:rPr sz="1350" spc="-130" dirty="0">
                <a:solidFill>
                  <a:srgbClr val="2C292A"/>
                </a:solidFill>
                <a:latin typeface="Arial Black"/>
                <a:cs typeface="Arial Black"/>
              </a:rPr>
              <a:t>your</a:t>
            </a:r>
            <a:r>
              <a:rPr sz="1350" spc="-75" dirty="0">
                <a:solidFill>
                  <a:srgbClr val="2C292A"/>
                </a:solidFill>
                <a:latin typeface="Arial Black"/>
                <a:cs typeface="Arial Black"/>
              </a:rPr>
              <a:t> </a:t>
            </a:r>
            <a:r>
              <a:rPr sz="1350" spc="-160" dirty="0">
                <a:solidFill>
                  <a:srgbClr val="2C292A"/>
                </a:solidFill>
                <a:latin typeface="Arial Black"/>
                <a:cs typeface="Arial Black"/>
              </a:rPr>
              <a:t>data</a:t>
            </a:r>
            <a:r>
              <a:rPr sz="1350" spc="-65" dirty="0">
                <a:solidFill>
                  <a:srgbClr val="2C292A"/>
                </a:solidFill>
                <a:latin typeface="Arial Black"/>
                <a:cs typeface="Arial Black"/>
              </a:rPr>
              <a:t> </a:t>
            </a:r>
            <a:r>
              <a:rPr sz="1350" spc="-170" dirty="0">
                <a:solidFill>
                  <a:srgbClr val="2C292A"/>
                </a:solidFill>
                <a:latin typeface="Arial Black"/>
                <a:cs typeface="Arial Black"/>
              </a:rPr>
              <a:t>with</a:t>
            </a:r>
            <a:r>
              <a:rPr sz="1350" spc="-90" dirty="0">
                <a:solidFill>
                  <a:srgbClr val="2C292A"/>
                </a:solidFill>
                <a:latin typeface="Arial Black"/>
                <a:cs typeface="Arial Black"/>
              </a:rPr>
              <a:t> </a:t>
            </a:r>
            <a:r>
              <a:rPr sz="1350" spc="-160" dirty="0">
                <a:solidFill>
                  <a:srgbClr val="2C292A"/>
                </a:solidFill>
                <a:latin typeface="Arial Black"/>
                <a:cs typeface="Arial Black"/>
              </a:rPr>
              <a:t>rich</a:t>
            </a:r>
            <a:r>
              <a:rPr sz="1350" spc="-70" dirty="0">
                <a:solidFill>
                  <a:srgbClr val="2C292A"/>
                </a:solidFill>
                <a:latin typeface="Arial Black"/>
                <a:cs typeface="Arial Black"/>
              </a:rPr>
              <a:t> </a:t>
            </a:r>
            <a:r>
              <a:rPr sz="1350" spc="-155" dirty="0">
                <a:solidFill>
                  <a:srgbClr val="2C292A"/>
                </a:solidFill>
                <a:latin typeface="Arial Black"/>
                <a:cs typeface="Arial Black"/>
              </a:rPr>
              <a:t>visualizations</a:t>
            </a:r>
            <a:endParaRPr sz="1350">
              <a:latin typeface="Arial Black"/>
              <a:cs typeface="Arial Black"/>
            </a:endParaRPr>
          </a:p>
        </p:txBody>
      </p:sp>
      <p:sp>
        <p:nvSpPr>
          <p:cNvPr id="13" name="object 13"/>
          <p:cNvSpPr txBox="1"/>
          <p:nvPr/>
        </p:nvSpPr>
        <p:spPr>
          <a:xfrm>
            <a:off x="780694" y="2895346"/>
            <a:ext cx="1393190" cy="323850"/>
          </a:xfrm>
          <a:prstGeom prst="rect">
            <a:avLst/>
          </a:prstGeom>
        </p:spPr>
        <p:txBody>
          <a:bodyPr vert="horz" wrap="square" lIns="0" tIns="13335" rIns="0" bIns="0" rtlCol="0">
            <a:spAutoFit/>
          </a:bodyPr>
          <a:lstStyle/>
          <a:p>
            <a:pPr marL="12700">
              <a:lnSpc>
                <a:spcPct val="100000"/>
              </a:lnSpc>
              <a:spcBef>
                <a:spcPts val="105"/>
              </a:spcBef>
            </a:pPr>
            <a:r>
              <a:rPr sz="1950" b="1" spc="-60" dirty="0">
                <a:solidFill>
                  <a:srgbClr val="2C292A"/>
                </a:solidFill>
                <a:latin typeface="Arial"/>
                <a:cs typeface="Arial"/>
              </a:rPr>
              <a:t>MyAnalytics</a:t>
            </a:r>
            <a:endParaRPr sz="1950">
              <a:latin typeface="Arial"/>
              <a:cs typeface="Arial"/>
            </a:endParaRPr>
          </a:p>
        </p:txBody>
      </p:sp>
      <p:sp>
        <p:nvSpPr>
          <p:cNvPr id="14" name="object 14"/>
          <p:cNvSpPr txBox="1"/>
          <p:nvPr/>
        </p:nvSpPr>
        <p:spPr>
          <a:xfrm>
            <a:off x="597814" y="3182250"/>
            <a:ext cx="5026660" cy="996315"/>
          </a:xfrm>
          <a:prstGeom prst="rect">
            <a:avLst/>
          </a:prstGeom>
        </p:spPr>
        <p:txBody>
          <a:bodyPr vert="horz" wrap="square" lIns="0" tIns="130175" rIns="0" bIns="0" rtlCol="0">
            <a:spAutoFit/>
          </a:bodyPr>
          <a:lstStyle/>
          <a:p>
            <a:pPr marL="190500" indent="-178435">
              <a:lnSpc>
                <a:spcPct val="100000"/>
              </a:lnSpc>
              <a:spcBef>
                <a:spcPts val="1025"/>
              </a:spcBef>
              <a:buFont typeface="Arial"/>
              <a:buChar char="•"/>
              <a:tabLst>
                <a:tab pos="191135" algn="l"/>
              </a:tabLst>
            </a:pPr>
            <a:r>
              <a:rPr sz="1350" spc="-175" dirty="0">
                <a:solidFill>
                  <a:srgbClr val="2C292A"/>
                </a:solidFill>
                <a:latin typeface="Arial Black"/>
                <a:cs typeface="Arial Black"/>
              </a:rPr>
              <a:t>Leverage </a:t>
            </a:r>
            <a:r>
              <a:rPr sz="1350" spc="-150" dirty="0">
                <a:solidFill>
                  <a:srgbClr val="2C292A"/>
                </a:solidFill>
                <a:latin typeface="Arial Black"/>
                <a:cs typeface="Arial Black"/>
              </a:rPr>
              <a:t>personal </a:t>
            </a:r>
            <a:r>
              <a:rPr sz="1350" spc="-175" dirty="0">
                <a:solidFill>
                  <a:srgbClr val="2C292A"/>
                </a:solidFill>
                <a:latin typeface="Arial Black"/>
                <a:cs typeface="Arial Black"/>
              </a:rPr>
              <a:t>analytics </a:t>
            </a:r>
            <a:r>
              <a:rPr sz="1350" spc="-120" dirty="0">
                <a:solidFill>
                  <a:srgbClr val="2C292A"/>
                </a:solidFill>
                <a:latin typeface="Arial Black"/>
                <a:cs typeface="Arial Black"/>
              </a:rPr>
              <a:t>to </a:t>
            </a:r>
            <a:r>
              <a:rPr sz="1350" spc="-140" dirty="0">
                <a:solidFill>
                  <a:srgbClr val="2C292A"/>
                </a:solidFill>
                <a:latin typeface="Arial Black"/>
                <a:cs typeface="Arial Black"/>
              </a:rPr>
              <a:t>improve </a:t>
            </a:r>
            <a:r>
              <a:rPr sz="1350" spc="-130" dirty="0">
                <a:solidFill>
                  <a:srgbClr val="2C292A"/>
                </a:solidFill>
                <a:latin typeface="Arial Black"/>
                <a:cs typeface="Arial Black"/>
              </a:rPr>
              <a:t>individual</a:t>
            </a:r>
            <a:r>
              <a:rPr sz="1350" spc="75" dirty="0">
                <a:solidFill>
                  <a:srgbClr val="2C292A"/>
                </a:solidFill>
                <a:latin typeface="Arial Black"/>
                <a:cs typeface="Arial Black"/>
              </a:rPr>
              <a:t> </a:t>
            </a:r>
            <a:r>
              <a:rPr sz="1350" spc="-175" dirty="0">
                <a:solidFill>
                  <a:srgbClr val="2C292A"/>
                </a:solidFill>
                <a:latin typeface="Arial Black"/>
                <a:cs typeface="Arial Black"/>
              </a:rPr>
              <a:t>effectiveness</a:t>
            </a:r>
            <a:endParaRPr sz="1350">
              <a:latin typeface="Arial Black"/>
              <a:cs typeface="Arial Black"/>
            </a:endParaRPr>
          </a:p>
          <a:p>
            <a:pPr marL="190500" indent="-178435">
              <a:lnSpc>
                <a:spcPct val="100000"/>
              </a:lnSpc>
              <a:spcBef>
                <a:spcPts val="925"/>
              </a:spcBef>
              <a:buFont typeface="Arial"/>
              <a:buChar char="•"/>
              <a:tabLst>
                <a:tab pos="191135" algn="l"/>
              </a:tabLst>
            </a:pPr>
            <a:r>
              <a:rPr sz="1350" spc="-210" dirty="0">
                <a:solidFill>
                  <a:srgbClr val="2C292A"/>
                </a:solidFill>
                <a:latin typeface="Arial Black"/>
                <a:cs typeface="Arial Black"/>
              </a:rPr>
              <a:t>Use </a:t>
            </a:r>
            <a:r>
              <a:rPr sz="1350" spc="-150" dirty="0">
                <a:solidFill>
                  <a:srgbClr val="2C292A"/>
                </a:solidFill>
                <a:latin typeface="Arial Black"/>
                <a:cs typeface="Arial Black"/>
              </a:rPr>
              <a:t>the </a:t>
            </a:r>
            <a:r>
              <a:rPr sz="1350" spc="-130" dirty="0">
                <a:solidFill>
                  <a:srgbClr val="2C292A"/>
                </a:solidFill>
                <a:latin typeface="Arial Black"/>
                <a:cs typeface="Arial Black"/>
              </a:rPr>
              <a:t>Outlook </a:t>
            </a:r>
            <a:r>
              <a:rPr sz="1350" spc="-90" dirty="0">
                <a:solidFill>
                  <a:srgbClr val="2C292A"/>
                </a:solidFill>
                <a:latin typeface="Arial Black"/>
                <a:cs typeface="Arial Black"/>
              </a:rPr>
              <a:t>add-in </a:t>
            </a:r>
            <a:r>
              <a:rPr sz="1350" spc="-120" dirty="0">
                <a:solidFill>
                  <a:srgbClr val="2C292A"/>
                </a:solidFill>
                <a:latin typeface="Arial Black"/>
                <a:cs typeface="Arial Black"/>
              </a:rPr>
              <a:t>to </a:t>
            </a:r>
            <a:r>
              <a:rPr sz="1350" spc="-150" dirty="0">
                <a:solidFill>
                  <a:srgbClr val="2C292A"/>
                </a:solidFill>
                <a:latin typeface="Arial Black"/>
                <a:cs typeface="Arial Black"/>
              </a:rPr>
              <a:t>understand </a:t>
            </a:r>
            <a:r>
              <a:rPr sz="1350" spc="-165" dirty="0">
                <a:solidFill>
                  <a:srgbClr val="2C292A"/>
                </a:solidFill>
                <a:latin typeface="Arial Black"/>
                <a:cs typeface="Arial Black"/>
              </a:rPr>
              <a:t>email </a:t>
            </a:r>
            <a:r>
              <a:rPr sz="1350" spc="-185" dirty="0">
                <a:solidFill>
                  <a:srgbClr val="2C292A"/>
                </a:solidFill>
                <a:latin typeface="Arial Black"/>
                <a:cs typeface="Arial Black"/>
              </a:rPr>
              <a:t>reach </a:t>
            </a:r>
            <a:r>
              <a:rPr sz="1350" spc="-145" dirty="0">
                <a:solidFill>
                  <a:srgbClr val="2C292A"/>
                </a:solidFill>
                <a:latin typeface="Arial Black"/>
                <a:cs typeface="Arial Black"/>
              </a:rPr>
              <a:t>and</a:t>
            </a:r>
            <a:r>
              <a:rPr sz="1350" spc="-250" dirty="0">
                <a:solidFill>
                  <a:srgbClr val="2C292A"/>
                </a:solidFill>
                <a:latin typeface="Arial Black"/>
                <a:cs typeface="Arial Black"/>
              </a:rPr>
              <a:t> </a:t>
            </a:r>
            <a:r>
              <a:rPr sz="1350" spc="-170" dirty="0">
                <a:solidFill>
                  <a:srgbClr val="2C292A"/>
                </a:solidFill>
                <a:latin typeface="Arial Black"/>
                <a:cs typeface="Arial Black"/>
              </a:rPr>
              <a:t>impact</a:t>
            </a:r>
            <a:endParaRPr sz="1350">
              <a:latin typeface="Arial Black"/>
              <a:cs typeface="Arial Black"/>
            </a:endParaRPr>
          </a:p>
          <a:p>
            <a:pPr marL="190500" indent="-178435">
              <a:lnSpc>
                <a:spcPct val="100000"/>
              </a:lnSpc>
              <a:spcBef>
                <a:spcPts val="925"/>
              </a:spcBef>
              <a:buFont typeface="Arial"/>
              <a:buChar char="•"/>
              <a:tabLst>
                <a:tab pos="191135" algn="l"/>
              </a:tabLst>
            </a:pPr>
            <a:r>
              <a:rPr sz="1350" spc="-140" dirty="0">
                <a:solidFill>
                  <a:srgbClr val="2C292A"/>
                </a:solidFill>
                <a:latin typeface="Arial Black"/>
                <a:cs typeface="Arial Black"/>
              </a:rPr>
              <a:t>Identify </a:t>
            </a:r>
            <a:r>
              <a:rPr sz="1350" spc="-114" dirty="0">
                <a:solidFill>
                  <a:srgbClr val="2C292A"/>
                </a:solidFill>
                <a:latin typeface="Arial Black"/>
                <a:cs typeface="Arial Black"/>
              </a:rPr>
              <a:t>top </a:t>
            </a:r>
            <a:r>
              <a:rPr sz="1350" spc="-150" dirty="0">
                <a:solidFill>
                  <a:srgbClr val="2C292A"/>
                </a:solidFill>
                <a:latin typeface="Arial Black"/>
                <a:cs typeface="Arial Black"/>
              </a:rPr>
              <a:t>collaborators </a:t>
            </a:r>
            <a:r>
              <a:rPr sz="1350" spc="-145" dirty="0">
                <a:solidFill>
                  <a:srgbClr val="2C292A"/>
                </a:solidFill>
                <a:latin typeface="Arial Black"/>
                <a:cs typeface="Arial Black"/>
              </a:rPr>
              <a:t>and </a:t>
            </a:r>
            <a:r>
              <a:rPr sz="1350" spc="-150" dirty="0">
                <a:solidFill>
                  <a:srgbClr val="2C292A"/>
                </a:solidFill>
                <a:latin typeface="Arial Black"/>
                <a:cs typeface="Arial Black"/>
              </a:rPr>
              <a:t>understand </a:t>
            </a:r>
            <a:r>
              <a:rPr sz="1350" spc="-140" dirty="0">
                <a:solidFill>
                  <a:srgbClr val="2C292A"/>
                </a:solidFill>
                <a:latin typeface="Arial Black"/>
                <a:cs typeface="Arial Black"/>
              </a:rPr>
              <a:t>collaboration</a:t>
            </a:r>
            <a:r>
              <a:rPr sz="1350" spc="-30" dirty="0">
                <a:solidFill>
                  <a:srgbClr val="2C292A"/>
                </a:solidFill>
                <a:latin typeface="Arial Black"/>
                <a:cs typeface="Arial Black"/>
              </a:rPr>
              <a:t> </a:t>
            </a:r>
            <a:r>
              <a:rPr sz="1350" spc="-155" dirty="0">
                <a:solidFill>
                  <a:srgbClr val="2C292A"/>
                </a:solidFill>
                <a:latin typeface="Arial Black"/>
                <a:cs typeface="Arial Black"/>
              </a:rPr>
              <a:t>trends</a:t>
            </a:r>
            <a:endParaRPr sz="1350">
              <a:latin typeface="Arial Black"/>
              <a:cs typeface="Arial Black"/>
            </a:endParaRPr>
          </a:p>
        </p:txBody>
      </p:sp>
      <p:sp>
        <p:nvSpPr>
          <p:cNvPr id="15" name="object 15"/>
          <p:cNvSpPr/>
          <p:nvPr/>
        </p:nvSpPr>
        <p:spPr>
          <a:xfrm>
            <a:off x="541019" y="1853183"/>
            <a:ext cx="6332220" cy="0"/>
          </a:xfrm>
          <a:custGeom>
            <a:avLst/>
            <a:gdLst/>
            <a:ahLst/>
            <a:cxnLst/>
            <a:rect l="l" t="t" r="r" b="b"/>
            <a:pathLst>
              <a:path w="6332220">
                <a:moveTo>
                  <a:pt x="0" y="0"/>
                </a:moveTo>
                <a:lnTo>
                  <a:pt x="6332220" y="0"/>
                </a:lnTo>
              </a:path>
            </a:pathLst>
          </a:custGeom>
          <a:ln w="6096">
            <a:solidFill>
              <a:srgbClr val="D73A00"/>
            </a:solidFill>
          </a:ln>
        </p:spPr>
        <p:txBody>
          <a:bodyPr wrap="square" lIns="0" tIns="0" rIns="0" bIns="0" rtlCol="0"/>
          <a:lstStyle/>
          <a:p>
            <a:endParaRPr/>
          </a:p>
        </p:txBody>
      </p:sp>
      <p:sp>
        <p:nvSpPr>
          <p:cNvPr id="16" name="object 16"/>
          <p:cNvSpPr/>
          <p:nvPr/>
        </p:nvSpPr>
        <p:spPr>
          <a:xfrm>
            <a:off x="504444" y="3273552"/>
            <a:ext cx="6369685" cy="0"/>
          </a:xfrm>
          <a:custGeom>
            <a:avLst/>
            <a:gdLst/>
            <a:ahLst/>
            <a:cxnLst/>
            <a:rect l="l" t="t" r="r" b="b"/>
            <a:pathLst>
              <a:path w="6369684">
                <a:moveTo>
                  <a:pt x="0" y="0"/>
                </a:moveTo>
                <a:lnTo>
                  <a:pt x="6369304" y="0"/>
                </a:lnTo>
              </a:path>
            </a:pathLst>
          </a:custGeom>
          <a:ln w="6096">
            <a:solidFill>
              <a:srgbClr val="D73A00"/>
            </a:solidFill>
          </a:ln>
        </p:spPr>
        <p:txBody>
          <a:bodyPr wrap="square" lIns="0" tIns="0" rIns="0" bIns="0" rtlCol="0"/>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286243" y="0"/>
            <a:ext cx="4904740" cy="6856730"/>
            <a:chOff x="7286243" y="0"/>
            <a:chExt cx="4904740" cy="6856730"/>
          </a:xfrm>
        </p:grpSpPr>
        <p:sp>
          <p:nvSpPr>
            <p:cNvPr id="3" name="object 3"/>
            <p:cNvSpPr/>
            <p:nvPr/>
          </p:nvSpPr>
          <p:spPr>
            <a:xfrm>
              <a:off x="7286243" y="0"/>
              <a:ext cx="4904740" cy="6856730"/>
            </a:xfrm>
            <a:custGeom>
              <a:avLst/>
              <a:gdLst/>
              <a:ahLst/>
              <a:cxnLst/>
              <a:rect l="l" t="t" r="r" b="b"/>
              <a:pathLst>
                <a:path w="4904740" h="6856730">
                  <a:moveTo>
                    <a:pt x="4904232" y="0"/>
                  </a:moveTo>
                  <a:lnTo>
                    <a:pt x="0" y="0"/>
                  </a:lnTo>
                  <a:lnTo>
                    <a:pt x="0" y="6856476"/>
                  </a:lnTo>
                  <a:lnTo>
                    <a:pt x="4904232" y="6856476"/>
                  </a:lnTo>
                  <a:lnTo>
                    <a:pt x="4904232" y="0"/>
                  </a:lnTo>
                  <a:close/>
                </a:path>
              </a:pathLst>
            </a:custGeom>
            <a:solidFill>
              <a:srgbClr val="F0EEEC"/>
            </a:solidFill>
          </p:spPr>
          <p:txBody>
            <a:bodyPr wrap="square" lIns="0" tIns="0" rIns="0" bIns="0" rtlCol="0"/>
            <a:lstStyle/>
            <a:p>
              <a:endParaRPr/>
            </a:p>
          </p:txBody>
        </p:sp>
        <p:sp>
          <p:nvSpPr>
            <p:cNvPr id="4" name="object 4"/>
            <p:cNvSpPr/>
            <p:nvPr/>
          </p:nvSpPr>
          <p:spPr>
            <a:xfrm>
              <a:off x="7612379" y="3653027"/>
              <a:ext cx="1708403" cy="2258568"/>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8159495" y="5097779"/>
              <a:ext cx="1208531" cy="925068"/>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8140445" y="5078729"/>
              <a:ext cx="1247140" cy="963294"/>
            </a:xfrm>
            <a:custGeom>
              <a:avLst/>
              <a:gdLst/>
              <a:ahLst/>
              <a:cxnLst/>
              <a:rect l="l" t="t" r="r" b="b"/>
              <a:pathLst>
                <a:path w="1247140" h="963295">
                  <a:moveTo>
                    <a:pt x="0" y="963168"/>
                  </a:moveTo>
                  <a:lnTo>
                    <a:pt x="1246631" y="963168"/>
                  </a:lnTo>
                  <a:lnTo>
                    <a:pt x="1246631" y="0"/>
                  </a:lnTo>
                  <a:lnTo>
                    <a:pt x="0" y="0"/>
                  </a:lnTo>
                  <a:lnTo>
                    <a:pt x="0" y="963168"/>
                  </a:lnTo>
                  <a:close/>
                </a:path>
              </a:pathLst>
            </a:custGeom>
            <a:ln w="38100">
              <a:solidFill>
                <a:srgbClr val="D73A00"/>
              </a:solidFill>
            </a:ln>
          </p:spPr>
          <p:txBody>
            <a:bodyPr wrap="square" lIns="0" tIns="0" rIns="0" bIns="0" rtlCol="0"/>
            <a:lstStyle/>
            <a:p>
              <a:endParaRPr/>
            </a:p>
          </p:txBody>
        </p:sp>
        <p:sp>
          <p:nvSpPr>
            <p:cNvPr id="7" name="object 7"/>
            <p:cNvSpPr/>
            <p:nvPr/>
          </p:nvSpPr>
          <p:spPr>
            <a:xfrm>
              <a:off x="9867899" y="3653027"/>
              <a:ext cx="1828800" cy="2319528"/>
            </a:xfrm>
            <a:prstGeom prst="rect">
              <a:avLst/>
            </a:prstGeom>
            <a:blipFill>
              <a:blip r:embed="rId4" cstate="print"/>
              <a:stretch>
                <a:fillRect/>
              </a:stretch>
            </a:blipFill>
          </p:spPr>
          <p:txBody>
            <a:bodyPr wrap="square" lIns="0" tIns="0" rIns="0" bIns="0" rtlCol="0"/>
            <a:lstStyle/>
            <a:p>
              <a:endParaRPr/>
            </a:p>
          </p:txBody>
        </p:sp>
      </p:grpSp>
      <p:sp>
        <p:nvSpPr>
          <p:cNvPr id="8" name="object 8"/>
          <p:cNvSpPr txBox="1">
            <a:spLocks noGrp="1"/>
          </p:cNvSpPr>
          <p:nvPr>
            <p:ph type="title"/>
          </p:nvPr>
        </p:nvSpPr>
        <p:spPr>
          <a:xfrm>
            <a:off x="403047" y="299669"/>
            <a:ext cx="1166495" cy="624205"/>
          </a:xfrm>
          <a:prstGeom prst="rect">
            <a:avLst/>
          </a:prstGeom>
        </p:spPr>
        <p:txBody>
          <a:bodyPr vert="horz" wrap="square" lIns="0" tIns="15875" rIns="0" bIns="0" rtlCol="0">
            <a:spAutoFit/>
          </a:bodyPr>
          <a:lstStyle/>
          <a:p>
            <a:pPr marL="12700">
              <a:lnSpc>
                <a:spcPct val="100000"/>
              </a:lnSpc>
              <a:spcBef>
                <a:spcPts val="125"/>
              </a:spcBef>
            </a:pPr>
            <a:r>
              <a:rPr sz="3900" b="1" spc="-480" dirty="0">
                <a:solidFill>
                  <a:srgbClr val="2C2A2B"/>
                </a:solidFill>
                <a:latin typeface="Arial"/>
                <a:cs typeface="Arial"/>
              </a:rPr>
              <a:t>V</a:t>
            </a:r>
            <a:r>
              <a:rPr sz="3900" b="1" spc="-190" dirty="0">
                <a:solidFill>
                  <a:srgbClr val="2C2A2B"/>
                </a:solidFill>
                <a:latin typeface="Arial"/>
                <a:cs typeface="Arial"/>
              </a:rPr>
              <a:t>o</a:t>
            </a:r>
            <a:r>
              <a:rPr sz="3900" b="1" spc="-215" dirty="0">
                <a:solidFill>
                  <a:srgbClr val="2C2A2B"/>
                </a:solidFill>
                <a:latin typeface="Arial"/>
                <a:cs typeface="Arial"/>
              </a:rPr>
              <a:t>i</a:t>
            </a:r>
            <a:r>
              <a:rPr sz="3900" b="1" spc="-470" dirty="0">
                <a:solidFill>
                  <a:srgbClr val="2C2A2B"/>
                </a:solidFill>
                <a:latin typeface="Arial"/>
                <a:cs typeface="Arial"/>
              </a:rPr>
              <a:t>c</a:t>
            </a:r>
            <a:r>
              <a:rPr sz="3900" b="1" spc="-85" dirty="0">
                <a:solidFill>
                  <a:srgbClr val="2C2A2B"/>
                </a:solidFill>
                <a:latin typeface="Arial"/>
                <a:cs typeface="Arial"/>
              </a:rPr>
              <a:t>e</a:t>
            </a:r>
            <a:endParaRPr sz="3900">
              <a:latin typeface="Arial"/>
              <a:cs typeface="Arial"/>
            </a:endParaRPr>
          </a:p>
        </p:txBody>
      </p:sp>
      <p:sp>
        <p:nvSpPr>
          <p:cNvPr id="9" name="object 9"/>
          <p:cNvSpPr txBox="1"/>
          <p:nvPr/>
        </p:nvSpPr>
        <p:spPr>
          <a:xfrm>
            <a:off x="597814" y="1368349"/>
            <a:ext cx="4866640" cy="1032510"/>
          </a:xfrm>
          <a:prstGeom prst="rect">
            <a:avLst/>
          </a:prstGeom>
        </p:spPr>
        <p:txBody>
          <a:bodyPr vert="horz" wrap="square" lIns="0" tIns="162560" rIns="0" bIns="0" rtlCol="0">
            <a:spAutoFit/>
          </a:bodyPr>
          <a:lstStyle/>
          <a:p>
            <a:pPr marL="194945">
              <a:lnSpc>
                <a:spcPct val="100000"/>
              </a:lnSpc>
              <a:spcBef>
                <a:spcPts val="1280"/>
              </a:spcBef>
            </a:pPr>
            <a:r>
              <a:rPr sz="1950" b="1" spc="-110" dirty="0">
                <a:solidFill>
                  <a:srgbClr val="2C292A"/>
                </a:solidFill>
                <a:latin typeface="Arial"/>
                <a:cs typeface="Arial"/>
              </a:rPr>
              <a:t>PSTN</a:t>
            </a:r>
            <a:r>
              <a:rPr sz="1950" b="1" dirty="0">
                <a:solidFill>
                  <a:srgbClr val="2C292A"/>
                </a:solidFill>
                <a:latin typeface="Arial"/>
                <a:cs typeface="Arial"/>
              </a:rPr>
              <a:t> </a:t>
            </a:r>
            <a:r>
              <a:rPr sz="1950" b="1" spc="-65" dirty="0">
                <a:solidFill>
                  <a:srgbClr val="2C292A"/>
                </a:solidFill>
                <a:latin typeface="Arial"/>
                <a:cs typeface="Arial"/>
              </a:rPr>
              <a:t>Conferencing</a:t>
            </a:r>
            <a:endParaRPr sz="1950">
              <a:latin typeface="Arial"/>
              <a:cs typeface="Arial"/>
            </a:endParaRPr>
          </a:p>
          <a:p>
            <a:pPr marL="190500" indent="-178435">
              <a:lnSpc>
                <a:spcPct val="100000"/>
              </a:lnSpc>
              <a:spcBef>
                <a:spcPts val="840"/>
              </a:spcBef>
              <a:buFont typeface="Arial"/>
              <a:buChar char="•"/>
              <a:tabLst>
                <a:tab pos="191135" algn="l"/>
              </a:tabLst>
            </a:pPr>
            <a:r>
              <a:rPr sz="1350" spc="-210" dirty="0">
                <a:solidFill>
                  <a:srgbClr val="2C292A"/>
                </a:solidFill>
                <a:latin typeface="Arial Black"/>
                <a:cs typeface="Arial Black"/>
              </a:rPr>
              <a:t>Use </a:t>
            </a:r>
            <a:r>
              <a:rPr sz="1350" spc="-204" dirty="0">
                <a:solidFill>
                  <a:srgbClr val="2C292A"/>
                </a:solidFill>
                <a:latin typeface="Arial Black"/>
                <a:cs typeface="Arial Black"/>
              </a:rPr>
              <a:t>a </a:t>
            </a:r>
            <a:r>
              <a:rPr sz="1350" spc="-125" dirty="0">
                <a:solidFill>
                  <a:srgbClr val="2C292A"/>
                </a:solidFill>
                <a:latin typeface="Arial Black"/>
                <a:cs typeface="Arial Black"/>
              </a:rPr>
              <a:t>tolled </a:t>
            </a:r>
            <a:r>
              <a:rPr sz="1350" spc="-100" dirty="0">
                <a:solidFill>
                  <a:srgbClr val="2C292A"/>
                </a:solidFill>
                <a:latin typeface="Arial Black"/>
                <a:cs typeface="Arial Black"/>
              </a:rPr>
              <a:t>dial-in </a:t>
            </a:r>
            <a:r>
              <a:rPr sz="1350" spc="-145" dirty="0">
                <a:solidFill>
                  <a:srgbClr val="2C292A"/>
                </a:solidFill>
                <a:latin typeface="Arial Black"/>
                <a:cs typeface="Arial Black"/>
              </a:rPr>
              <a:t>number </a:t>
            </a:r>
            <a:r>
              <a:rPr sz="1350" spc="-120" dirty="0">
                <a:solidFill>
                  <a:srgbClr val="2C292A"/>
                </a:solidFill>
                <a:latin typeface="Arial Black"/>
                <a:cs typeface="Arial Black"/>
              </a:rPr>
              <a:t>to </a:t>
            </a:r>
            <a:r>
              <a:rPr sz="1350" spc="-114" dirty="0">
                <a:solidFill>
                  <a:srgbClr val="2C292A"/>
                </a:solidFill>
                <a:latin typeface="Arial Black"/>
                <a:cs typeface="Arial Black"/>
              </a:rPr>
              <a:t>join </a:t>
            </a:r>
            <a:r>
              <a:rPr sz="1350" spc="-160" dirty="0">
                <a:solidFill>
                  <a:srgbClr val="2C292A"/>
                </a:solidFill>
                <a:latin typeface="Arial Black"/>
                <a:cs typeface="Arial Black"/>
              </a:rPr>
              <a:t>meetings </a:t>
            </a:r>
            <a:r>
              <a:rPr sz="1350" spc="-125" dirty="0">
                <a:solidFill>
                  <a:srgbClr val="2C292A"/>
                </a:solidFill>
                <a:latin typeface="Arial Black"/>
                <a:cs typeface="Arial Black"/>
              </a:rPr>
              <a:t>from </a:t>
            </a:r>
            <a:r>
              <a:rPr sz="1350" spc="-165" dirty="0">
                <a:solidFill>
                  <a:srgbClr val="2C292A"/>
                </a:solidFill>
                <a:latin typeface="Arial Black"/>
                <a:cs typeface="Arial Black"/>
              </a:rPr>
              <a:t>any</a:t>
            </a:r>
            <a:r>
              <a:rPr sz="1350" spc="75" dirty="0">
                <a:solidFill>
                  <a:srgbClr val="2C292A"/>
                </a:solidFill>
                <a:latin typeface="Arial Black"/>
                <a:cs typeface="Arial Black"/>
              </a:rPr>
              <a:t> </a:t>
            </a:r>
            <a:r>
              <a:rPr sz="1350" spc="-170" dirty="0">
                <a:solidFill>
                  <a:srgbClr val="2C292A"/>
                </a:solidFill>
                <a:latin typeface="Arial Black"/>
                <a:cs typeface="Arial Black"/>
              </a:rPr>
              <a:t>device</a:t>
            </a:r>
            <a:endParaRPr sz="1350">
              <a:latin typeface="Arial Black"/>
              <a:cs typeface="Arial Black"/>
            </a:endParaRPr>
          </a:p>
          <a:p>
            <a:pPr marL="190500" indent="-178435">
              <a:lnSpc>
                <a:spcPct val="100000"/>
              </a:lnSpc>
              <a:spcBef>
                <a:spcPts val="320"/>
              </a:spcBef>
              <a:buFont typeface="Arial"/>
              <a:buChar char="•"/>
              <a:tabLst>
                <a:tab pos="191135" algn="l"/>
              </a:tabLst>
            </a:pPr>
            <a:r>
              <a:rPr sz="1350" spc="-135" dirty="0">
                <a:solidFill>
                  <a:srgbClr val="2C292A"/>
                </a:solidFill>
                <a:latin typeface="Arial Black"/>
                <a:cs typeface="Arial Black"/>
              </a:rPr>
              <a:t>Dial </a:t>
            </a:r>
            <a:r>
              <a:rPr sz="1350" spc="-120" dirty="0">
                <a:solidFill>
                  <a:srgbClr val="2C292A"/>
                </a:solidFill>
                <a:latin typeface="Arial Black"/>
                <a:cs typeface="Arial Black"/>
              </a:rPr>
              <a:t>out to </a:t>
            </a:r>
            <a:r>
              <a:rPr sz="1350" spc="-114" dirty="0">
                <a:solidFill>
                  <a:srgbClr val="2C292A"/>
                </a:solidFill>
                <a:latin typeface="Arial Black"/>
                <a:cs typeface="Arial Black"/>
              </a:rPr>
              <a:t>bring </a:t>
            </a:r>
            <a:r>
              <a:rPr sz="1350" spc="-160" dirty="0">
                <a:solidFill>
                  <a:srgbClr val="2C292A"/>
                </a:solidFill>
                <a:latin typeface="Arial Black"/>
                <a:cs typeface="Arial Black"/>
              </a:rPr>
              <a:t>participants </a:t>
            </a:r>
            <a:r>
              <a:rPr sz="1350" spc="-120" dirty="0">
                <a:solidFill>
                  <a:srgbClr val="2C292A"/>
                </a:solidFill>
                <a:latin typeface="Arial Black"/>
                <a:cs typeface="Arial Black"/>
              </a:rPr>
              <a:t>into </a:t>
            </a:r>
            <a:r>
              <a:rPr sz="1350" spc="-150" dirty="0">
                <a:solidFill>
                  <a:srgbClr val="2C292A"/>
                </a:solidFill>
                <a:latin typeface="Arial Black"/>
                <a:cs typeface="Arial Black"/>
              </a:rPr>
              <a:t>the</a:t>
            </a:r>
            <a:r>
              <a:rPr sz="1350" spc="-70" dirty="0">
                <a:solidFill>
                  <a:srgbClr val="2C292A"/>
                </a:solidFill>
                <a:latin typeface="Arial Black"/>
                <a:cs typeface="Arial Black"/>
              </a:rPr>
              <a:t> </a:t>
            </a:r>
            <a:r>
              <a:rPr sz="1350" spc="-150" dirty="0">
                <a:solidFill>
                  <a:srgbClr val="2C292A"/>
                </a:solidFill>
                <a:latin typeface="Arial Black"/>
                <a:cs typeface="Arial Black"/>
              </a:rPr>
              <a:t>meeting</a:t>
            </a:r>
            <a:endParaRPr sz="1350">
              <a:latin typeface="Arial Black"/>
              <a:cs typeface="Arial Black"/>
            </a:endParaRPr>
          </a:p>
        </p:txBody>
      </p:sp>
      <p:sp>
        <p:nvSpPr>
          <p:cNvPr id="10" name="object 10"/>
          <p:cNvSpPr txBox="1"/>
          <p:nvPr/>
        </p:nvSpPr>
        <p:spPr>
          <a:xfrm>
            <a:off x="597814" y="2695752"/>
            <a:ext cx="6323330" cy="1032510"/>
          </a:xfrm>
          <a:prstGeom prst="rect">
            <a:avLst/>
          </a:prstGeom>
        </p:spPr>
        <p:txBody>
          <a:bodyPr vert="horz" wrap="square" lIns="0" tIns="162560" rIns="0" bIns="0" rtlCol="0">
            <a:spAutoFit/>
          </a:bodyPr>
          <a:lstStyle/>
          <a:p>
            <a:pPr marL="194945">
              <a:lnSpc>
                <a:spcPct val="100000"/>
              </a:lnSpc>
              <a:spcBef>
                <a:spcPts val="1280"/>
              </a:spcBef>
            </a:pPr>
            <a:r>
              <a:rPr sz="1950" b="1" spc="-70" dirty="0">
                <a:solidFill>
                  <a:srgbClr val="2C292A"/>
                </a:solidFill>
                <a:latin typeface="Arial"/>
                <a:cs typeface="Arial"/>
              </a:rPr>
              <a:t>Cloud</a:t>
            </a:r>
            <a:r>
              <a:rPr sz="1950" b="1" spc="10" dirty="0">
                <a:solidFill>
                  <a:srgbClr val="2C292A"/>
                </a:solidFill>
                <a:latin typeface="Arial"/>
                <a:cs typeface="Arial"/>
              </a:rPr>
              <a:t> </a:t>
            </a:r>
            <a:r>
              <a:rPr sz="1950" b="1" spc="-165" dirty="0">
                <a:solidFill>
                  <a:srgbClr val="2C292A"/>
                </a:solidFill>
                <a:latin typeface="Arial"/>
                <a:cs typeface="Arial"/>
              </a:rPr>
              <a:t>PBX</a:t>
            </a:r>
            <a:endParaRPr sz="1950">
              <a:latin typeface="Arial"/>
              <a:cs typeface="Arial"/>
            </a:endParaRPr>
          </a:p>
          <a:p>
            <a:pPr marL="190500" indent="-178435">
              <a:lnSpc>
                <a:spcPct val="100000"/>
              </a:lnSpc>
              <a:spcBef>
                <a:spcPts val="840"/>
              </a:spcBef>
              <a:buFont typeface="Arial"/>
              <a:buChar char="•"/>
              <a:tabLst>
                <a:tab pos="191135" algn="l"/>
              </a:tabLst>
            </a:pPr>
            <a:r>
              <a:rPr sz="1350" spc="-155" dirty="0">
                <a:solidFill>
                  <a:srgbClr val="2C292A"/>
                </a:solidFill>
                <a:latin typeface="Arial Black"/>
                <a:cs typeface="Arial Black"/>
              </a:rPr>
              <a:t>Centrally </a:t>
            </a:r>
            <a:r>
              <a:rPr sz="1350" spc="-170" dirty="0">
                <a:solidFill>
                  <a:srgbClr val="2C292A"/>
                </a:solidFill>
                <a:latin typeface="Arial Black"/>
                <a:cs typeface="Arial Black"/>
              </a:rPr>
              <a:t>manage </a:t>
            </a:r>
            <a:r>
              <a:rPr sz="1350" spc="-190" dirty="0">
                <a:solidFill>
                  <a:srgbClr val="2C292A"/>
                </a:solidFill>
                <a:latin typeface="Arial Black"/>
                <a:cs typeface="Arial Black"/>
              </a:rPr>
              <a:t>users </a:t>
            </a:r>
            <a:r>
              <a:rPr sz="1350" spc="-105" dirty="0">
                <a:solidFill>
                  <a:srgbClr val="2C292A"/>
                </a:solidFill>
                <a:latin typeface="Arial Black"/>
                <a:cs typeface="Arial Black"/>
              </a:rPr>
              <a:t>for </a:t>
            </a:r>
            <a:r>
              <a:rPr sz="1350" spc="-165" dirty="0">
                <a:solidFill>
                  <a:srgbClr val="2C292A"/>
                </a:solidFill>
                <a:latin typeface="Arial Black"/>
                <a:cs typeface="Arial Black"/>
              </a:rPr>
              <a:t>communications, email,</a:t>
            </a:r>
            <a:r>
              <a:rPr sz="1350" spc="-210" dirty="0">
                <a:solidFill>
                  <a:srgbClr val="2C292A"/>
                </a:solidFill>
                <a:latin typeface="Arial Black"/>
                <a:cs typeface="Arial Black"/>
              </a:rPr>
              <a:t> </a:t>
            </a:r>
            <a:r>
              <a:rPr sz="1350" spc="-145" dirty="0">
                <a:solidFill>
                  <a:srgbClr val="2C292A"/>
                </a:solidFill>
                <a:latin typeface="Arial Black"/>
                <a:cs typeface="Arial Black"/>
              </a:rPr>
              <a:t>and </a:t>
            </a:r>
            <a:r>
              <a:rPr sz="1350" spc="-155" dirty="0">
                <a:solidFill>
                  <a:srgbClr val="2C292A"/>
                </a:solidFill>
                <a:latin typeface="Arial Black"/>
                <a:cs typeface="Arial Black"/>
              </a:rPr>
              <a:t>content </a:t>
            </a:r>
            <a:r>
              <a:rPr sz="1350" spc="-125" dirty="0">
                <a:solidFill>
                  <a:srgbClr val="2C292A"/>
                </a:solidFill>
                <a:latin typeface="Arial Black"/>
                <a:cs typeface="Arial Black"/>
              </a:rPr>
              <a:t>from </a:t>
            </a:r>
            <a:r>
              <a:rPr sz="1350" spc="-145" dirty="0">
                <a:solidFill>
                  <a:srgbClr val="2C292A"/>
                </a:solidFill>
                <a:latin typeface="Arial Black"/>
                <a:cs typeface="Arial Black"/>
              </a:rPr>
              <a:t>Office </a:t>
            </a:r>
            <a:r>
              <a:rPr sz="1350" spc="-170" dirty="0">
                <a:solidFill>
                  <a:srgbClr val="2C292A"/>
                </a:solidFill>
                <a:latin typeface="Arial Black"/>
                <a:cs typeface="Arial Black"/>
              </a:rPr>
              <a:t>365</a:t>
            </a:r>
            <a:endParaRPr sz="1350">
              <a:latin typeface="Arial Black"/>
              <a:cs typeface="Arial Black"/>
            </a:endParaRPr>
          </a:p>
          <a:p>
            <a:pPr marL="190500" indent="-178435">
              <a:lnSpc>
                <a:spcPct val="100000"/>
              </a:lnSpc>
              <a:spcBef>
                <a:spcPts val="320"/>
              </a:spcBef>
              <a:buFont typeface="Arial"/>
              <a:buChar char="•"/>
              <a:tabLst>
                <a:tab pos="191135" algn="l"/>
              </a:tabLst>
            </a:pPr>
            <a:r>
              <a:rPr sz="1350" spc="-165" dirty="0">
                <a:solidFill>
                  <a:srgbClr val="2C292A"/>
                </a:solidFill>
                <a:latin typeface="Arial Black"/>
                <a:cs typeface="Arial Black"/>
              </a:rPr>
              <a:t>Eliminate </a:t>
            </a:r>
            <a:r>
              <a:rPr sz="1350" spc="-180" dirty="0">
                <a:solidFill>
                  <a:srgbClr val="2C292A"/>
                </a:solidFill>
                <a:latin typeface="Arial Black"/>
                <a:cs typeface="Arial Black"/>
              </a:rPr>
              <a:t>separate </a:t>
            </a:r>
            <a:r>
              <a:rPr sz="1350" spc="-245" dirty="0">
                <a:solidFill>
                  <a:srgbClr val="2C292A"/>
                </a:solidFill>
                <a:latin typeface="Arial Black"/>
                <a:cs typeface="Arial Black"/>
              </a:rPr>
              <a:t>PBX </a:t>
            </a:r>
            <a:r>
              <a:rPr sz="1350" spc="-204" dirty="0">
                <a:solidFill>
                  <a:srgbClr val="2C292A"/>
                </a:solidFill>
                <a:latin typeface="Arial Black"/>
                <a:cs typeface="Arial Black"/>
              </a:rPr>
              <a:t>systems </a:t>
            </a:r>
            <a:r>
              <a:rPr sz="1350" spc="-145" dirty="0">
                <a:solidFill>
                  <a:srgbClr val="2C292A"/>
                </a:solidFill>
                <a:latin typeface="Arial Black"/>
                <a:cs typeface="Arial Black"/>
              </a:rPr>
              <a:t>and transition </a:t>
            </a:r>
            <a:r>
              <a:rPr sz="1350" spc="-120" dirty="0">
                <a:solidFill>
                  <a:srgbClr val="2C292A"/>
                </a:solidFill>
                <a:latin typeface="Arial Black"/>
                <a:cs typeface="Arial Black"/>
              </a:rPr>
              <a:t>to </a:t>
            </a:r>
            <a:r>
              <a:rPr sz="1350" spc="-150" dirty="0">
                <a:solidFill>
                  <a:srgbClr val="2C292A"/>
                </a:solidFill>
                <a:latin typeface="Arial Black"/>
                <a:cs typeface="Arial Black"/>
              </a:rPr>
              <a:t>the</a:t>
            </a:r>
            <a:r>
              <a:rPr sz="1350" spc="-130" dirty="0">
                <a:solidFill>
                  <a:srgbClr val="2C292A"/>
                </a:solidFill>
                <a:latin typeface="Arial Black"/>
                <a:cs typeface="Arial Black"/>
              </a:rPr>
              <a:t> </a:t>
            </a:r>
            <a:r>
              <a:rPr sz="1350" spc="-140" dirty="0">
                <a:solidFill>
                  <a:srgbClr val="2C292A"/>
                </a:solidFill>
                <a:latin typeface="Arial Black"/>
                <a:cs typeface="Arial Black"/>
              </a:rPr>
              <a:t>cloud</a:t>
            </a:r>
            <a:endParaRPr sz="1350">
              <a:latin typeface="Arial Black"/>
              <a:cs typeface="Arial Black"/>
            </a:endParaRPr>
          </a:p>
        </p:txBody>
      </p:sp>
      <p:sp>
        <p:nvSpPr>
          <p:cNvPr id="11" name="object 11"/>
          <p:cNvSpPr txBox="1"/>
          <p:nvPr/>
        </p:nvSpPr>
        <p:spPr>
          <a:xfrm>
            <a:off x="597814" y="4023156"/>
            <a:ext cx="3673475" cy="1032510"/>
          </a:xfrm>
          <a:prstGeom prst="rect">
            <a:avLst/>
          </a:prstGeom>
        </p:spPr>
        <p:txBody>
          <a:bodyPr vert="horz" wrap="square" lIns="0" tIns="162560" rIns="0" bIns="0" rtlCol="0">
            <a:spAutoFit/>
          </a:bodyPr>
          <a:lstStyle/>
          <a:p>
            <a:pPr marL="194945">
              <a:lnSpc>
                <a:spcPct val="100000"/>
              </a:lnSpc>
              <a:spcBef>
                <a:spcPts val="1280"/>
              </a:spcBef>
            </a:pPr>
            <a:r>
              <a:rPr sz="1950" b="1" spc="-110" dirty="0">
                <a:solidFill>
                  <a:srgbClr val="2C292A"/>
                </a:solidFill>
                <a:latin typeface="Arial"/>
                <a:cs typeface="Arial"/>
              </a:rPr>
              <a:t>PSTN</a:t>
            </a:r>
            <a:r>
              <a:rPr sz="1950" b="1" dirty="0">
                <a:solidFill>
                  <a:srgbClr val="2C292A"/>
                </a:solidFill>
                <a:latin typeface="Arial"/>
                <a:cs typeface="Arial"/>
              </a:rPr>
              <a:t> </a:t>
            </a:r>
            <a:r>
              <a:rPr sz="1950" b="1" spc="-45" dirty="0">
                <a:solidFill>
                  <a:srgbClr val="2C292A"/>
                </a:solidFill>
                <a:latin typeface="Arial"/>
                <a:cs typeface="Arial"/>
              </a:rPr>
              <a:t>Calling*</a:t>
            </a:r>
            <a:endParaRPr sz="1950">
              <a:latin typeface="Arial"/>
              <a:cs typeface="Arial"/>
            </a:endParaRPr>
          </a:p>
          <a:p>
            <a:pPr marL="190500" indent="-178435">
              <a:lnSpc>
                <a:spcPct val="100000"/>
              </a:lnSpc>
              <a:spcBef>
                <a:spcPts val="840"/>
              </a:spcBef>
              <a:buFont typeface="Arial"/>
              <a:buChar char="•"/>
              <a:tabLst>
                <a:tab pos="191135" algn="l"/>
              </a:tabLst>
            </a:pPr>
            <a:r>
              <a:rPr sz="1350" spc="-170" dirty="0">
                <a:solidFill>
                  <a:srgbClr val="2C292A"/>
                </a:solidFill>
                <a:latin typeface="Arial Black"/>
                <a:cs typeface="Arial Black"/>
              </a:rPr>
              <a:t>Subscribe </a:t>
            </a:r>
            <a:r>
              <a:rPr sz="1350" spc="-120" dirty="0">
                <a:solidFill>
                  <a:srgbClr val="2C292A"/>
                </a:solidFill>
                <a:latin typeface="Arial Black"/>
                <a:cs typeface="Arial Black"/>
              </a:rPr>
              <a:t>to </a:t>
            </a:r>
            <a:r>
              <a:rPr sz="1350" spc="-150" dirty="0">
                <a:solidFill>
                  <a:srgbClr val="2C292A"/>
                </a:solidFill>
                <a:latin typeface="Arial Black"/>
                <a:cs typeface="Arial Black"/>
              </a:rPr>
              <a:t>calling </a:t>
            </a:r>
            <a:r>
              <a:rPr sz="1350" spc="-160" dirty="0">
                <a:solidFill>
                  <a:srgbClr val="2C292A"/>
                </a:solidFill>
                <a:latin typeface="Arial Black"/>
                <a:cs typeface="Arial Black"/>
              </a:rPr>
              <a:t>plans </a:t>
            </a:r>
            <a:r>
              <a:rPr sz="1350" spc="-125" dirty="0">
                <a:solidFill>
                  <a:srgbClr val="2C292A"/>
                </a:solidFill>
                <a:latin typeface="Arial Black"/>
                <a:cs typeface="Arial Black"/>
              </a:rPr>
              <a:t>from </a:t>
            </a:r>
            <a:r>
              <a:rPr sz="1350" spc="-145" dirty="0">
                <a:solidFill>
                  <a:srgbClr val="2C292A"/>
                </a:solidFill>
                <a:latin typeface="Arial Black"/>
                <a:cs typeface="Arial Black"/>
              </a:rPr>
              <a:t>Office</a:t>
            </a:r>
            <a:r>
              <a:rPr sz="1350" spc="-10" dirty="0">
                <a:solidFill>
                  <a:srgbClr val="2C292A"/>
                </a:solidFill>
                <a:latin typeface="Arial Black"/>
                <a:cs typeface="Arial Black"/>
              </a:rPr>
              <a:t> </a:t>
            </a:r>
            <a:r>
              <a:rPr sz="1350" spc="-170" dirty="0">
                <a:solidFill>
                  <a:srgbClr val="2C292A"/>
                </a:solidFill>
                <a:latin typeface="Arial Black"/>
                <a:cs typeface="Arial Black"/>
              </a:rPr>
              <a:t>365</a:t>
            </a:r>
            <a:endParaRPr sz="1350">
              <a:latin typeface="Arial Black"/>
              <a:cs typeface="Arial Black"/>
            </a:endParaRPr>
          </a:p>
          <a:p>
            <a:pPr marL="190500" indent="-178435">
              <a:lnSpc>
                <a:spcPct val="100000"/>
              </a:lnSpc>
              <a:spcBef>
                <a:spcPts val="320"/>
              </a:spcBef>
              <a:buFont typeface="Arial"/>
              <a:buChar char="•"/>
              <a:tabLst>
                <a:tab pos="191135" algn="l"/>
              </a:tabLst>
            </a:pPr>
            <a:r>
              <a:rPr sz="1350" spc="-210" dirty="0">
                <a:solidFill>
                  <a:srgbClr val="2C292A"/>
                </a:solidFill>
                <a:latin typeface="Arial Black"/>
                <a:cs typeface="Arial Black"/>
              </a:rPr>
              <a:t>Use </a:t>
            </a:r>
            <a:r>
              <a:rPr sz="1350" spc="-165" dirty="0">
                <a:solidFill>
                  <a:srgbClr val="2C292A"/>
                </a:solidFill>
                <a:latin typeface="Arial Black"/>
                <a:cs typeface="Arial Black"/>
              </a:rPr>
              <a:t>existing </a:t>
            </a:r>
            <a:r>
              <a:rPr sz="1350" spc="-130" dirty="0">
                <a:solidFill>
                  <a:srgbClr val="2C292A"/>
                </a:solidFill>
                <a:latin typeface="Arial Black"/>
                <a:cs typeface="Arial Black"/>
              </a:rPr>
              <a:t>phone </a:t>
            </a:r>
            <a:r>
              <a:rPr sz="1350" spc="-155" dirty="0">
                <a:solidFill>
                  <a:srgbClr val="2C292A"/>
                </a:solidFill>
                <a:latin typeface="Arial Black"/>
                <a:cs typeface="Arial Black"/>
              </a:rPr>
              <a:t>numbers </a:t>
            </a:r>
            <a:r>
              <a:rPr sz="1350" spc="-114" dirty="0">
                <a:solidFill>
                  <a:srgbClr val="2C292A"/>
                </a:solidFill>
                <a:latin typeface="Arial Black"/>
                <a:cs typeface="Arial Black"/>
              </a:rPr>
              <a:t>or </a:t>
            </a:r>
            <a:r>
              <a:rPr sz="1350" spc="-140" dirty="0">
                <a:solidFill>
                  <a:srgbClr val="2C292A"/>
                </a:solidFill>
                <a:latin typeface="Arial Black"/>
                <a:cs typeface="Arial Black"/>
              </a:rPr>
              <a:t>get </a:t>
            </a:r>
            <a:r>
              <a:rPr sz="1350" spc="-200" dirty="0">
                <a:solidFill>
                  <a:srgbClr val="2C292A"/>
                </a:solidFill>
                <a:latin typeface="Arial Black"/>
                <a:cs typeface="Arial Black"/>
              </a:rPr>
              <a:t>new</a:t>
            </a:r>
            <a:r>
              <a:rPr sz="1350" spc="-120" dirty="0">
                <a:solidFill>
                  <a:srgbClr val="2C292A"/>
                </a:solidFill>
                <a:latin typeface="Arial Black"/>
                <a:cs typeface="Arial Black"/>
              </a:rPr>
              <a:t> </a:t>
            </a:r>
            <a:r>
              <a:rPr sz="1350" spc="-165" dirty="0">
                <a:solidFill>
                  <a:srgbClr val="2C292A"/>
                </a:solidFill>
                <a:latin typeface="Arial Black"/>
                <a:cs typeface="Arial Black"/>
              </a:rPr>
              <a:t>ones</a:t>
            </a:r>
            <a:endParaRPr sz="1350">
              <a:latin typeface="Arial Black"/>
              <a:cs typeface="Arial Black"/>
            </a:endParaRPr>
          </a:p>
        </p:txBody>
      </p:sp>
      <p:sp>
        <p:nvSpPr>
          <p:cNvPr id="12" name="object 12"/>
          <p:cNvSpPr/>
          <p:nvPr/>
        </p:nvSpPr>
        <p:spPr>
          <a:xfrm>
            <a:off x="504444" y="1908048"/>
            <a:ext cx="6369685" cy="0"/>
          </a:xfrm>
          <a:custGeom>
            <a:avLst/>
            <a:gdLst/>
            <a:ahLst/>
            <a:cxnLst/>
            <a:rect l="l" t="t" r="r" b="b"/>
            <a:pathLst>
              <a:path w="6369684">
                <a:moveTo>
                  <a:pt x="0" y="0"/>
                </a:moveTo>
                <a:lnTo>
                  <a:pt x="6369304" y="0"/>
                </a:lnTo>
              </a:path>
            </a:pathLst>
          </a:custGeom>
          <a:ln w="6096">
            <a:solidFill>
              <a:srgbClr val="D73A00"/>
            </a:solidFill>
          </a:ln>
        </p:spPr>
        <p:txBody>
          <a:bodyPr wrap="square" lIns="0" tIns="0" rIns="0" bIns="0" rtlCol="0"/>
          <a:lstStyle/>
          <a:p>
            <a:endParaRPr/>
          </a:p>
        </p:txBody>
      </p:sp>
      <p:sp>
        <p:nvSpPr>
          <p:cNvPr id="13" name="object 13"/>
          <p:cNvSpPr/>
          <p:nvPr/>
        </p:nvSpPr>
        <p:spPr>
          <a:xfrm>
            <a:off x="569976" y="3241548"/>
            <a:ext cx="6303010" cy="0"/>
          </a:xfrm>
          <a:custGeom>
            <a:avLst/>
            <a:gdLst/>
            <a:ahLst/>
            <a:cxnLst/>
            <a:rect l="l" t="t" r="r" b="b"/>
            <a:pathLst>
              <a:path w="6303009">
                <a:moveTo>
                  <a:pt x="0" y="0"/>
                </a:moveTo>
                <a:lnTo>
                  <a:pt x="6302883" y="0"/>
                </a:lnTo>
              </a:path>
            </a:pathLst>
          </a:custGeom>
          <a:ln w="6096">
            <a:solidFill>
              <a:srgbClr val="D73A00"/>
            </a:solidFill>
          </a:ln>
        </p:spPr>
        <p:txBody>
          <a:bodyPr wrap="square" lIns="0" tIns="0" rIns="0" bIns="0" rtlCol="0"/>
          <a:lstStyle/>
          <a:p>
            <a:endParaRPr/>
          </a:p>
        </p:txBody>
      </p:sp>
      <p:sp>
        <p:nvSpPr>
          <p:cNvPr id="14" name="object 14"/>
          <p:cNvSpPr/>
          <p:nvPr/>
        </p:nvSpPr>
        <p:spPr>
          <a:xfrm>
            <a:off x="541019" y="4555235"/>
            <a:ext cx="6332220" cy="0"/>
          </a:xfrm>
          <a:custGeom>
            <a:avLst/>
            <a:gdLst/>
            <a:ahLst/>
            <a:cxnLst/>
            <a:rect l="l" t="t" r="r" b="b"/>
            <a:pathLst>
              <a:path w="6332220">
                <a:moveTo>
                  <a:pt x="0" y="0"/>
                </a:moveTo>
                <a:lnTo>
                  <a:pt x="6332220" y="0"/>
                </a:lnTo>
              </a:path>
            </a:pathLst>
          </a:custGeom>
          <a:ln w="6096">
            <a:solidFill>
              <a:srgbClr val="D73A00"/>
            </a:solidFill>
          </a:ln>
        </p:spPr>
        <p:txBody>
          <a:bodyPr wrap="square" lIns="0" tIns="0" rIns="0" bIns="0" rtlCol="0"/>
          <a:lstStyle/>
          <a:p>
            <a:endParaRPr/>
          </a:p>
        </p:txBody>
      </p:sp>
      <p:sp>
        <p:nvSpPr>
          <p:cNvPr id="15" name="object 15"/>
          <p:cNvSpPr txBox="1"/>
          <p:nvPr/>
        </p:nvSpPr>
        <p:spPr>
          <a:xfrm>
            <a:off x="8070850" y="6159804"/>
            <a:ext cx="870585" cy="239395"/>
          </a:xfrm>
          <a:prstGeom prst="rect">
            <a:avLst/>
          </a:prstGeom>
        </p:spPr>
        <p:txBody>
          <a:bodyPr vert="horz" wrap="square" lIns="0" tIns="12700" rIns="0" bIns="0" rtlCol="0">
            <a:spAutoFit/>
          </a:bodyPr>
          <a:lstStyle/>
          <a:p>
            <a:pPr marL="12700">
              <a:lnSpc>
                <a:spcPct val="100000"/>
              </a:lnSpc>
              <a:spcBef>
                <a:spcPts val="100"/>
              </a:spcBef>
            </a:pPr>
            <a:r>
              <a:rPr sz="1400" b="1" spc="-50" dirty="0">
                <a:solidFill>
                  <a:srgbClr val="DC3B00"/>
                </a:solidFill>
                <a:latin typeface="Arial"/>
                <a:cs typeface="Arial"/>
              </a:rPr>
              <a:t>Cloud</a:t>
            </a:r>
            <a:r>
              <a:rPr sz="1400" b="1" spc="-85" dirty="0">
                <a:solidFill>
                  <a:srgbClr val="DC3B00"/>
                </a:solidFill>
                <a:latin typeface="Arial"/>
                <a:cs typeface="Arial"/>
              </a:rPr>
              <a:t> </a:t>
            </a:r>
            <a:r>
              <a:rPr sz="1400" b="1" spc="-120" dirty="0">
                <a:solidFill>
                  <a:srgbClr val="DC3B00"/>
                </a:solidFill>
                <a:latin typeface="Arial"/>
                <a:cs typeface="Arial"/>
              </a:rPr>
              <a:t>PBX</a:t>
            </a:r>
            <a:endParaRPr sz="1400">
              <a:latin typeface="Arial"/>
              <a:cs typeface="Arial"/>
            </a:endParaRPr>
          </a:p>
        </p:txBody>
      </p:sp>
      <p:sp>
        <p:nvSpPr>
          <p:cNvPr id="16" name="object 16"/>
          <p:cNvSpPr txBox="1"/>
          <p:nvPr/>
        </p:nvSpPr>
        <p:spPr>
          <a:xfrm>
            <a:off x="10212451" y="6159804"/>
            <a:ext cx="1141730" cy="239395"/>
          </a:xfrm>
          <a:prstGeom prst="rect">
            <a:avLst/>
          </a:prstGeom>
        </p:spPr>
        <p:txBody>
          <a:bodyPr vert="horz" wrap="square" lIns="0" tIns="12700" rIns="0" bIns="0" rtlCol="0">
            <a:spAutoFit/>
          </a:bodyPr>
          <a:lstStyle/>
          <a:p>
            <a:pPr marL="12700">
              <a:lnSpc>
                <a:spcPct val="100000"/>
              </a:lnSpc>
              <a:spcBef>
                <a:spcPts val="100"/>
              </a:spcBef>
            </a:pPr>
            <a:r>
              <a:rPr sz="1400" b="1" spc="-80" dirty="0">
                <a:solidFill>
                  <a:srgbClr val="DC3B00"/>
                </a:solidFill>
                <a:latin typeface="Arial"/>
                <a:cs typeface="Arial"/>
              </a:rPr>
              <a:t>PSTN</a:t>
            </a:r>
            <a:r>
              <a:rPr sz="1400" b="1" spc="-70" dirty="0">
                <a:solidFill>
                  <a:srgbClr val="DC3B00"/>
                </a:solidFill>
                <a:latin typeface="Arial"/>
                <a:cs typeface="Arial"/>
              </a:rPr>
              <a:t> </a:t>
            </a:r>
            <a:r>
              <a:rPr sz="1400" b="1" spc="-35" dirty="0">
                <a:solidFill>
                  <a:srgbClr val="DC3B00"/>
                </a:solidFill>
                <a:latin typeface="Arial"/>
                <a:cs typeface="Arial"/>
              </a:rPr>
              <a:t>Calling*</a:t>
            </a:r>
            <a:endParaRPr sz="1400">
              <a:latin typeface="Arial"/>
              <a:cs typeface="Arial"/>
            </a:endParaRPr>
          </a:p>
        </p:txBody>
      </p:sp>
      <p:grpSp>
        <p:nvGrpSpPr>
          <p:cNvPr id="17" name="object 17"/>
          <p:cNvGrpSpPr/>
          <p:nvPr/>
        </p:nvGrpSpPr>
        <p:grpSpPr>
          <a:xfrm>
            <a:off x="7452359" y="1034796"/>
            <a:ext cx="4471670" cy="5516880"/>
            <a:chOff x="7452359" y="1034796"/>
            <a:chExt cx="4471670" cy="5516880"/>
          </a:xfrm>
        </p:grpSpPr>
        <p:sp>
          <p:nvSpPr>
            <p:cNvPr id="18" name="object 18"/>
            <p:cNvSpPr/>
            <p:nvPr/>
          </p:nvSpPr>
          <p:spPr>
            <a:xfrm>
              <a:off x="7452359" y="1034796"/>
              <a:ext cx="2197607" cy="1565148"/>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9816083" y="1354836"/>
              <a:ext cx="2107692" cy="923544"/>
            </a:xfrm>
            <a:prstGeom prst="rect">
              <a:avLst/>
            </a:prstGeom>
            <a:blipFill>
              <a:blip r:embed="rId6" cstate="print"/>
              <a:stretch>
                <a:fillRect/>
              </a:stretch>
            </a:blipFill>
          </p:spPr>
          <p:txBody>
            <a:bodyPr wrap="square" lIns="0" tIns="0" rIns="0" bIns="0" rtlCol="0"/>
            <a:lstStyle/>
            <a:p>
              <a:endParaRPr/>
            </a:p>
          </p:txBody>
        </p:sp>
        <p:sp>
          <p:nvSpPr>
            <p:cNvPr id="20" name="object 20"/>
            <p:cNvSpPr/>
            <p:nvPr/>
          </p:nvSpPr>
          <p:spPr>
            <a:xfrm>
              <a:off x="8199881" y="3068574"/>
              <a:ext cx="3006090" cy="3469004"/>
            </a:xfrm>
            <a:custGeom>
              <a:avLst/>
              <a:gdLst/>
              <a:ahLst/>
              <a:cxnLst/>
              <a:rect l="l" t="t" r="r" b="b"/>
              <a:pathLst>
                <a:path w="3006090" h="3469004">
                  <a:moveTo>
                    <a:pt x="1144524" y="0"/>
                  </a:moveTo>
                  <a:lnTo>
                    <a:pt x="1835277" y="0"/>
                  </a:lnTo>
                </a:path>
                <a:path w="3006090" h="3469004">
                  <a:moveTo>
                    <a:pt x="0" y="3468624"/>
                  </a:moveTo>
                  <a:lnTo>
                    <a:pt x="690752" y="3468624"/>
                  </a:lnTo>
                </a:path>
                <a:path w="3006090" h="3469004">
                  <a:moveTo>
                    <a:pt x="2314956" y="3468624"/>
                  </a:moveTo>
                  <a:lnTo>
                    <a:pt x="3005709" y="3468624"/>
                  </a:lnTo>
                </a:path>
              </a:pathLst>
            </a:custGeom>
            <a:ln w="28956">
              <a:solidFill>
                <a:srgbClr val="BCB3AA"/>
              </a:solidFill>
            </a:ln>
          </p:spPr>
          <p:txBody>
            <a:bodyPr wrap="square" lIns="0" tIns="0" rIns="0" bIns="0" rtlCol="0"/>
            <a:lstStyle/>
            <a:p>
              <a:endParaRPr/>
            </a:p>
          </p:txBody>
        </p:sp>
      </p:grpSp>
      <p:sp>
        <p:nvSpPr>
          <p:cNvPr id="21" name="object 21"/>
          <p:cNvSpPr txBox="1"/>
          <p:nvPr/>
        </p:nvSpPr>
        <p:spPr>
          <a:xfrm>
            <a:off x="8855202" y="2702813"/>
            <a:ext cx="1592580" cy="239395"/>
          </a:xfrm>
          <a:prstGeom prst="rect">
            <a:avLst/>
          </a:prstGeom>
        </p:spPr>
        <p:txBody>
          <a:bodyPr vert="horz" wrap="square" lIns="0" tIns="13335" rIns="0" bIns="0" rtlCol="0">
            <a:spAutoFit/>
          </a:bodyPr>
          <a:lstStyle/>
          <a:p>
            <a:pPr marL="12700">
              <a:lnSpc>
                <a:spcPct val="100000"/>
              </a:lnSpc>
              <a:spcBef>
                <a:spcPts val="105"/>
              </a:spcBef>
            </a:pPr>
            <a:r>
              <a:rPr sz="1400" b="1" spc="-80" dirty="0">
                <a:solidFill>
                  <a:srgbClr val="DC3B00"/>
                </a:solidFill>
                <a:latin typeface="Arial"/>
                <a:cs typeface="Arial"/>
              </a:rPr>
              <a:t>PSTN</a:t>
            </a:r>
            <a:r>
              <a:rPr sz="1400" b="1" spc="-45" dirty="0">
                <a:solidFill>
                  <a:srgbClr val="DC3B00"/>
                </a:solidFill>
                <a:latin typeface="Arial"/>
                <a:cs typeface="Arial"/>
              </a:rPr>
              <a:t> </a:t>
            </a:r>
            <a:r>
              <a:rPr sz="1400" b="1" spc="-50" dirty="0">
                <a:solidFill>
                  <a:srgbClr val="DC3B00"/>
                </a:solidFill>
                <a:latin typeface="Arial"/>
                <a:cs typeface="Arial"/>
              </a:rPr>
              <a:t>Conferencing</a:t>
            </a:r>
            <a:endParaRPr sz="1400">
              <a:latin typeface="Arial"/>
              <a:cs typeface="Arial"/>
            </a:endParaRPr>
          </a:p>
        </p:txBody>
      </p:sp>
      <p:sp>
        <p:nvSpPr>
          <p:cNvPr id="22" name="object 22"/>
          <p:cNvSpPr txBox="1"/>
          <p:nvPr/>
        </p:nvSpPr>
        <p:spPr>
          <a:xfrm>
            <a:off x="8207756" y="2371471"/>
            <a:ext cx="70485" cy="116839"/>
          </a:xfrm>
          <a:prstGeom prst="rect">
            <a:avLst/>
          </a:prstGeom>
        </p:spPr>
        <p:txBody>
          <a:bodyPr vert="horz" wrap="square" lIns="0" tIns="12700" rIns="0" bIns="0" rtlCol="0">
            <a:spAutoFit/>
          </a:bodyPr>
          <a:lstStyle/>
          <a:p>
            <a:pPr marL="12700">
              <a:lnSpc>
                <a:spcPct val="100000"/>
              </a:lnSpc>
              <a:spcBef>
                <a:spcPts val="100"/>
              </a:spcBef>
            </a:pPr>
            <a:r>
              <a:rPr sz="600" spc="-114" dirty="0">
                <a:solidFill>
                  <a:srgbClr val="2C292A"/>
                </a:solidFill>
                <a:latin typeface="Arial Black"/>
                <a:cs typeface="Arial Black"/>
              </a:rPr>
              <a:t>X</a:t>
            </a:r>
            <a:endParaRPr sz="600">
              <a:latin typeface="Arial Black"/>
              <a:cs typeface="Arial Black"/>
            </a:endParaRPr>
          </a:p>
        </p:txBody>
      </p:sp>
      <p:sp>
        <p:nvSpPr>
          <p:cNvPr id="23" name="object 23"/>
          <p:cNvSpPr txBox="1"/>
          <p:nvPr/>
        </p:nvSpPr>
        <p:spPr>
          <a:xfrm>
            <a:off x="192125" y="6525869"/>
            <a:ext cx="2441575" cy="190500"/>
          </a:xfrm>
          <a:prstGeom prst="rect">
            <a:avLst/>
          </a:prstGeom>
        </p:spPr>
        <p:txBody>
          <a:bodyPr vert="horz" wrap="square" lIns="0" tIns="16510" rIns="0" bIns="0" rtlCol="0">
            <a:spAutoFit/>
          </a:bodyPr>
          <a:lstStyle/>
          <a:p>
            <a:pPr marL="12700">
              <a:lnSpc>
                <a:spcPct val="100000"/>
              </a:lnSpc>
              <a:spcBef>
                <a:spcPts val="130"/>
              </a:spcBef>
            </a:pPr>
            <a:r>
              <a:rPr sz="1050" i="1" spc="45" dirty="0">
                <a:solidFill>
                  <a:srgbClr val="2C292A"/>
                </a:solidFill>
                <a:latin typeface="Trebuchet MS"/>
                <a:cs typeface="Trebuchet MS"/>
              </a:rPr>
              <a:t>*PSTN </a:t>
            </a:r>
            <a:r>
              <a:rPr sz="1050" i="1" dirty="0">
                <a:solidFill>
                  <a:srgbClr val="2C292A"/>
                </a:solidFill>
                <a:latin typeface="Trebuchet MS"/>
                <a:cs typeface="Trebuchet MS"/>
              </a:rPr>
              <a:t>Calling </a:t>
            </a:r>
            <a:r>
              <a:rPr sz="1050" i="1" spc="-25" dirty="0">
                <a:solidFill>
                  <a:srgbClr val="2C292A"/>
                </a:solidFill>
                <a:latin typeface="Trebuchet MS"/>
                <a:cs typeface="Trebuchet MS"/>
              </a:rPr>
              <a:t>is </a:t>
            </a:r>
            <a:r>
              <a:rPr sz="1050" i="1" spc="30" dirty="0">
                <a:solidFill>
                  <a:srgbClr val="2C292A"/>
                </a:solidFill>
                <a:latin typeface="Trebuchet MS"/>
                <a:cs typeface="Trebuchet MS"/>
              </a:rPr>
              <a:t>an </a:t>
            </a:r>
            <a:r>
              <a:rPr sz="1050" i="1" spc="20" dirty="0">
                <a:solidFill>
                  <a:srgbClr val="2C292A"/>
                </a:solidFill>
                <a:latin typeface="Trebuchet MS"/>
                <a:cs typeface="Trebuchet MS"/>
              </a:rPr>
              <a:t>add-on</a:t>
            </a:r>
            <a:r>
              <a:rPr sz="1050" i="1" spc="-190" dirty="0">
                <a:solidFill>
                  <a:srgbClr val="2C292A"/>
                </a:solidFill>
                <a:latin typeface="Trebuchet MS"/>
                <a:cs typeface="Trebuchet MS"/>
              </a:rPr>
              <a:t> </a:t>
            </a:r>
            <a:r>
              <a:rPr sz="1050" i="1" spc="-45" dirty="0">
                <a:solidFill>
                  <a:srgbClr val="2C292A"/>
                </a:solidFill>
                <a:latin typeface="Trebuchet MS"/>
                <a:cs typeface="Trebuchet MS"/>
              </a:rPr>
              <a:t>to </a:t>
            </a:r>
            <a:r>
              <a:rPr sz="1050" i="1" spc="-35" dirty="0">
                <a:solidFill>
                  <a:srgbClr val="2C292A"/>
                </a:solidFill>
                <a:latin typeface="Trebuchet MS"/>
                <a:cs typeface="Trebuchet MS"/>
              </a:rPr>
              <a:t>Office </a:t>
            </a:r>
            <a:r>
              <a:rPr sz="1050" i="1" spc="30" dirty="0">
                <a:solidFill>
                  <a:srgbClr val="2C292A"/>
                </a:solidFill>
                <a:latin typeface="Trebuchet MS"/>
                <a:cs typeface="Trebuchet MS"/>
              </a:rPr>
              <a:t>365</a:t>
            </a:r>
            <a:endParaRPr sz="1050">
              <a:latin typeface="Trebuchet MS"/>
              <a:cs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0000"/>
          </a:solidFill>
        </p:spPr>
        <p:txBody>
          <a:bodyPr wrap="square" lIns="0" tIns="0" rIns="0" bIns="0" rtlCol="0"/>
          <a:lstStyle/>
          <a:p>
            <a:endParaRPr/>
          </a:p>
        </p:txBody>
      </p:sp>
      <p:sp>
        <p:nvSpPr>
          <p:cNvPr id="3" name="object 3"/>
          <p:cNvSpPr/>
          <p:nvPr/>
        </p:nvSpPr>
        <p:spPr>
          <a:xfrm>
            <a:off x="210311" y="0"/>
            <a:ext cx="11771376" cy="685799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339084" y="472440"/>
            <a:ext cx="8857615" cy="5913120"/>
            <a:chOff x="3339084" y="472440"/>
            <a:chExt cx="8857615" cy="5913120"/>
          </a:xfrm>
        </p:grpSpPr>
        <p:sp>
          <p:nvSpPr>
            <p:cNvPr id="3" name="object 3"/>
            <p:cNvSpPr/>
            <p:nvPr/>
          </p:nvSpPr>
          <p:spPr>
            <a:xfrm>
              <a:off x="3348228" y="481584"/>
              <a:ext cx="8843771" cy="589483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3343656" y="477012"/>
              <a:ext cx="8848725" cy="5904230"/>
            </a:xfrm>
            <a:custGeom>
              <a:avLst/>
              <a:gdLst/>
              <a:ahLst/>
              <a:cxnLst/>
              <a:rect l="l" t="t" r="r" b="b"/>
              <a:pathLst>
                <a:path w="8848725" h="5904230">
                  <a:moveTo>
                    <a:pt x="0" y="5903976"/>
                  </a:moveTo>
                  <a:lnTo>
                    <a:pt x="8848344" y="5903976"/>
                  </a:lnTo>
                </a:path>
                <a:path w="8848725" h="5904230">
                  <a:moveTo>
                    <a:pt x="8848344" y="0"/>
                  </a:moveTo>
                  <a:lnTo>
                    <a:pt x="0" y="0"/>
                  </a:lnTo>
                  <a:lnTo>
                    <a:pt x="0" y="5903976"/>
                  </a:lnTo>
                </a:path>
              </a:pathLst>
            </a:custGeom>
            <a:ln w="9144">
              <a:solidFill>
                <a:srgbClr val="2C292A"/>
              </a:solidFill>
            </a:ln>
          </p:spPr>
          <p:txBody>
            <a:bodyPr wrap="square" lIns="0" tIns="0" rIns="0" bIns="0" rtlCol="0"/>
            <a:lstStyle/>
            <a:p>
              <a:endParaRPr/>
            </a:p>
          </p:txBody>
        </p:sp>
      </p:grpSp>
      <p:sp>
        <p:nvSpPr>
          <p:cNvPr id="5" name="object 5"/>
          <p:cNvSpPr txBox="1">
            <a:spLocks noGrp="1"/>
          </p:cNvSpPr>
          <p:nvPr>
            <p:ph type="title"/>
          </p:nvPr>
        </p:nvSpPr>
        <p:spPr>
          <a:xfrm>
            <a:off x="376224" y="489965"/>
            <a:ext cx="2655570" cy="1122680"/>
          </a:xfrm>
          <a:prstGeom prst="rect">
            <a:avLst/>
          </a:prstGeom>
        </p:spPr>
        <p:txBody>
          <a:bodyPr vert="horz" wrap="square" lIns="0" tIns="12700" rIns="0" bIns="0" rtlCol="0">
            <a:spAutoFit/>
          </a:bodyPr>
          <a:lstStyle/>
          <a:p>
            <a:pPr marL="12700" marR="5080">
              <a:lnSpc>
                <a:spcPct val="100000"/>
              </a:lnSpc>
              <a:spcBef>
                <a:spcPts val="100"/>
              </a:spcBef>
            </a:pPr>
            <a:r>
              <a:rPr sz="3600" b="1" spc="-10" dirty="0">
                <a:latin typeface="Arial"/>
                <a:cs typeface="Arial"/>
              </a:rPr>
              <a:t>Office </a:t>
            </a:r>
            <a:r>
              <a:rPr sz="3600" b="1" spc="65" dirty="0">
                <a:latin typeface="Arial"/>
                <a:cs typeface="Arial"/>
              </a:rPr>
              <a:t>365  </a:t>
            </a:r>
            <a:r>
              <a:rPr sz="3600" b="1" spc="40" dirty="0">
                <a:latin typeface="Arial"/>
                <a:cs typeface="Arial"/>
              </a:rPr>
              <a:t>MyAn</a:t>
            </a:r>
            <a:r>
              <a:rPr sz="3600" b="1" spc="20" dirty="0">
                <a:latin typeface="Arial"/>
                <a:cs typeface="Arial"/>
              </a:rPr>
              <a:t>a</a:t>
            </a:r>
            <a:r>
              <a:rPr sz="3600" b="1" spc="-90" dirty="0">
                <a:latin typeface="Arial"/>
                <a:cs typeface="Arial"/>
              </a:rPr>
              <a:t>lytics</a:t>
            </a:r>
            <a:endParaRPr sz="36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523488" y="469391"/>
            <a:ext cx="8243315" cy="5919216"/>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76224" y="489965"/>
            <a:ext cx="2532380" cy="1671955"/>
          </a:xfrm>
          <a:prstGeom prst="rect">
            <a:avLst/>
          </a:prstGeom>
        </p:spPr>
        <p:txBody>
          <a:bodyPr vert="horz" wrap="square" lIns="0" tIns="12700" rIns="0" bIns="0" rtlCol="0">
            <a:spAutoFit/>
          </a:bodyPr>
          <a:lstStyle/>
          <a:p>
            <a:pPr marL="12700" marR="5080">
              <a:lnSpc>
                <a:spcPct val="100000"/>
              </a:lnSpc>
              <a:spcBef>
                <a:spcPts val="100"/>
              </a:spcBef>
            </a:pPr>
            <a:r>
              <a:rPr sz="3600" b="1" spc="-10" dirty="0">
                <a:latin typeface="Arial"/>
                <a:cs typeface="Arial"/>
              </a:rPr>
              <a:t>Office </a:t>
            </a:r>
            <a:r>
              <a:rPr sz="3600" b="1" spc="65" dirty="0">
                <a:latin typeface="Arial"/>
                <a:cs typeface="Arial"/>
              </a:rPr>
              <a:t>365  </a:t>
            </a:r>
            <a:r>
              <a:rPr sz="3600" b="1" spc="-10" dirty="0">
                <a:latin typeface="Arial"/>
                <a:cs typeface="Arial"/>
              </a:rPr>
              <a:t>Threat  </a:t>
            </a:r>
            <a:r>
              <a:rPr sz="3600" b="1" spc="114" dirty="0">
                <a:latin typeface="Arial"/>
                <a:cs typeface="Arial"/>
              </a:rPr>
              <a:t>In</a:t>
            </a:r>
            <a:r>
              <a:rPr sz="3600" b="1" spc="70" dirty="0">
                <a:latin typeface="Arial"/>
                <a:cs typeface="Arial"/>
              </a:rPr>
              <a:t>t</a:t>
            </a:r>
            <a:r>
              <a:rPr sz="3600" b="1" spc="-5" dirty="0">
                <a:latin typeface="Arial"/>
                <a:cs typeface="Arial"/>
              </a:rPr>
              <a:t>ell</a:t>
            </a:r>
            <a:r>
              <a:rPr sz="3600" b="1" spc="-15" dirty="0">
                <a:latin typeface="Arial"/>
                <a:cs typeface="Arial"/>
              </a:rPr>
              <a:t>i</a:t>
            </a:r>
            <a:r>
              <a:rPr sz="3600" b="1" spc="-80" dirty="0">
                <a:latin typeface="Arial"/>
                <a:cs typeface="Arial"/>
              </a:rPr>
              <a:t>gence</a:t>
            </a:r>
            <a:endParaRPr sz="36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4652" y="131086"/>
            <a:ext cx="6402283" cy="6595827"/>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761187" y="2573273"/>
            <a:ext cx="2374900" cy="1671955"/>
          </a:xfrm>
          <a:prstGeom prst="rect">
            <a:avLst/>
          </a:prstGeom>
        </p:spPr>
        <p:txBody>
          <a:bodyPr vert="horz" wrap="square" lIns="0" tIns="12700" rIns="0" bIns="0" rtlCol="0">
            <a:spAutoFit/>
          </a:bodyPr>
          <a:lstStyle/>
          <a:p>
            <a:pPr marL="12700" marR="5080">
              <a:lnSpc>
                <a:spcPct val="100000"/>
              </a:lnSpc>
              <a:spcBef>
                <a:spcPts val="100"/>
              </a:spcBef>
            </a:pPr>
            <a:r>
              <a:rPr sz="3600" b="1" spc="-10" dirty="0">
                <a:latin typeface="Arial"/>
                <a:cs typeface="Arial"/>
              </a:rPr>
              <a:t>Office </a:t>
            </a:r>
            <a:r>
              <a:rPr sz="3600" b="1" spc="65" dirty="0">
                <a:latin typeface="Arial"/>
                <a:cs typeface="Arial"/>
              </a:rPr>
              <a:t>365  </a:t>
            </a:r>
            <a:r>
              <a:rPr sz="3600" b="1" spc="-85" dirty="0">
                <a:latin typeface="Arial"/>
                <a:cs typeface="Arial"/>
              </a:rPr>
              <a:t>Advance  </a:t>
            </a:r>
            <a:r>
              <a:rPr sz="3600" b="1" spc="-114" dirty="0">
                <a:latin typeface="Arial"/>
                <a:cs typeface="Arial"/>
              </a:rPr>
              <a:t>eDisc</a:t>
            </a:r>
            <a:r>
              <a:rPr sz="3600" b="1" spc="-140" dirty="0">
                <a:latin typeface="Arial"/>
                <a:cs typeface="Arial"/>
              </a:rPr>
              <a:t>o</a:t>
            </a:r>
            <a:r>
              <a:rPr sz="3600" b="1" spc="-90" dirty="0">
                <a:latin typeface="Arial"/>
                <a:cs typeface="Arial"/>
              </a:rPr>
              <a:t>v</a:t>
            </a:r>
            <a:r>
              <a:rPr sz="3600" b="1" spc="-20" dirty="0">
                <a:latin typeface="Arial"/>
                <a:cs typeface="Arial"/>
              </a:rPr>
              <a:t>e</a:t>
            </a:r>
            <a:r>
              <a:rPr sz="3600" b="1" spc="120" dirty="0">
                <a:latin typeface="Arial"/>
                <a:cs typeface="Arial"/>
              </a:rPr>
              <a:t>r</a:t>
            </a:r>
            <a:r>
              <a:rPr sz="3600" b="1" spc="-65" dirty="0">
                <a:latin typeface="Arial"/>
                <a:cs typeface="Arial"/>
              </a:rPr>
              <a:t>y</a:t>
            </a:r>
            <a:endParaRPr sz="360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12192000" cy="685799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0" y="3570731"/>
              <a:ext cx="12192000" cy="3287267"/>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0574482" y="5912057"/>
              <a:ext cx="217656" cy="200546"/>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10821790" y="5907561"/>
              <a:ext cx="41275" cy="205104"/>
            </a:xfrm>
            <a:custGeom>
              <a:avLst/>
              <a:gdLst/>
              <a:ahLst/>
              <a:cxnLst/>
              <a:rect l="l" t="t" r="r" b="b"/>
              <a:pathLst>
                <a:path w="41275" h="205104">
                  <a:moveTo>
                    <a:pt x="37114" y="61467"/>
                  </a:moveTo>
                  <a:lnTo>
                    <a:pt x="2993" y="61467"/>
                  </a:lnTo>
                  <a:lnTo>
                    <a:pt x="2993" y="205042"/>
                  </a:lnTo>
                  <a:lnTo>
                    <a:pt x="37114" y="205042"/>
                  </a:lnTo>
                  <a:lnTo>
                    <a:pt x="37114" y="61467"/>
                  </a:lnTo>
                  <a:close/>
                </a:path>
                <a:path w="41275" h="205104">
                  <a:moveTo>
                    <a:pt x="26339" y="0"/>
                  </a:moveTo>
                  <a:lnTo>
                    <a:pt x="14965" y="0"/>
                  </a:lnTo>
                  <a:lnTo>
                    <a:pt x="9857" y="2108"/>
                  </a:lnTo>
                  <a:lnTo>
                    <a:pt x="1795" y="9548"/>
                  </a:lnTo>
                  <a:lnTo>
                    <a:pt x="0" y="14322"/>
                  </a:lnTo>
                  <a:lnTo>
                    <a:pt x="0" y="25382"/>
                  </a:lnTo>
                  <a:lnTo>
                    <a:pt x="1795" y="30156"/>
                  </a:lnTo>
                  <a:lnTo>
                    <a:pt x="5986" y="33737"/>
                  </a:lnTo>
                  <a:lnTo>
                    <a:pt x="9857" y="37318"/>
                  </a:lnTo>
                  <a:lnTo>
                    <a:pt x="14646" y="39108"/>
                  </a:lnTo>
                  <a:lnTo>
                    <a:pt x="26019" y="39108"/>
                  </a:lnTo>
                  <a:lnTo>
                    <a:pt x="30808" y="37318"/>
                  </a:lnTo>
                  <a:lnTo>
                    <a:pt x="34999" y="33737"/>
                  </a:lnTo>
                  <a:lnTo>
                    <a:pt x="38910" y="30156"/>
                  </a:lnTo>
                  <a:lnTo>
                    <a:pt x="40985" y="25382"/>
                  </a:lnTo>
                  <a:lnTo>
                    <a:pt x="40985" y="14640"/>
                  </a:lnTo>
                  <a:lnTo>
                    <a:pt x="38910" y="9866"/>
                  </a:lnTo>
                  <a:lnTo>
                    <a:pt x="31128" y="2108"/>
                  </a:lnTo>
                  <a:lnTo>
                    <a:pt x="26339" y="0"/>
                  </a:lnTo>
                  <a:close/>
                </a:path>
              </a:pathLst>
            </a:custGeom>
            <a:solidFill>
              <a:srgbClr val="FDFDFD"/>
            </a:solidFill>
          </p:spPr>
          <p:txBody>
            <a:bodyPr wrap="square" lIns="0" tIns="0" rIns="0" bIns="0" rtlCol="0"/>
            <a:lstStyle/>
            <a:p>
              <a:endParaRPr/>
            </a:p>
          </p:txBody>
        </p:sp>
        <p:sp>
          <p:nvSpPr>
            <p:cNvPr id="7" name="object 7"/>
            <p:cNvSpPr/>
            <p:nvPr/>
          </p:nvSpPr>
          <p:spPr>
            <a:xfrm>
              <a:off x="10882250" y="5965448"/>
              <a:ext cx="112859" cy="150740"/>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11020565" y="5897422"/>
              <a:ext cx="690245" cy="219075"/>
            </a:xfrm>
            <a:custGeom>
              <a:avLst/>
              <a:gdLst/>
              <a:ahLst/>
              <a:cxnLst/>
              <a:rect l="l" t="t" r="r" b="b"/>
              <a:pathLst>
                <a:path w="690245" h="219075">
                  <a:moveTo>
                    <a:pt x="83807" y="71335"/>
                  </a:moveTo>
                  <a:lnTo>
                    <a:pt x="80213" y="69545"/>
                  </a:lnTo>
                  <a:lnTo>
                    <a:pt x="75742" y="68948"/>
                  </a:lnTo>
                  <a:lnTo>
                    <a:pt x="61658" y="68948"/>
                  </a:lnTo>
                  <a:lnTo>
                    <a:pt x="34442" y="96405"/>
                  </a:lnTo>
                  <a:lnTo>
                    <a:pt x="34124" y="96405"/>
                  </a:lnTo>
                  <a:lnTo>
                    <a:pt x="34124" y="71615"/>
                  </a:lnTo>
                  <a:lnTo>
                    <a:pt x="0" y="71615"/>
                  </a:lnTo>
                  <a:lnTo>
                    <a:pt x="0" y="215188"/>
                  </a:lnTo>
                  <a:lnTo>
                    <a:pt x="34124" y="215188"/>
                  </a:lnTo>
                  <a:lnTo>
                    <a:pt x="34124" y="141770"/>
                  </a:lnTo>
                  <a:lnTo>
                    <a:pt x="34632" y="132765"/>
                  </a:lnTo>
                  <a:lnTo>
                    <a:pt x="55397" y="99682"/>
                  </a:lnTo>
                  <a:lnTo>
                    <a:pt x="67360" y="99682"/>
                  </a:lnTo>
                  <a:lnTo>
                    <a:pt x="70954" y="99987"/>
                  </a:lnTo>
                  <a:lnTo>
                    <a:pt x="74549" y="101180"/>
                  </a:lnTo>
                  <a:lnTo>
                    <a:pt x="78143" y="102069"/>
                  </a:lnTo>
                  <a:lnTo>
                    <a:pt x="80810" y="103263"/>
                  </a:lnTo>
                  <a:lnTo>
                    <a:pt x="82334" y="104165"/>
                  </a:lnTo>
                  <a:lnTo>
                    <a:pt x="83807" y="105359"/>
                  </a:lnTo>
                  <a:lnTo>
                    <a:pt x="83807" y="71335"/>
                  </a:lnTo>
                  <a:close/>
                </a:path>
                <a:path w="690245" h="219075">
                  <a:moveTo>
                    <a:pt x="234416" y="142062"/>
                  </a:moveTo>
                  <a:lnTo>
                    <a:pt x="233197" y="125730"/>
                  </a:lnTo>
                  <a:lnTo>
                    <a:pt x="229552" y="111213"/>
                  </a:lnTo>
                  <a:lnTo>
                    <a:pt x="223558" y="98539"/>
                  </a:lnTo>
                  <a:lnTo>
                    <a:pt x="221678" y="96100"/>
                  </a:lnTo>
                  <a:lnTo>
                    <a:pt x="215265" y="87744"/>
                  </a:lnTo>
                  <a:lnTo>
                    <a:pt x="204838" y="79121"/>
                  </a:lnTo>
                  <a:lnTo>
                    <a:pt x="199047" y="76238"/>
                  </a:lnTo>
                  <a:lnTo>
                    <a:pt x="199047" y="142062"/>
                  </a:lnTo>
                  <a:lnTo>
                    <a:pt x="198983" y="145046"/>
                  </a:lnTo>
                  <a:lnTo>
                    <a:pt x="184023" y="183921"/>
                  </a:lnTo>
                  <a:lnTo>
                    <a:pt x="161061" y="190715"/>
                  </a:lnTo>
                  <a:lnTo>
                    <a:pt x="152146" y="189941"/>
                  </a:lnTo>
                  <a:lnTo>
                    <a:pt x="123901" y="163741"/>
                  </a:lnTo>
                  <a:lnTo>
                    <a:pt x="121310" y="145046"/>
                  </a:lnTo>
                  <a:lnTo>
                    <a:pt x="121348" y="142062"/>
                  </a:lnTo>
                  <a:lnTo>
                    <a:pt x="137439" y="103035"/>
                  </a:lnTo>
                  <a:lnTo>
                    <a:pt x="160743" y="96100"/>
                  </a:lnTo>
                  <a:lnTo>
                    <a:pt x="169113" y="96837"/>
                  </a:lnTo>
                  <a:lnTo>
                    <a:pt x="198475" y="132181"/>
                  </a:lnTo>
                  <a:lnTo>
                    <a:pt x="199047" y="142062"/>
                  </a:lnTo>
                  <a:lnTo>
                    <a:pt x="199047" y="76238"/>
                  </a:lnTo>
                  <a:lnTo>
                    <a:pt x="192506" y="72961"/>
                  </a:lnTo>
                  <a:lnTo>
                    <a:pt x="178371" y="69265"/>
                  </a:lnTo>
                  <a:lnTo>
                    <a:pt x="162547" y="68033"/>
                  </a:lnTo>
                  <a:lnTo>
                    <a:pt x="145542" y="69316"/>
                  </a:lnTo>
                  <a:lnTo>
                    <a:pt x="106273" y="88646"/>
                  </a:lnTo>
                  <a:lnTo>
                    <a:pt x="87439" y="128219"/>
                  </a:lnTo>
                  <a:lnTo>
                    <a:pt x="86194" y="145046"/>
                  </a:lnTo>
                  <a:lnTo>
                    <a:pt x="87439" y="161048"/>
                  </a:lnTo>
                  <a:lnTo>
                    <a:pt x="105994" y="198767"/>
                  </a:lnTo>
                  <a:lnTo>
                    <a:pt x="143179" y="217500"/>
                  </a:lnTo>
                  <a:lnTo>
                    <a:pt x="158953" y="218770"/>
                  </a:lnTo>
                  <a:lnTo>
                    <a:pt x="175399" y="217436"/>
                  </a:lnTo>
                  <a:lnTo>
                    <a:pt x="190106" y="213474"/>
                  </a:lnTo>
                  <a:lnTo>
                    <a:pt x="203009" y="206933"/>
                  </a:lnTo>
                  <a:lnTo>
                    <a:pt x="214058" y="197878"/>
                  </a:lnTo>
                  <a:lnTo>
                    <a:pt x="219621" y="190715"/>
                  </a:lnTo>
                  <a:lnTo>
                    <a:pt x="222923" y="186474"/>
                  </a:lnTo>
                  <a:lnTo>
                    <a:pt x="229285" y="173329"/>
                  </a:lnTo>
                  <a:lnTo>
                    <a:pt x="233133" y="158508"/>
                  </a:lnTo>
                  <a:lnTo>
                    <a:pt x="234416" y="142062"/>
                  </a:lnTo>
                  <a:close/>
                </a:path>
                <a:path w="690245" h="219075">
                  <a:moveTo>
                    <a:pt x="346075" y="173710"/>
                  </a:moveTo>
                  <a:lnTo>
                    <a:pt x="326504" y="139534"/>
                  </a:lnTo>
                  <a:lnTo>
                    <a:pt x="298475" y="126542"/>
                  </a:lnTo>
                  <a:lnTo>
                    <a:pt x="291604" y="122961"/>
                  </a:lnTo>
                  <a:lnTo>
                    <a:pt x="286219" y="117589"/>
                  </a:lnTo>
                  <a:lnTo>
                    <a:pt x="284695" y="114007"/>
                  </a:lnTo>
                  <a:lnTo>
                    <a:pt x="284695" y="105054"/>
                  </a:lnTo>
                  <a:lnTo>
                    <a:pt x="286499" y="101777"/>
                  </a:lnTo>
                  <a:lnTo>
                    <a:pt x="290093" y="99085"/>
                  </a:lnTo>
                  <a:lnTo>
                    <a:pt x="293395" y="96405"/>
                  </a:lnTo>
                  <a:lnTo>
                    <a:pt x="298475" y="94907"/>
                  </a:lnTo>
                  <a:lnTo>
                    <a:pt x="310159" y="94907"/>
                  </a:lnTo>
                  <a:lnTo>
                    <a:pt x="316153" y="95808"/>
                  </a:lnTo>
                  <a:lnTo>
                    <a:pt x="321856" y="97599"/>
                  </a:lnTo>
                  <a:lnTo>
                    <a:pt x="327837" y="99390"/>
                  </a:lnTo>
                  <a:lnTo>
                    <a:pt x="332905" y="101777"/>
                  </a:lnTo>
                  <a:lnTo>
                    <a:pt x="337096" y="104457"/>
                  </a:lnTo>
                  <a:lnTo>
                    <a:pt x="338620" y="105651"/>
                  </a:lnTo>
                  <a:lnTo>
                    <a:pt x="338620" y="74320"/>
                  </a:lnTo>
                  <a:lnTo>
                    <a:pt x="310756" y="68033"/>
                  </a:lnTo>
                  <a:lnTo>
                    <a:pt x="305650" y="68033"/>
                  </a:lnTo>
                  <a:lnTo>
                    <a:pt x="265861" y="80289"/>
                  </a:lnTo>
                  <a:lnTo>
                    <a:pt x="250583" y="112217"/>
                  </a:lnTo>
                  <a:lnTo>
                    <a:pt x="250583" y="118783"/>
                  </a:lnTo>
                  <a:lnTo>
                    <a:pt x="251498" y="125056"/>
                  </a:lnTo>
                  <a:lnTo>
                    <a:pt x="253898" y="130124"/>
                  </a:lnTo>
                  <a:lnTo>
                    <a:pt x="255968" y="135204"/>
                  </a:lnTo>
                  <a:lnTo>
                    <a:pt x="259562" y="139674"/>
                  </a:lnTo>
                  <a:lnTo>
                    <a:pt x="264071" y="143256"/>
                  </a:lnTo>
                  <a:lnTo>
                    <a:pt x="268541" y="147142"/>
                  </a:lnTo>
                  <a:lnTo>
                    <a:pt x="275717" y="151028"/>
                  </a:lnTo>
                  <a:lnTo>
                    <a:pt x="292798" y="158178"/>
                  </a:lnTo>
                  <a:lnTo>
                    <a:pt x="298475" y="160870"/>
                  </a:lnTo>
                  <a:lnTo>
                    <a:pt x="311962" y="174002"/>
                  </a:lnTo>
                  <a:lnTo>
                    <a:pt x="311962" y="177584"/>
                  </a:lnTo>
                  <a:lnTo>
                    <a:pt x="310603" y="183857"/>
                  </a:lnTo>
                  <a:lnTo>
                    <a:pt x="306501" y="188328"/>
                  </a:lnTo>
                  <a:lnTo>
                    <a:pt x="299580" y="191020"/>
                  </a:lnTo>
                  <a:lnTo>
                    <a:pt x="289814" y="191909"/>
                  </a:lnTo>
                  <a:lnTo>
                    <a:pt x="284416" y="191909"/>
                  </a:lnTo>
                  <a:lnTo>
                    <a:pt x="278117" y="190715"/>
                  </a:lnTo>
                  <a:lnTo>
                    <a:pt x="270929" y="188328"/>
                  </a:lnTo>
                  <a:lnTo>
                    <a:pt x="264071" y="186245"/>
                  </a:lnTo>
                  <a:lnTo>
                    <a:pt x="257759" y="182956"/>
                  </a:lnTo>
                  <a:lnTo>
                    <a:pt x="251777" y="178777"/>
                  </a:lnTo>
                  <a:lnTo>
                    <a:pt x="250583" y="177584"/>
                  </a:lnTo>
                  <a:lnTo>
                    <a:pt x="250583" y="210718"/>
                  </a:lnTo>
                  <a:lnTo>
                    <a:pt x="250901" y="210718"/>
                  </a:lnTo>
                  <a:lnTo>
                    <a:pt x="255689" y="213093"/>
                  </a:lnTo>
                  <a:lnTo>
                    <a:pt x="261950" y="214884"/>
                  </a:lnTo>
                  <a:lnTo>
                    <a:pt x="276326" y="217881"/>
                  </a:lnTo>
                  <a:lnTo>
                    <a:pt x="282905" y="218770"/>
                  </a:lnTo>
                  <a:lnTo>
                    <a:pt x="288607" y="218770"/>
                  </a:lnTo>
                  <a:lnTo>
                    <a:pt x="330517" y="206235"/>
                  </a:lnTo>
                  <a:lnTo>
                    <a:pt x="345122" y="183324"/>
                  </a:lnTo>
                  <a:lnTo>
                    <a:pt x="346075" y="173710"/>
                  </a:lnTo>
                  <a:close/>
                </a:path>
                <a:path w="690245" h="219075">
                  <a:moveTo>
                    <a:pt x="509257" y="142062"/>
                  </a:moveTo>
                  <a:lnTo>
                    <a:pt x="508076" y="125730"/>
                  </a:lnTo>
                  <a:lnTo>
                    <a:pt x="504507" y="111213"/>
                  </a:lnTo>
                  <a:lnTo>
                    <a:pt x="498525" y="98539"/>
                  </a:lnTo>
                  <a:lnTo>
                    <a:pt x="496620" y="96100"/>
                  </a:lnTo>
                  <a:lnTo>
                    <a:pt x="490105" y="87744"/>
                  </a:lnTo>
                  <a:lnTo>
                    <a:pt x="479729" y="79121"/>
                  </a:lnTo>
                  <a:lnTo>
                    <a:pt x="473887" y="76200"/>
                  </a:lnTo>
                  <a:lnTo>
                    <a:pt x="473887" y="142062"/>
                  </a:lnTo>
                  <a:lnTo>
                    <a:pt x="473837" y="145046"/>
                  </a:lnTo>
                  <a:lnTo>
                    <a:pt x="459028" y="183921"/>
                  </a:lnTo>
                  <a:lnTo>
                    <a:pt x="435914" y="190715"/>
                  </a:lnTo>
                  <a:lnTo>
                    <a:pt x="427037" y="189941"/>
                  </a:lnTo>
                  <a:lnTo>
                    <a:pt x="398741" y="163741"/>
                  </a:lnTo>
                  <a:lnTo>
                    <a:pt x="396163" y="145046"/>
                  </a:lnTo>
                  <a:lnTo>
                    <a:pt x="396189" y="142062"/>
                  </a:lnTo>
                  <a:lnTo>
                    <a:pt x="412419" y="103035"/>
                  </a:lnTo>
                  <a:lnTo>
                    <a:pt x="435597" y="96100"/>
                  </a:lnTo>
                  <a:lnTo>
                    <a:pt x="444080" y="96837"/>
                  </a:lnTo>
                  <a:lnTo>
                    <a:pt x="473316" y="132181"/>
                  </a:lnTo>
                  <a:lnTo>
                    <a:pt x="473887" y="142062"/>
                  </a:lnTo>
                  <a:lnTo>
                    <a:pt x="473887" y="76200"/>
                  </a:lnTo>
                  <a:lnTo>
                    <a:pt x="467461" y="72961"/>
                  </a:lnTo>
                  <a:lnTo>
                    <a:pt x="453339" y="69265"/>
                  </a:lnTo>
                  <a:lnTo>
                    <a:pt x="437388" y="68033"/>
                  </a:lnTo>
                  <a:lnTo>
                    <a:pt x="420573" y="69316"/>
                  </a:lnTo>
                  <a:lnTo>
                    <a:pt x="381393" y="88646"/>
                  </a:lnTo>
                  <a:lnTo>
                    <a:pt x="362331" y="128219"/>
                  </a:lnTo>
                  <a:lnTo>
                    <a:pt x="361048" y="145046"/>
                  </a:lnTo>
                  <a:lnTo>
                    <a:pt x="362280" y="161048"/>
                  </a:lnTo>
                  <a:lnTo>
                    <a:pt x="380796" y="198767"/>
                  </a:lnTo>
                  <a:lnTo>
                    <a:pt x="418160" y="217500"/>
                  </a:lnTo>
                  <a:lnTo>
                    <a:pt x="433793" y="218770"/>
                  </a:lnTo>
                  <a:lnTo>
                    <a:pt x="450240" y="217436"/>
                  </a:lnTo>
                  <a:lnTo>
                    <a:pt x="488911" y="197878"/>
                  </a:lnTo>
                  <a:lnTo>
                    <a:pt x="507974" y="158508"/>
                  </a:lnTo>
                  <a:lnTo>
                    <a:pt x="509257" y="142062"/>
                  </a:lnTo>
                  <a:close/>
                </a:path>
                <a:path w="690245" h="219075">
                  <a:moveTo>
                    <a:pt x="690079" y="71615"/>
                  </a:moveTo>
                  <a:lnTo>
                    <a:pt x="655637" y="71615"/>
                  </a:lnTo>
                  <a:lnTo>
                    <a:pt x="655637" y="28651"/>
                  </a:lnTo>
                  <a:lnTo>
                    <a:pt x="654443" y="28968"/>
                  </a:lnTo>
                  <a:lnTo>
                    <a:pt x="622439" y="38785"/>
                  </a:lnTo>
                  <a:lnTo>
                    <a:pt x="621842" y="39103"/>
                  </a:lnTo>
                  <a:lnTo>
                    <a:pt x="621842" y="71615"/>
                  </a:lnTo>
                  <a:lnTo>
                    <a:pt x="570915" y="71615"/>
                  </a:lnTo>
                  <a:lnTo>
                    <a:pt x="570915" y="45072"/>
                  </a:lnTo>
                  <a:lnTo>
                    <a:pt x="572719" y="38506"/>
                  </a:lnTo>
                  <a:lnTo>
                    <a:pt x="580212" y="29845"/>
                  </a:lnTo>
                  <a:lnTo>
                    <a:pt x="585292" y="27774"/>
                  </a:lnTo>
                  <a:lnTo>
                    <a:pt x="596976" y="27774"/>
                  </a:lnTo>
                  <a:lnTo>
                    <a:pt x="602043" y="28968"/>
                  </a:lnTo>
                  <a:lnTo>
                    <a:pt x="607161" y="31356"/>
                  </a:lnTo>
                  <a:lnTo>
                    <a:pt x="608355" y="31623"/>
                  </a:lnTo>
                  <a:lnTo>
                    <a:pt x="608355" y="2705"/>
                  </a:lnTo>
                  <a:lnTo>
                    <a:pt x="607758" y="2387"/>
                  </a:lnTo>
                  <a:lnTo>
                    <a:pt x="602970" y="914"/>
                  </a:lnTo>
                  <a:lnTo>
                    <a:pt x="596658" y="0"/>
                  </a:lnTo>
                  <a:lnTo>
                    <a:pt x="588594" y="0"/>
                  </a:lnTo>
                  <a:lnTo>
                    <a:pt x="550913" y="14338"/>
                  </a:lnTo>
                  <a:lnTo>
                    <a:pt x="536524" y="51638"/>
                  </a:lnTo>
                  <a:lnTo>
                    <a:pt x="536524" y="71615"/>
                  </a:lnTo>
                  <a:lnTo>
                    <a:pt x="512533" y="71615"/>
                  </a:lnTo>
                  <a:lnTo>
                    <a:pt x="512533" y="99085"/>
                  </a:lnTo>
                  <a:lnTo>
                    <a:pt x="536524" y="99085"/>
                  </a:lnTo>
                  <a:lnTo>
                    <a:pt x="536524" y="215188"/>
                  </a:lnTo>
                  <a:lnTo>
                    <a:pt x="570915" y="215188"/>
                  </a:lnTo>
                  <a:lnTo>
                    <a:pt x="570915" y="99085"/>
                  </a:lnTo>
                  <a:lnTo>
                    <a:pt x="621842" y="99085"/>
                  </a:lnTo>
                  <a:lnTo>
                    <a:pt x="621842" y="172808"/>
                  </a:lnTo>
                  <a:lnTo>
                    <a:pt x="624522" y="192836"/>
                  </a:lnTo>
                  <a:lnTo>
                    <a:pt x="632536" y="207213"/>
                  </a:lnTo>
                  <a:lnTo>
                    <a:pt x="645833" y="215874"/>
                  </a:lnTo>
                  <a:lnTo>
                    <a:pt x="664349" y="218770"/>
                  </a:lnTo>
                  <a:lnTo>
                    <a:pt x="669137" y="218770"/>
                  </a:lnTo>
                  <a:lnTo>
                    <a:pt x="673925" y="218173"/>
                  </a:lnTo>
                  <a:lnTo>
                    <a:pt x="678992" y="216979"/>
                  </a:lnTo>
                  <a:lnTo>
                    <a:pt x="684098" y="216090"/>
                  </a:lnTo>
                  <a:lnTo>
                    <a:pt x="687692" y="214884"/>
                  </a:lnTo>
                  <a:lnTo>
                    <a:pt x="689800" y="213690"/>
                  </a:lnTo>
                  <a:lnTo>
                    <a:pt x="690079" y="213398"/>
                  </a:lnTo>
                  <a:lnTo>
                    <a:pt x="690079" y="185648"/>
                  </a:lnTo>
                  <a:lnTo>
                    <a:pt x="688606" y="186537"/>
                  </a:lnTo>
                  <a:lnTo>
                    <a:pt x="686816" y="187731"/>
                  </a:lnTo>
                  <a:lnTo>
                    <a:pt x="684415" y="188925"/>
                  </a:lnTo>
                  <a:lnTo>
                    <a:pt x="681697" y="189522"/>
                  </a:lnTo>
                  <a:lnTo>
                    <a:pt x="678992" y="190423"/>
                  </a:lnTo>
                  <a:lnTo>
                    <a:pt x="676910" y="190715"/>
                  </a:lnTo>
                  <a:lnTo>
                    <a:pt x="668210" y="190715"/>
                  </a:lnTo>
                  <a:lnTo>
                    <a:pt x="663422" y="188925"/>
                  </a:lnTo>
                  <a:lnTo>
                    <a:pt x="657440" y="181762"/>
                  </a:lnTo>
                  <a:lnTo>
                    <a:pt x="655637" y="175488"/>
                  </a:lnTo>
                  <a:lnTo>
                    <a:pt x="655637" y="99085"/>
                  </a:lnTo>
                  <a:lnTo>
                    <a:pt x="690079" y="99085"/>
                  </a:lnTo>
                  <a:lnTo>
                    <a:pt x="690079" y="71615"/>
                  </a:lnTo>
                  <a:close/>
                </a:path>
              </a:pathLst>
            </a:custGeom>
            <a:solidFill>
              <a:srgbClr val="FDFDFD"/>
            </a:solidFill>
          </p:spPr>
          <p:txBody>
            <a:bodyPr wrap="square" lIns="0" tIns="0" rIns="0" bIns="0" rtlCol="0"/>
            <a:lstStyle/>
            <a:p>
              <a:endParaRPr/>
            </a:p>
          </p:txBody>
        </p:sp>
        <p:sp>
          <p:nvSpPr>
            <p:cNvPr id="9" name="object 9"/>
            <p:cNvSpPr/>
            <p:nvPr/>
          </p:nvSpPr>
          <p:spPr>
            <a:xfrm>
              <a:off x="10138270" y="5845179"/>
              <a:ext cx="335604" cy="334581"/>
            </a:xfrm>
            <a:prstGeom prst="rect">
              <a:avLst/>
            </a:prstGeom>
            <a:blipFill>
              <a:blip r:embed="rId6" cstate="print"/>
              <a:stretch>
                <a:fillRect/>
              </a:stretch>
            </a:blipFill>
          </p:spPr>
          <p:txBody>
            <a:bodyPr wrap="square" lIns="0" tIns="0" rIns="0" bIns="0" rtlCol="0"/>
            <a:lstStyle/>
            <a:p>
              <a:endParaRPr/>
            </a:p>
          </p:txBody>
        </p:sp>
      </p:grpSp>
      <p:sp>
        <p:nvSpPr>
          <p:cNvPr id="10" name="object 10"/>
          <p:cNvSpPr txBox="1">
            <a:spLocks noGrp="1"/>
          </p:cNvSpPr>
          <p:nvPr>
            <p:ph type="title"/>
          </p:nvPr>
        </p:nvSpPr>
        <p:spPr>
          <a:xfrm>
            <a:off x="391159" y="5056428"/>
            <a:ext cx="6393180" cy="773430"/>
          </a:xfrm>
          <a:prstGeom prst="rect">
            <a:avLst/>
          </a:prstGeom>
        </p:spPr>
        <p:txBody>
          <a:bodyPr vert="horz" wrap="square" lIns="0" tIns="13335" rIns="0" bIns="0" rtlCol="0">
            <a:spAutoFit/>
          </a:bodyPr>
          <a:lstStyle/>
          <a:p>
            <a:pPr marL="12700">
              <a:lnSpc>
                <a:spcPct val="100000"/>
              </a:lnSpc>
              <a:spcBef>
                <a:spcPts val="105"/>
              </a:spcBef>
            </a:pPr>
            <a:r>
              <a:rPr sz="4900" b="1" spc="-325" dirty="0">
                <a:solidFill>
                  <a:srgbClr val="FFFFFF"/>
                </a:solidFill>
                <a:latin typeface="Arial"/>
                <a:cs typeface="Arial"/>
              </a:rPr>
              <a:t>Enterprise </a:t>
            </a:r>
            <a:r>
              <a:rPr sz="4900" b="1" spc="545" dirty="0">
                <a:solidFill>
                  <a:srgbClr val="FFFFFF"/>
                </a:solidFill>
                <a:latin typeface="Arial"/>
                <a:cs typeface="Arial"/>
              </a:rPr>
              <a:t>+</a:t>
            </a:r>
            <a:r>
              <a:rPr sz="4900" b="1" spc="-610" dirty="0">
                <a:solidFill>
                  <a:srgbClr val="FFFFFF"/>
                </a:solidFill>
                <a:latin typeface="Arial"/>
                <a:cs typeface="Arial"/>
              </a:rPr>
              <a:t> </a:t>
            </a:r>
            <a:r>
              <a:rPr sz="4900" b="1" spc="-130" dirty="0">
                <a:solidFill>
                  <a:srgbClr val="FFFFFF"/>
                </a:solidFill>
                <a:latin typeface="Arial"/>
                <a:cs typeface="Arial"/>
              </a:rPr>
              <a:t>Mobility </a:t>
            </a:r>
            <a:r>
              <a:rPr sz="4900" b="1" spc="-440" dirty="0">
                <a:solidFill>
                  <a:srgbClr val="FFFFFF"/>
                </a:solidFill>
                <a:latin typeface="Arial"/>
                <a:cs typeface="Arial"/>
              </a:rPr>
              <a:t>E5</a:t>
            </a:r>
            <a:endParaRPr sz="490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969010"/>
            <a:ext cx="12192000" cy="5494655"/>
            <a:chOff x="0" y="969010"/>
            <a:chExt cx="12192000" cy="5494655"/>
          </a:xfrm>
        </p:grpSpPr>
        <p:sp>
          <p:nvSpPr>
            <p:cNvPr id="3" name="object 3"/>
            <p:cNvSpPr/>
            <p:nvPr/>
          </p:nvSpPr>
          <p:spPr>
            <a:xfrm>
              <a:off x="0" y="1031748"/>
              <a:ext cx="12191999" cy="543153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8860535" y="975360"/>
              <a:ext cx="2390140" cy="2391410"/>
            </a:xfrm>
            <a:custGeom>
              <a:avLst/>
              <a:gdLst/>
              <a:ahLst/>
              <a:cxnLst/>
              <a:rect l="l" t="t" r="r" b="b"/>
              <a:pathLst>
                <a:path w="2390140" h="2391410">
                  <a:moveTo>
                    <a:pt x="1194816" y="0"/>
                  </a:moveTo>
                  <a:lnTo>
                    <a:pt x="1146760" y="949"/>
                  </a:lnTo>
                  <a:lnTo>
                    <a:pt x="1099186" y="3773"/>
                  </a:lnTo>
                  <a:lnTo>
                    <a:pt x="1052129" y="8437"/>
                  </a:lnTo>
                  <a:lnTo>
                    <a:pt x="1005625" y="14904"/>
                  </a:lnTo>
                  <a:lnTo>
                    <a:pt x="959711" y="23139"/>
                  </a:lnTo>
                  <a:lnTo>
                    <a:pt x="914421" y="33105"/>
                  </a:lnTo>
                  <a:lnTo>
                    <a:pt x="869790" y="44769"/>
                  </a:lnTo>
                  <a:lnTo>
                    <a:pt x="825856" y="58093"/>
                  </a:lnTo>
                  <a:lnTo>
                    <a:pt x="782654" y="73041"/>
                  </a:lnTo>
                  <a:lnTo>
                    <a:pt x="740218" y="89579"/>
                  </a:lnTo>
                  <a:lnTo>
                    <a:pt x="698586" y="107670"/>
                  </a:lnTo>
                  <a:lnTo>
                    <a:pt x="657792" y="127279"/>
                  </a:lnTo>
                  <a:lnTo>
                    <a:pt x="617873" y="148370"/>
                  </a:lnTo>
                  <a:lnTo>
                    <a:pt x="578863" y="170908"/>
                  </a:lnTo>
                  <a:lnTo>
                    <a:pt x="540799" y="194856"/>
                  </a:lnTo>
                  <a:lnTo>
                    <a:pt x="503717" y="220178"/>
                  </a:lnTo>
                  <a:lnTo>
                    <a:pt x="467652" y="246840"/>
                  </a:lnTo>
                  <a:lnTo>
                    <a:pt x="432639" y="274805"/>
                  </a:lnTo>
                  <a:lnTo>
                    <a:pt x="398715" y="304038"/>
                  </a:lnTo>
                  <a:lnTo>
                    <a:pt x="365915" y="334503"/>
                  </a:lnTo>
                  <a:lnTo>
                    <a:pt x="334275" y="366164"/>
                  </a:lnTo>
                  <a:lnTo>
                    <a:pt x="303831" y="398985"/>
                  </a:lnTo>
                  <a:lnTo>
                    <a:pt x="274617" y="432932"/>
                  </a:lnTo>
                  <a:lnTo>
                    <a:pt x="246671" y="467967"/>
                  </a:lnTo>
                  <a:lnTo>
                    <a:pt x="220027" y="504056"/>
                  </a:lnTo>
                  <a:lnTo>
                    <a:pt x="194721" y="541162"/>
                  </a:lnTo>
                  <a:lnTo>
                    <a:pt x="170790" y="579250"/>
                  </a:lnTo>
                  <a:lnTo>
                    <a:pt x="148268" y="618284"/>
                  </a:lnTo>
                  <a:lnTo>
                    <a:pt x="127191" y="658229"/>
                  </a:lnTo>
                  <a:lnTo>
                    <a:pt x="107595" y="699049"/>
                  </a:lnTo>
                  <a:lnTo>
                    <a:pt x="89517" y="740707"/>
                  </a:lnTo>
                  <a:lnTo>
                    <a:pt x="72990" y="783169"/>
                  </a:lnTo>
                  <a:lnTo>
                    <a:pt x="58052" y="826398"/>
                  </a:lnTo>
                  <a:lnTo>
                    <a:pt x="44737" y="870359"/>
                  </a:lnTo>
                  <a:lnTo>
                    <a:pt x="33082" y="915016"/>
                  </a:lnTo>
                  <a:lnTo>
                    <a:pt x="23122" y="960334"/>
                  </a:lnTo>
                  <a:lnTo>
                    <a:pt x="14893" y="1006276"/>
                  </a:lnTo>
                  <a:lnTo>
                    <a:pt x="8431" y="1052807"/>
                  </a:lnTo>
                  <a:lnTo>
                    <a:pt x="3771" y="1099892"/>
                  </a:lnTo>
                  <a:lnTo>
                    <a:pt x="948" y="1147494"/>
                  </a:lnTo>
                  <a:lnTo>
                    <a:pt x="0" y="1195577"/>
                  </a:lnTo>
                  <a:lnTo>
                    <a:pt x="948" y="1243661"/>
                  </a:lnTo>
                  <a:lnTo>
                    <a:pt x="3771" y="1291263"/>
                  </a:lnTo>
                  <a:lnTo>
                    <a:pt x="8431" y="1338348"/>
                  </a:lnTo>
                  <a:lnTo>
                    <a:pt x="14893" y="1384879"/>
                  </a:lnTo>
                  <a:lnTo>
                    <a:pt x="23122" y="1430821"/>
                  </a:lnTo>
                  <a:lnTo>
                    <a:pt x="33082" y="1476139"/>
                  </a:lnTo>
                  <a:lnTo>
                    <a:pt x="44737" y="1520796"/>
                  </a:lnTo>
                  <a:lnTo>
                    <a:pt x="58052" y="1564757"/>
                  </a:lnTo>
                  <a:lnTo>
                    <a:pt x="72990" y="1607986"/>
                  </a:lnTo>
                  <a:lnTo>
                    <a:pt x="89517" y="1650448"/>
                  </a:lnTo>
                  <a:lnTo>
                    <a:pt x="107595" y="1692106"/>
                  </a:lnTo>
                  <a:lnTo>
                    <a:pt x="127191" y="1732926"/>
                  </a:lnTo>
                  <a:lnTo>
                    <a:pt x="148268" y="1772871"/>
                  </a:lnTo>
                  <a:lnTo>
                    <a:pt x="170790" y="1811905"/>
                  </a:lnTo>
                  <a:lnTo>
                    <a:pt x="194721" y="1849993"/>
                  </a:lnTo>
                  <a:lnTo>
                    <a:pt x="220027" y="1887099"/>
                  </a:lnTo>
                  <a:lnTo>
                    <a:pt x="246671" y="1923188"/>
                  </a:lnTo>
                  <a:lnTo>
                    <a:pt x="274617" y="1958223"/>
                  </a:lnTo>
                  <a:lnTo>
                    <a:pt x="303831" y="1992170"/>
                  </a:lnTo>
                  <a:lnTo>
                    <a:pt x="334275" y="2024991"/>
                  </a:lnTo>
                  <a:lnTo>
                    <a:pt x="365915" y="2056652"/>
                  </a:lnTo>
                  <a:lnTo>
                    <a:pt x="398715" y="2087117"/>
                  </a:lnTo>
                  <a:lnTo>
                    <a:pt x="432639" y="2116350"/>
                  </a:lnTo>
                  <a:lnTo>
                    <a:pt x="467652" y="2144315"/>
                  </a:lnTo>
                  <a:lnTo>
                    <a:pt x="503717" y="2170977"/>
                  </a:lnTo>
                  <a:lnTo>
                    <a:pt x="540799" y="2196299"/>
                  </a:lnTo>
                  <a:lnTo>
                    <a:pt x="578863" y="2220247"/>
                  </a:lnTo>
                  <a:lnTo>
                    <a:pt x="617873" y="2242785"/>
                  </a:lnTo>
                  <a:lnTo>
                    <a:pt x="657792" y="2263876"/>
                  </a:lnTo>
                  <a:lnTo>
                    <a:pt x="698586" y="2283485"/>
                  </a:lnTo>
                  <a:lnTo>
                    <a:pt x="740218" y="2301576"/>
                  </a:lnTo>
                  <a:lnTo>
                    <a:pt x="782654" y="2318114"/>
                  </a:lnTo>
                  <a:lnTo>
                    <a:pt x="825856" y="2333062"/>
                  </a:lnTo>
                  <a:lnTo>
                    <a:pt x="869790" y="2346386"/>
                  </a:lnTo>
                  <a:lnTo>
                    <a:pt x="914421" y="2358050"/>
                  </a:lnTo>
                  <a:lnTo>
                    <a:pt x="959711" y="2368016"/>
                  </a:lnTo>
                  <a:lnTo>
                    <a:pt x="1005625" y="2376251"/>
                  </a:lnTo>
                  <a:lnTo>
                    <a:pt x="1052129" y="2382718"/>
                  </a:lnTo>
                  <a:lnTo>
                    <a:pt x="1099186" y="2387382"/>
                  </a:lnTo>
                  <a:lnTo>
                    <a:pt x="1146760" y="2390206"/>
                  </a:lnTo>
                  <a:lnTo>
                    <a:pt x="1194816" y="2391155"/>
                  </a:lnTo>
                  <a:lnTo>
                    <a:pt x="1242871" y="2390206"/>
                  </a:lnTo>
                  <a:lnTo>
                    <a:pt x="1290445" y="2387382"/>
                  </a:lnTo>
                  <a:lnTo>
                    <a:pt x="1337502" y="2382718"/>
                  </a:lnTo>
                  <a:lnTo>
                    <a:pt x="1384006" y="2376251"/>
                  </a:lnTo>
                  <a:lnTo>
                    <a:pt x="1429920" y="2368016"/>
                  </a:lnTo>
                  <a:lnTo>
                    <a:pt x="1475210" y="2358050"/>
                  </a:lnTo>
                  <a:lnTo>
                    <a:pt x="1519841" y="2346386"/>
                  </a:lnTo>
                  <a:lnTo>
                    <a:pt x="1563775" y="2333062"/>
                  </a:lnTo>
                  <a:lnTo>
                    <a:pt x="1606977" y="2318114"/>
                  </a:lnTo>
                  <a:lnTo>
                    <a:pt x="1649413" y="2301576"/>
                  </a:lnTo>
                  <a:lnTo>
                    <a:pt x="1691045" y="2283485"/>
                  </a:lnTo>
                  <a:lnTo>
                    <a:pt x="1731839" y="2263876"/>
                  </a:lnTo>
                  <a:lnTo>
                    <a:pt x="1771758" y="2242785"/>
                  </a:lnTo>
                  <a:lnTo>
                    <a:pt x="1810768" y="2220247"/>
                  </a:lnTo>
                  <a:lnTo>
                    <a:pt x="1848832" y="2196299"/>
                  </a:lnTo>
                  <a:lnTo>
                    <a:pt x="1885914" y="2170977"/>
                  </a:lnTo>
                  <a:lnTo>
                    <a:pt x="1921979" y="2144315"/>
                  </a:lnTo>
                  <a:lnTo>
                    <a:pt x="1956992" y="2116350"/>
                  </a:lnTo>
                  <a:lnTo>
                    <a:pt x="1990916" y="2087117"/>
                  </a:lnTo>
                  <a:lnTo>
                    <a:pt x="2023716" y="2056652"/>
                  </a:lnTo>
                  <a:lnTo>
                    <a:pt x="2055356" y="2024991"/>
                  </a:lnTo>
                  <a:lnTo>
                    <a:pt x="2085800" y="1992170"/>
                  </a:lnTo>
                  <a:lnTo>
                    <a:pt x="2115014" y="1958223"/>
                  </a:lnTo>
                  <a:lnTo>
                    <a:pt x="2142960" y="1923188"/>
                  </a:lnTo>
                  <a:lnTo>
                    <a:pt x="2169604" y="1887099"/>
                  </a:lnTo>
                  <a:lnTo>
                    <a:pt x="2194910" y="1849993"/>
                  </a:lnTo>
                  <a:lnTo>
                    <a:pt x="2218841" y="1811905"/>
                  </a:lnTo>
                  <a:lnTo>
                    <a:pt x="2241363" y="1772871"/>
                  </a:lnTo>
                  <a:lnTo>
                    <a:pt x="2262440" y="1732926"/>
                  </a:lnTo>
                  <a:lnTo>
                    <a:pt x="2282036" y="1692106"/>
                  </a:lnTo>
                  <a:lnTo>
                    <a:pt x="2300114" y="1650448"/>
                  </a:lnTo>
                  <a:lnTo>
                    <a:pt x="2316641" y="1607986"/>
                  </a:lnTo>
                  <a:lnTo>
                    <a:pt x="2331579" y="1564757"/>
                  </a:lnTo>
                  <a:lnTo>
                    <a:pt x="2344894" y="1520796"/>
                  </a:lnTo>
                  <a:lnTo>
                    <a:pt x="2356549" y="1476139"/>
                  </a:lnTo>
                  <a:lnTo>
                    <a:pt x="2366509" y="1430821"/>
                  </a:lnTo>
                  <a:lnTo>
                    <a:pt x="2374738" y="1384879"/>
                  </a:lnTo>
                  <a:lnTo>
                    <a:pt x="2381200" y="1338348"/>
                  </a:lnTo>
                  <a:lnTo>
                    <a:pt x="2385860" y="1291263"/>
                  </a:lnTo>
                  <a:lnTo>
                    <a:pt x="2388683" y="1243661"/>
                  </a:lnTo>
                  <a:lnTo>
                    <a:pt x="2389632" y="1195577"/>
                  </a:lnTo>
                  <a:lnTo>
                    <a:pt x="2388683" y="1147494"/>
                  </a:lnTo>
                  <a:lnTo>
                    <a:pt x="2385860" y="1099892"/>
                  </a:lnTo>
                  <a:lnTo>
                    <a:pt x="2381200" y="1052807"/>
                  </a:lnTo>
                  <a:lnTo>
                    <a:pt x="2374738" y="1006276"/>
                  </a:lnTo>
                  <a:lnTo>
                    <a:pt x="2366509" y="960334"/>
                  </a:lnTo>
                  <a:lnTo>
                    <a:pt x="2356549" y="915016"/>
                  </a:lnTo>
                  <a:lnTo>
                    <a:pt x="2344894" y="870359"/>
                  </a:lnTo>
                  <a:lnTo>
                    <a:pt x="2331579" y="826398"/>
                  </a:lnTo>
                  <a:lnTo>
                    <a:pt x="2316641" y="783169"/>
                  </a:lnTo>
                  <a:lnTo>
                    <a:pt x="2300114" y="740707"/>
                  </a:lnTo>
                  <a:lnTo>
                    <a:pt x="2282036" y="699049"/>
                  </a:lnTo>
                  <a:lnTo>
                    <a:pt x="2262440" y="658229"/>
                  </a:lnTo>
                  <a:lnTo>
                    <a:pt x="2241363" y="618284"/>
                  </a:lnTo>
                  <a:lnTo>
                    <a:pt x="2218841" y="579250"/>
                  </a:lnTo>
                  <a:lnTo>
                    <a:pt x="2194910" y="541162"/>
                  </a:lnTo>
                  <a:lnTo>
                    <a:pt x="2169604" y="504056"/>
                  </a:lnTo>
                  <a:lnTo>
                    <a:pt x="2142960" y="467967"/>
                  </a:lnTo>
                  <a:lnTo>
                    <a:pt x="2115014" y="432932"/>
                  </a:lnTo>
                  <a:lnTo>
                    <a:pt x="2085800" y="398985"/>
                  </a:lnTo>
                  <a:lnTo>
                    <a:pt x="2055356" y="366164"/>
                  </a:lnTo>
                  <a:lnTo>
                    <a:pt x="2023716" y="334503"/>
                  </a:lnTo>
                  <a:lnTo>
                    <a:pt x="1990916" y="304038"/>
                  </a:lnTo>
                  <a:lnTo>
                    <a:pt x="1956992" y="274805"/>
                  </a:lnTo>
                  <a:lnTo>
                    <a:pt x="1921979" y="246840"/>
                  </a:lnTo>
                  <a:lnTo>
                    <a:pt x="1885914" y="220178"/>
                  </a:lnTo>
                  <a:lnTo>
                    <a:pt x="1848832" y="194856"/>
                  </a:lnTo>
                  <a:lnTo>
                    <a:pt x="1810768" y="170908"/>
                  </a:lnTo>
                  <a:lnTo>
                    <a:pt x="1771758" y="148370"/>
                  </a:lnTo>
                  <a:lnTo>
                    <a:pt x="1731839" y="127279"/>
                  </a:lnTo>
                  <a:lnTo>
                    <a:pt x="1691045" y="107670"/>
                  </a:lnTo>
                  <a:lnTo>
                    <a:pt x="1649413" y="89579"/>
                  </a:lnTo>
                  <a:lnTo>
                    <a:pt x="1606977" y="73041"/>
                  </a:lnTo>
                  <a:lnTo>
                    <a:pt x="1563775" y="58093"/>
                  </a:lnTo>
                  <a:lnTo>
                    <a:pt x="1519841" y="44769"/>
                  </a:lnTo>
                  <a:lnTo>
                    <a:pt x="1475210" y="33105"/>
                  </a:lnTo>
                  <a:lnTo>
                    <a:pt x="1429920" y="23139"/>
                  </a:lnTo>
                  <a:lnTo>
                    <a:pt x="1384006" y="14904"/>
                  </a:lnTo>
                  <a:lnTo>
                    <a:pt x="1337502" y="8437"/>
                  </a:lnTo>
                  <a:lnTo>
                    <a:pt x="1290445" y="3773"/>
                  </a:lnTo>
                  <a:lnTo>
                    <a:pt x="1242871" y="949"/>
                  </a:lnTo>
                  <a:lnTo>
                    <a:pt x="1194816" y="0"/>
                  </a:lnTo>
                  <a:close/>
                </a:path>
              </a:pathLst>
            </a:custGeom>
            <a:solidFill>
              <a:srgbClr val="F1F1F1">
                <a:alpha val="19999"/>
              </a:srgbClr>
            </a:solidFill>
          </p:spPr>
          <p:txBody>
            <a:bodyPr wrap="square" lIns="0" tIns="0" rIns="0" bIns="0" rtlCol="0"/>
            <a:lstStyle/>
            <a:p>
              <a:endParaRPr/>
            </a:p>
          </p:txBody>
        </p:sp>
        <p:sp>
          <p:nvSpPr>
            <p:cNvPr id="5" name="object 5"/>
            <p:cNvSpPr/>
            <p:nvPr/>
          </p:nvSpPr>
          <p:spPr>
            <a:xfrm>
              <a:off x="8860535" y="975360"/>
              <a:ext cx="2390140" cy="2391410"/>
            </a:xfrm>
            <a:custGeom>
              <a:avLst/>
              <a:gdLst/>
              <a:ahLst/>
              <a:cxnLst/>
              <a:rect l="l" t="t" r="r" b="b"/>
              <a:pathLst>
                <a:path w="2390140" h="2391410">
                  <a:moveTo>
                    <a:pt x="0" y="1195577"/>
                  </a:moveTo>
                  <a:lnTo>
                    <a:pt x="948" y="1147494"/>
                  </a:lnTo>
                  <a:lnTo>
                    <a:pt x="3771" y="1099892"/>
                  </a:lnTo>
                  <a:lnTo>
                    <a:pt x="8431" y="1052807"/>
                  </a:lnTo>
                  <a:lnTo>
                    <a:pt x="14893" y="1006276"/>
                  </a:lnTo>
                  <a:lnTo>
                    <a:pt x="23122" y="960334"/>
                  </a:lnTo>
                  <a:lnTo>
                    <a:pt x="33082" y="915016"/>
                  </a:lnTo>
                  <a:lnTo>
                    <a:pt x="44737" y="870359"/>
                  </a:lnTo>
                  <a:lnTo>
                    <a:pt x="58052" y="826398"/>
                  </a:lnTo>
                  <a:lnTo>
                    <a:pt x="72990" y="783169"/>
                  </a:lnTo>
                  <a:lnTo>
                    <a:pt x="89517" y="740707"/>
                  </a:lnTo>
                  <a:lnTo>
                    <a:pt x="107595" y="699049"/>
                  </a:lnTo>
                  <a:lnTo>
                    <a:pt x="127191" y="658229"/>
                  </a:lnTo>
                  <a:lnTo>
                    <a:pt x="148268" y="618284"/>
                  </a:lnTo>
                  <a:lnTo>
                    <a:pt x="170790" y="579250"/>
                  </a:lnTo>
                  <a:lnTo>
                    <a:pt x="194721" y="541162"/>
                  </a:lnTo>
                  <a:lnTo>
                    <a:pt x="220027" y="504056"/>
                  </a:lnTo>
                  <a:lnTo>
                    <a:pt x="246671" y="467967"/>
                  </a:lnTo>
                  <a:lnTo>
                    <a:pt x="274617" y="432932"/>
                  </a:lnTo>
                  <a:lnTo>
                    <a:pt x="303831" y="398985"/>
                  </a:lnTo>
                  <a:lnTo>
                    <a:pt x="334275" y="366164"/>
                  </a:lnTo>
                  <a:lnTo>
                    <a:pt x="365915" y="334503"/>
                  </a:lnTo>
                  <a:lnTo>
                    <a:pt x="398715" y="304038"/>
                  </a:lnTo>
                  <a:lnTo>
                    <a:pt x="432639" y="274805"/>
                  </a:lnTo>
                  <a:lnTo>
                    <a:pt x="467652" y="246840"/>
                  </a:lnTo>
                  <a:lnTo>
                    <a:pt x="503717" y="220178"/>
                  </a:lnTo>
                  <a:lnTo>
                    <a:pt x="540799" y="194856"/>
                  </a:lnTo>
                  <a:lnTo>
                    <a:pt x="578863" y="170908"/>
                  </a:lnTo>
                  <a:lnTo>
                    <a:pt x="617873" y="148370"/>
                  </a:lnTo>
                  <a:lnTo>
                    <a:pt x="657792" y="127279"/>
                  </a:lnTo>
                  <a:lnTo>
                    <a:pt x="698586" y="107670"/>
                  </a:lnTo>
                  <a:lnTo>
                    <a:pt x="740218" y="89579"/>
                  </a:lnTo>
                  <a:lnTo>
                    <a:pt x="782654" y="73041"/>
                  </a:lnTo>
                  <a:lnTo>
                    <a:pt x="825856" y="58093"/>
                  </a:lnTo>
                  <a:lnTo>
                    <a:pt x="869790" y="44769"/>
                  </a:lnTo>
                  <a:lnTo>
                    <a:pt x="914421" y="33105"/>
                  </a:lnTo>
                  <a:lnTo>
                    <a:pt x="959711" y="23139"/>
                  </a:lnTo>
                  <a:lnTo>
                    <a:pt x="1005625" y="14904"/>
                  </a:lnTo>
                  <a:lnTo>
                    <a:pt x="1052129" y="8437"/>
                  </a:lnTo>
                  <a:lnTo>
                    <a:pt x="1099186" y="3773"/>
                  </a:lnTo>
                  <a:lnTo>
                    <a:pt x="1146760" y="949"/>
                  </a:lnTo>
                  <a:lnTo>
                    <a:pt x="1194816" y="0"/>
                  </a:lnTo>
                  <a:lnTo>
                    <a:pt x="1242871" y="949"/>
                  </a:lnTo>
                  <a:lnTo>
                    <a:pt x="1290445" y="3773"/>
                  </a:lnTo>
                  <a:lnTo>
                    <a:pt x="1337502" y="8437"/>
                  </a:lnTo>
                  <a:lnTo>
                    <a:pt x="1384006" y="14904"/>
                  </a:lnTo>
                  <a:lnTo>
                    <a:pt x="1429920" y="23139"/>
                  </a:lnTo>
                  <a:lnTo>
                    <a:pt x="1475210" y="33105"/>
                  </a:lnTo>
                  <a:lnTo>
                    <a:pt x="1519841" y="44769"/>
                  </a:lnTo>
                  <a:lnTo>
                    <a:pt x="1563775" y="58093"/>
                  </a:lnTo>
                  <a:lnTo>
                    <a:pt x="1606977" y="73041"/>
                  </a:lnTo>
                  <a:lnTo>
                    <a:pt x="1649413" y="89579"/>
                  </a:lnTo>
                  <a:lnTo>
                    <a:pt x="1691045" y="107670"/>
                  </a:lnTo>
                  <a:lnTo>
                    <a:pt x="1731839" y="127279"/>
                  </a:lnTo>
                  <a:lnTo>
                    <a:pt x="1771758" y="148370"/>
                  </a:lnTo>
                  <a:lnTo>
                    <a:pt x="1810768" y="170908"/>
                  </a:lnTo>
                  <a:lnTo>
                    <a:pt x="1848832" y="194856"/>
                  </a:lnTo>
                  <a:lnTo>
                    <a:pt x="1885914" y="220178"/>
                  </a:lnTo>
                  <a:lnTo>
                    <a:pt x="1921979" y="246840"/>
                  </a:lnTo>
                  <a:lnTo>
                    <a:pt x="1956992" y="274805"/>
                  </a:lnTo>
                  <a:lnTo>
                    <a:pt x="1990916" y="304038"/>
                  </a:lnTo>
                  <a:lnTo>
                    <a:pt x="2023716" y="334503"/>
                  </a:lnTo>
                  <a:lnTo>
                    <a:pt x="2055356" y="366164"/>
                  </a:lnTo>
                  <a:lnTo>
                    <a:pt x="2085800" y="398985"/>
                  </a:lnTo>
                  <a:lnTo>
                    <a:pt x="2115014" y="432932"/>
                  </a:lnTo>
                  <a:lnTo>
                    <a:pt x="2142960" y="467967"/>
                  </a:lnTo>
                  <a:lnTo>
                    <a:pt x="2169604" y="504056"/>
                  </a:lnTo>
                  <a:lnTo>
                    <a:pt x="2194910" y="541162"/>
                  </a:lnTo>
                  <a:lnTo>
                    <a:pt x="2218841" y="579250"/>
                  </a:lnTo>
                  <a:lnTo>
                    <a:pt x="2241363" y="618284"/>
                  </a:lnTo>
                  <a:lnTo>
                    <a:pt x="2262440" y="658229"/>
                  </a:lnTo>
                  <a:lnTo>
                    <a:pt x="2282036" y="699049"/>
                  </a:lnTo>
                  <a:lnTo>
                    <a:pt x="2300114" y="740707"/>
                  </a:lnTo>
                  <a:lnTo>
                    <a:pt x="2316641" y="783169"/>
                  </a:lnTo>
                  <a:lnTo>
                    <a:pt x="2331579" y="826398"/>
                  </a:lnTo>
                  <a:lnTo>
                    <a:pt x="2344894" y="870359"/>
                  </a:lnTo>
                  <a:lnTo>
                    <a:pt x="2356549" y="915016"/>
                  </a:lnTo>
                  <a:lnTo>
                    <a:pt x="2366509" y="960334"/>
                  </a:lnTo>
                  <a:lnTo>
                    <a:pt x="2374738" y="1006276"/>
                  </a:lnTo>
                  <a:lnTo>
                    <a:pt x="2381200" y="1052807"/>
                  </a:lnTo>
                  <a:lnTo>
                    <a:pt x="2385860" y="1099892"/>
                  </a:lnTo>
                  <a:lnTo>
                    <a:pt x="2388683" y="1147494"/>
                  </a:lnTo>
                  <a:lnTo>
                    <a:pt x="2389632" y="1195577"/>
                  </a:lnTo>
                  <a:lnTo>
                    <a:pt x="2388683" y="1243661"/>
                  </a:lnTo>
                  <a:lnTo>
                    <a:pt x="2385860" y="1291263"/>
                  </a:lnTo>
                  <a:lnTo>
                    <a:pt x="2381200" y="1338348"/>
                  </a:lnTo>
                  <a:lnTo>
                    <a:pt x="2374738" y="1384879"/>
                  </a:lnTo>
                  <a:lnTo>
                    <a:pt x="2366509" y="1430821"/>
                  </a:lnTo>
                  <a:lnTo>
                    <a:pt x="2356549" y="1476139"/>
                  </a:lnTo>
                  <a:lnTo>
                    <a:pt x="2344894" y="1520796"/>
                  </a:lnTo>
                  <a:lnTo>
                    <a:pt x="2331579" y="1564757"/>
                  </a:lnTo>
                  <a:lnTo>
                    <a:pt x="2316641" y="1607986"/>
                  </a:lnTo>
                  <a:lnTo>
                    <a:pt x="2300114" y="1650448"/>
                  </a:lnTo>
                  <a:lnTo>
                    <a:pt x="2282036" y="1692106"/>
                  </a:lnTo>
                  <a:lnTo>
                    <a:pt x="2262440" y="1732926"/>
                  </a:lnTo>
                  <a:lnTo>
                    <a:pt x="2241363" y="1772871"/>
                  </a:lnTo>
                  <a:lnTo>
                    <a:pt x="2218841" y="1811905"/>
                  </a:lnTo>
                  <a:lnTo>
                    <a:pt x="2194910" y="1849993"/>
                  </a:lnTo>
                  <a:lnTo>
                    <a:pt x="2169604" y="1887099"/>
                  </a:lnTo>
                  <a:lnTo>
                    <a:pt x="2142960" y="1923188"/>
                  </a:lnTo>
                  <a:lnTo>
                    <a:pt x="2115014" y="1958223"/>
                  </a:lnTo>
                  <a:lnTo>
                    <a:pt x="2085800" y="1992170"/>
                  </a:lnTo>
                  <a:lnTo>
                    <a:pt x="2055356" y="2024991"/>
                  </a:lnTo>
                  <a:lnTo>
                    <a:pt x="2023716" y="2056652"/>
                  </a:lnTo>
                  <a:lnTo>
                    <a:pt x="1990916" y="2087117"/>
                  </a:lnTo>
                  <a:lnTo>
                    <a:pt x="1956992" y="2116350"/>
                  </a:lnTo>
                  <a:lnTo>
                    <a:pt x="1921979" y="2144315"/>
                  </a:lnTo>
                  <a:lnTo>
                    <a:pt x="1885914" y="2170977"/>
                  </a:lnTo>
                  <a:lnTo>
                    <a:pt x="1848832" y="2196299"/>
                  </a:lnTo>
                  <a:lnTo>
                    <a:pt x="1810768" y="2220247"/>
                  </a:lnTo>
                  <a:lnTo>
                    <a:pt x="1771758" y="2242785"/>
                  </a:lnTo>
                  <a:lnTo>
                    <a:pt x="1731839" y="2263876"/>
                  </a:lnTo>
                  <a:lnTo>
                    <a:pt x="1691045" y="2283485"/>
                  </a:lnTo>
                  <a:lnTo>
                    <a:pt x="1649413" y="2301576"/>
                  </a:lnTo>
                  <a:lnTo>
                    <a:pt x="1606977" y="2318114"/>
                  </a:lnTo>
                  <a:lnTo>
                    <a:pt x="1563775" y="2333062"/>
                  </a:lnTo>
                  <a:lnTo>
                    <a:pt x="1519841" y="2346386"/>
                  </a:lnTo>
                  <a:lnTo>
                    <a:pt x="1475210" y="2358050"/>
                  </a:lnTo>
                  <a:lnTo>
                    <a:pt x="1429920" y="2368016"/>
                  </a:lnTo>
                  <a:lnTo>
                    <a:pt x="1384006" y="2376251"/>
                  </a:lnTo>
                  <a:lnTo>
                    <a:pt x="1337502" y="2382718"/>
                  </a:lnTo>
                  <a:lnTo>
                    <a:pt x="1290445" y="2387382"/>
                  </a:lnTo>
                  <a:lnTo>
                    <a:pt x="1242871" y="2390206"/>
                  </a:lnTo>
                  <a:lnTo>
                    <a:pt x="1194816" y="2391155"/>
                  </a:lnTo>
                  <a:lnTo>
                    <a:pt x="1146760" y="2390206"/>
                  </a:lnTo>
                  <a:lnTo>
                    <a:pt x="1099186" y="2387382"/>
                  </a:lnTo>
                  <a:lnTo>
                    <a:pt x="1052129" y="2382718"/>
                  </a:lnTo>
                  <a:lnTo>
                    <a:pt x="1005625" y="2376251"/>
                  </a:lnTo>
                  <a:lnTo>
                    <a:pt x="959711" y="2368016"/>
                  </a:lnTo>
                  <a:lnTo>
                    <a:pt x="914421" y="2358050"/>
                  </a:lnTo>
                  <a:lnTo>
                    <a:pt x="869790" y="2346386"/>
                  </a:lnTo>
                  <a:lnTo>
                    <a:pt x="825856" y="2333062"/>
                  </a:lnTo>
                  <a:lnTo>
                    <a:pt x="782654" y="2318114"/>
                  </a:lnTo>
                  <a:lnTo>
                    <a:pt x="740218" y="2301576"/>
                  </a:lnTo>
                  <a:lnTo>
                    <a:pt x="698586" y="2283485"/>
                  </a:lnTo>
                  <a:lnTo>
                    <a:pt x="657792" y="2263876"/>
                  </a:lnTo>
                  <a:lnTo>
                    <a:pt x="617873" y="2242785"/>
                  </a:lnTo>
                  <a:lnTo>
                    <a:pt x="578863" y="2220247"/>
                  </a:lnTo>
                  <a:lnTo>
                    <a:pt x="540799" y="2196299"/>
                  </a:lnTo>
                  <a:lnTo>
                    <a:pt x="503717" y="2170977"/>
                  </a:lnTo>
                  <a:lnTo>
                    <a:pt x="467652" y="2144315"/>
                  </a:lnTo>
                  <a:lnTo>
                    <a:pt x="432639" y="2116350"/>
                  </a:lnTo>
                  <a:lnTo>
                    <a:pt x="398715" y="2087117"/>
                  </a:lnTo>
                  <a:lnTo>
                    <a:pt x="365915" y="2056652"/>
                  </a:lnTo>
                  <a:lnTo>
                    <a:pt x="334275" y="2024991"/>
                  </a:lnTo>
                  <a:lnTo>
                    <a:pt x="303831" y="1992170"/>
                  </a:lnTo>
                  <a:lnTo>
                    <a:pt x="274617" y="1958223"/>
                  </a:lnTo>
                  <a:lnTo>
                    <a:pt x="246671" y="1923188"/>
                  </a:lnTo>
                  <a:lnTo>
                    <a:pt x="220027" y="1887099"/>
                  </a:lnTo>
                  <a:lnTo>
                    <a:pt x="194721" y="1849993"/>
                  </a:lnTo>
                  <a:lnTo>
                    <a:pt x="170790" y="1811905"/>
                  </a:lnTo>
                  <a:lnTo>
                    <a:pt x="148268" y="1772871"/>
                  </a:lnTo>
                  <a:lnTo>
                    <a:pt x="127191" y="1732926"/>
                  </a:lnTo>
                  <a:lnTo>
                    <a:pt x="107595" y="1692106"/>
                  </a:lnTo>
                  <a:lnTo>
                    <a:pt x="89517" y="1650448"/>
                  </a:lnTo>
                  <a:lnTo>
                    <a:pt x="72990" y="1607986"/>
                  </a:lnTo>
                  <a:lnTo>
                    <a:pt x="58052" y="1564757"/>
                  </a:lnTo>
                  <a:lnTo>
                    <a:pt x="44737" y="1520796"/>
                  </a:lnTo>
                  <a:lnTo>
                    <a:pt x="33082" y="1476139"/>
                  </a:lnTo>
                  <a:lnTo>
                    <a:pt x="23122" y="1430821"/>
                  </a:lnTo>
                  <a:lnTo>
                    <a:pt x="14893" y="1384879"/>
                  </a:lnTo>
                  <a:lnTo>
                    <a:pt x="8431" y="1338348"/>
                  </a:lnTo>
                  <a:lnTo>
                    <a:pt x="3771" y="1291263"/>
                  </a:lnTo>
                  <a:lnTo>
                    <a:pt x="948" y="1243661"/>
                  </a:lnTo>
                  <a:lnTo>
                    <a:pt x="0" y="1195577"/>
                  </a:lnTo>
                  <a:close/>
                </a:path>
              </a:pathLst>
            </a:custGeom>
            <a:ln w="12192">
              <a:solidFill>
                <a:srgbClr val="737373"/>
              </a:solidFill>
              <a:prstDash val="sysDash"/>
            </a:ln>
          </p:spPr>
          <p:txBody>
            <a:bodyPr wrap="square" lIns="0" tIns="0" rIns="0" bIns="0" rtlCol="0"/>
            <a:lstStyle/>
            <a:p>
              <a:endParaRPr/>
            </a:p>
          </p:txBody>
        </p:sp>
      </p:grpSp>
      <p:sp>
        <p:nvSpPr>
          <p:cNvPr id="6" name="object 6"/>
          <p:cNvSpPr txBox="1"/>
          <p:nvPr/>
        </p:nvSpPr>
        <p:spPr>
          <a:xfrm>
            <a:off x="9198609" y="1580134"/>
            <a:ext cx="1582420" cy="986155"/>
          </a:xfrm>
          <a:prstGeom prst="rect">
            <a:avLst/>
          </a:prstGeom>
        </p:spPr>
        <p:txBody>
          <a:bodyPr vert="horz" wrap="square" lIns="0" tIns="12700" rIns="0" bIns="0" rtlCol="0">
            <a:spAutoFit/>
          </a:bodyPr>
          <a:lstStyle/>
          <a:p>
            <a:pPr marL="12700" marR="5080">
              <a:lnSpc>
                <a:spcPct val="100000"/>
              </a:lnSpc>
              <a:spcBef>
                <a:spcPts val="100"/>
              </a:spcBef>
            </a:pPr>
            <a:r>
              <a:rPr sz="2100" b="1" spc="-65" dirty="0">
                <a:solidFill>
                  <a:srgbClr val="505050"/>
                </a:solidFill>
                <a:latin typeface="Arial"/>
                <a:cs typeface="Arial"/>
              </a:rPr>
              <a:t>Information  </a:t>
            </a:r>
            <a:r>
              <a:rPr sz="2100" b="1" spc="-130" dirty="0">
                <a:solidFill>
                  <a:srgbClr val="505050"/>
                </a:solidFill>
                <a:latin typeface="Arial"/>
                <a:cs typeface="Arial"/>
              </a:rPr>
              <a:t>Rights  </a:t>
            </a:r>
            <a:r>
              <a:rPr sz="2100" b="1" spc="145" dirty="0">
                <a:solidFill>
                  <a:srgbClr val="505050"/>
                </a:solidFill>
                <a:latin typeface="Arial"/>
                <a:cs typeface="Arial"/>
              </a:rPr>
              <a:t>M</a:t>
            </a:r>
            <a:r>
              <a:rPr sz="2100" b="1" spc="-130" dirty="0">
                <a:solidFill>
                  <a:srgbClr val="505050"/>
                </a:solidFill>
                <a:latin typeface="Arial"/>
                <a:cs typeface="Arial"/>
              </a:rPr>
              <a:t>a</a:t>
            </a:r>
            <a:r>
              <a:rPr sz="2100" b="1" spc="-110" dirty="0">
                <a:solidFill>
                  <a:srgbClr val="505050"/>
                </a:solidFill>
                <a:latin typeface="Arial"/>
                <a:cs typeface="Arial"/>
              </a:rPr>
              <a:t>n</a:t>
            </a:r>
            <a:r>
              <a:rPr sz="2100" b="1" spc="-130" dirty="0">
                <a:solidFill>
                  <a:srgbClr val="505050"/>
                </a:solidFill>
                <a:latin typeface="Arial"/>
                <a:cs typeface="Arial"/>
              </a:rPr>
              <a:t>a</a:t>
            </a:r>
            <a:r>
              <a:rPr sz="2100" b="1" spc="-75" dirty="0">
                <a:solidFill>
                  <a:srgbClr val="505050"/>
                </a:solidFill>
                <a:latin typeface="Arial"/>
                <a:cs typeface="Arial"/>
              </a:rPr>
              <a:t>g</a:t>
            </a:r>
            <a:r>
              <a:rPr sz="2100" b="1" spc="-105" dirty="0">
                <a:solidFill>
                  <a:srgbClr val="505050"/>
                </a:solidFill>
                <a:latin typeface="Arial"/>
                <a:cs typeface="Arial"/>
              </a:rPr>
              <a:t>e</a:t>
            </a:r>
            <a:r>
              <a:rPr sz="2100" b="1" spc="-60" dirty="0">
                <a:solidFill>
                  <a:srgbClr val="505050"/>
                </a:solidFill>
                <a:latin typeface="Arial"/>
                <a:cs typeface="Arial"/>
              </a:rPr>
              <a:t>m</a:t>
            </a:r>
            <a:r>
              <a:rPr sz="2100" b="1" spc="-105" dirty="0">
                <a:solidFill>
                  <a:srgbClr val="505050"/>
                </a:solidFill>
                <a:latin typeface="Arial"/>
                <a:cs typeface="Arial"/>
              </a:rPr>
              <a:t>en</a:t>
            </a:r>
            <a:r>
              <a:rPr sz="2100" b="1" spc="55" dirty="0">
                <a:solidFill>
                  <a:srgbClr val="505050"/>
                </a:solidFill>
                <a:latin typeface="Arial"/>
                <a:cs typeface="Arial"/>
              </a:rPr>
              <a:t>t</a:t>
            </a:r>
            <a:endParaRPr sz="2100">
              <a:latin typeface="Arial"/>
              <a:cs typeface="Arial"/>
            </a:endParaRPr>
          </a:p>
        </p:txBody>
      </p:sp>
      <p:grpSp>
        <p:nvGrpSpPr>
          <p:cNvPr id="7" name="object 7"/>
          <p:cNvGrpSpPr/>
          <p:nvPr/>
        </p:nvGrpSpPr>
        <p:grpSpPr>
          <a:xfrm>
            <a:off x="48767" y="439547"/>
            <a:ext cx="12149455" cy="6424930"/>
            <a:chOff x="48767" y="439547"/>
            <a:chExt cx="12149455" cy="6424930"/>
          </a:xfrm>
        </p:grpSpPr>
        <p:sp>
          <p:nvSpPr>
            <p:cNvPr id="8" name="object 8"/>
            <p:cNvSpPr/>
            <p:nvPr/>
          </p:nvSpPr>
          <p:spPr>
            <a:xfrm>
              <a:off x="432206" y="439547"/>
              <a:ext cx="8819743" cy="549782"/>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48767" y="952500"/>
              <a:ext cx="12149327" cy="5911592"/>
            </a:xfrm>
            <a:prstGeom prst="rect">
              <a:avLst/>
            </a:prstGeom>
            <a:blipFill>
              <a:blip r:embed="rId4" cstate="print"/>
              <a:stretch>
                <a:fillRect/>
              </a:stretch>
            </a:blipFill>
          </p:spPr>
          <p:txBody>
            <a:bodyPr wrap="square" lIns="0" tIns="0" rIns="0" bIns="0" rtlCol="0"/>
            <a:lstStyle/>
            <a:p>
              <a:endParaRPr/>
            </a:p>
          </p:txBody>
        </p:sp>
      </p:grpSp>
      <p:sp>
        <p:nvSpPr>
          <p:cNvPr id="10" name="object 10"/>
          <p:cNvSpPr txBox="1"/>
          <p:nvPr/>
        </p:nvSpPr>
        <p:spPr>
          <a:xfrm>
            <a:off x="3235832" y="2276601"/>
            <a:ext cx="2254250" cy="1305560"/>
          </a:xfrm>
          <a:prstGeom prst="rect">
            <a:avLst/>
          </a:prstGeom>
        </p:spPr>
        <p:txBody>
          <a:bodyPr vert="horz" wrap="square" lIns="0" tIns="12065" rIns="0" bIns="0" rtlCol="0">
            <a:spAutoFit/>
          </a:bodyPr>
          <a:lstStyle/>
          <a:p>
            <a:pPr marL="12700" marR="5080" algn="just">
              <a:lnSpc>
                <a:spcPct val="100000"/>
              </a:lnSpc>
              <a:spcBef>
                <a:spcPts val="95"/>
              </a:spcBef>
            </a:pPr>
            <a:r>
              <a:rPr sz="2800" b="1" spc="-45" dirty="0">
                <a:solidFill>
                  <a:srgbClr val="2C5DA1"/>
                </a:solidFill>
                <a:latin typeface="Arial"/>
                <a:cs typeface="Arial"/>
              </a:rPr>
              <a:t>Mobile</a:t>
            </a:r>
            <a:r>
              <a:rPr sz="2800" b="1" spc="-155" dirty="0">
                <a:solidFill>
                  <a:srgbClr val="2C5DA1"/>
                </a:solidFill>
                <a:latin typeface="Arial"/>
                <a:cs typeface="Arial"/>
              </a:rPr>
              <a:t> </a:t>
            </a:r>
            <a:r>
              <a:rPr sz="2800" b="1" spc="-140" dirty="0">
                <a:solidFill>
                  <a:srgbClr val="2C5DA1"/>
                </a:solidFill>
                <a:latin typeface="Arial"/>
                <a:cs typeface="Arial"/>
              </a:rPr>
              <a:t>Device  </a:t>
            </a:r>
            <a:r>
              <a:rPr sz="2800" b="1" spc="-25" dirty="0">
                <a:solidFill>
                  <a:srgbClr val="2C5DA1"/>
                </a:solidFill>
                <a:latin typeface="Arial"/>
                <a:cs typeface="Arial"/>
              </a:rPr>
              <a:t>&amp; </a:t>
            </a:r>
            <a:r>
              <a:rPr sz="2800" b="1" spc="-114" dirty="0">
                <a:solidFill>
                  <a:srgbClr val="2C5DA1"/>
                </a:solidFill>
                <a:latin typeface="Arial"/>
                <a:cs typeface="Arial"/>
              </a:rPr>
              <a:t>Application  </a:t>
            </a:r>
            <a:r>
              <a:rPr sz="2800" b="1" spc="-70" dirty="0">
                <a:solidFill>
                  <a:srgbClr val="2C5DA1"/>
                </a:solidFill>
                <a:latin typeface="Arial"/>
                <a:cs typeface="Arial"/>
              </a:rPr>
              <a:t>Management</a:t>
            </a:r>
            <a:endParaRPr sz="2800">
              <a:latin typeface="Arial"/>
              <a:cs typeface="Arial"/>
            </a:endParaRPr>
          </a:p>
        </p:txBody>
      </p:sp>
      <p:sp>
        <p:nvSpPr>
          <p:cNvPr id="11" name="object 11"/>
          <p:cNvSpPr txBox="1"/>
          <p:nvPr/>
        </p:nvSpPr>
        <p:spPr>
          <a:xfrm>
            <a:off x="6946138" y="5010658"/>
            <a:ext cx="1769745" cy="1123315"/>
          </a:xfrm>
          <a:prstGeom prst="rect">
            <a:avLst/>
          </a:prstGeom>
        </p:spPr>
        <p:txBody>
          <a:bodyPr vert="horz" wrap="square" lIns="0" tIns="12700" rIns="0" bIns="0" rtlCol="0">
            <a:spAutoFit/>
          </a:bodyPr>
          <a:lstStyle/>
          <a:p>
            <a:pPr marL="12700" marR="5080">
              <a:lnSpc>
                <a:spcPct val="100000"/>
              </a:lnSpc>
              <a:spcBef>
                <a:spcPts val="100"/>
              </a:spcBef>
            </a:pPr>
            <a:r>
              <a:rPr sz="2400" b="1" spc="-125" dirty="0">
                <a:solidFill>
                  <a:srgbClr val="0078D6"/>
                </a:solidFill>
                <a:latin typeface="Arial"/>
                <a:cs typeface="Arial"/>
              </a:rPr>
              <a:t>Cloud</a:t>
            </a:r>
            <a:r>
              <a:rPr sz="2400" b="1" spc="-170" dirty="0">
                <a:solidFill>
                  <a:srgbClr val="0078D6"/>
                </a:solidFill>
                <a:latin typeface="Arial"/>
                <a:cs typeface="Arial"/>
              </a:rPr>
              <a:t> </a:t>
            </a:r>
            <a:r>
              <a:rPr sz="2400" b="1" spc="-245" dirty="0">
                <a:solidFill>
                  <a:srgbClr val="0078D6"/>
                </a:solidFill>
                <a:latin typeface="Arial"/>
                <a:cs typeface="Arial"/>
              </a:rPr>
              <a:t>Access  </a:t>
            </a:r>
            <a:r>
              <a:rPr sz="2400" b="1" spc="-140" dirty="0">
                <a:solidFill>
                  <a:srgbClr val="0078D6"/>
                </a:solidFill>
                <a:latin typeface="Arial"/>
                <a:cs typeface="Arial"/>
              </a:rPr>
              <a:t>Security  </a:t>
            </a:r>
            <a:r>
              <a:rPr sz="2400" b="1" spc="-145" dirty="0">
                <a:solidFill>
                  <a:srgbClr val="0078D6"/>
                </a:solidFill>
                <a:latin typeface="Arial"/>
                <a:cs typeface="Arial"/>
              </a:rPr>
              <a:t>Broker</a:t>
            </a:r>
            <a:endParaRPr sz="2400">
              <a:latin typeface="Arial"/>
              <a:cs typeface="Arial"/>
            </a:endParaRPr>
          </a:p>
        </p:txBody>
      </p:sp>
      <p:sp>
        <p:nvSpPr>
          <p:cNvPr id="12" name="object 12"/>
          <p:cNvSpPr txBox="1"/>
          <p:nvPr/>
        </p:nvSpPr>
        <p:spPr>
          <a:xfrm>
            <a:off x="10663173" y="4855286"/>
            <a:ext cx="934085" cy="514350"/>
          </a:xfrm>
          <a:prstGeom prst="rect">
            <a:avLst/>
          </a:prstGeom>
        </p:spPr>
        <p:txBody>
          <a:bodyPr vert="horz" wrap="square" lIns="0" tIns="13335" rIns="0" bIns="0" rtlCol="0">
            <a:spAutoFit/>
          </a:bodyPr>
          <a:lstStyle/>
          <a:p>
            <a:pPr marL="12700">
              <a:lnSpc>
                <a:spcPct val="100000"/>
              </a:lnSpc>
              <a:spcBef>
                <a:spcPts val="105"/>
              </a:spcBef>
            </a:pPr>
            <a:r>
              <a:rPr sz="3200" b="1" spc="-445" dirty="0">
                <a:solidFill>
                  <a:srgbClr val="505050"/>
                </a:solidFill>
                <a:latin typeface="Arial"/>
                <a:cs typeface="Arial"/>
              </a:rPr>
              <a:t>S</a:t>
            </a:r>
            <a:r>
              <a:rPr sz="3200" b="1" spc="-5" dirty="0">
                <a:solidFill>
                  <a:srgbClr val="505050"/>
                </a:solidFill>
                <a:latin typeface="Arial"/>
                <a:cs typeface="Arial"/>
              </a:rPr>
              <a:t>I</a:t>
            </a:r>
            <a:r>
              <a:rPr sz="3200" b="1" spc="-525" dirty="0">
                <a:solidFill>
                  <a:srgbClr val="505050"/>
                </a:solidFill>
                <a:latin typeface="Arial"/>
                <a:cs typeface="Arial"/>
              </a:rPr>
              <a:t>E</a:t>
            </a:r>
            <a:r>
              <a:rPr sz="3200" b="1" spc="295" dirty="0">
                <a:solidFill>
                  <a:srgbClr val="505050"/>
                </a:solidFill>
                <a:latin typeface="Arial"/>
                <a:cs typeface="Arial"/>
              </a:rPr>
              <a:t>M</a:t>
            </a:r>
            <a:endParaRPr sz="3200">
              <a:latin typeface="Arial"/>
              <a:cs typeface="Arial"/>
            </a:endParaRPr>
          </a:p>
        </p:txBody>
      </p:sp>
      <p:sp>
        <p:nvSpPr>
          <p:cNvPr id="13" name="object 13"/>
          <p:cNvSpPr txBox="1"/>
          <p:nvPr/>
        </p:nvSpPr>
        <p:spPr>
          <a:xfrm>
            <a:off x="6058280" y="1320241"/>
            <a:ext cx="1459230" cy="757555"/>
          </a:xfrm>
          <a:prstGeom prst="rect">
            <a:avLst/>
          </a:prstGeom>
        </p:spPr>
        <p:txBody>
          <a:bodyPr vert="horz" wrap="square" lIns="0" tIns="12700" rIns="0" bIns="0" rtlCol="0">
            <a:spAutoFit/>
          </a:bodyPr>
          <a:lstStyle/>
          <a:p>
            <a:pPr marL="12700">
              <a:lnSpc>
                <a:spcPct val="100000"/>
              </a:lnSpc>
              <a:spcBef>
                <a:spcPts val="100"/>
              </a:spcBef>
            </a:pPr>
            <a:r>
              <a:rPr sz="2400" b="1" spc="-70" dirty="0">
                <a:solidFill>
                  <a:srgbClr val="00B193"/>
                </a:solidFill>
                <a:latin typeface="Arial"/>
                <a:cs typeface="Arial"/>
              </a:rPr>
              <a:t>Data</a:t>
            </a:r>
            <a:r>
              <a:rPr sz="2400" b="1" spc="-135" dirty="0">
                <a:solidFill>
                  <a:srgbClr val="00B193"/>
                </a:solidFill>
                <a:latin typeface="Arial"/>
                <a:cs typeface="Arial"/>
              </a:rPr>
              <a:t> </a:t>
            </a:r>
            <a:r>
              <a:rPr sz="2400" b="1" spc="-275" dirty="0">
                <a:solidFill>
                  <a:srgbClr val="00B193"/>
                </a:solidFill>
                <a:latin typeface="Arial"/>
                <a:cs typeface="Arial"/>
              </a:rPr>
              <a:t>Loss</a:t>
            </a:r>
            <a:endParaRPr sz="2400">
              <a:latin typeface="Arial"/>
              <a:cs typeface="Arial"/>
            </a:endParaRPr>
          </a:p>
          <a:p>
            <a:pPr marL="12700">
              <a:lnSpc>
                <a:spcPct val="100000"/>
              </a:lnSpc>
              <a:spcBef>
                <a:spcPts val="5"/>
              </a:spcBef>
            </a:pPr>
            <a:r>
              <a:rPr sz="2400" b="1" spc="-250" dirty="0">
                <a:solidFill>
                  <a:srgbClr val="00B193"/>
                </a:solidFill>
                <a:latin typeface="Arial"/>
                <a:cs typeface="Arial"/>
              </a:rPr>
              <a:t>P</a:t>
            </a:r>
            <a:r>
              <a:rPr sz="2400" b="1" spc="-125" dirty="0">
                <a:solidFill>
                  <a:srgbClr val="00B193"/>
                </a:solidFill>
                <a:latin typeface="Arial"/>
                <a:cs typeface="Arial"/>
              </a:rPr>
              <a:t>r</a:t>
            </a:r>
            <a:r>
              <a:rPr sz="2400" b="1" spc="-114" dirty="0">
                <a:solidFill>
                  <a:srgbClr val="00B193"/>
                </a:solidFill>
                <a:latin typeface="Arial"/>
                <a:cs typeface="Arial"/>
              </a:rPr>
              <a:t>e</a:t>
            </a:r>
            <a:r>
              <a:rPr sz="2400" b="1" spc="-200" dirty="0">
                <a:solidFill>
                  <a:srgbClr val="00B193"/>
                </a:solidFill>
                <a:latin typeface="Arial"/>
                <a:cs typeface="Arial"/>
              </a:rPr>
              <a:t>v</a:t>
            </a:r>
            <a:r>
              <a:rPr sz="2400" b="1" spc="-114" dirty="0">
                <a:solidFill>
                  <a:srgbClr val="00B193"/>
                </a:solidFill>
                <a:latin typeface="Arial"/>
                <a:cs typeface="Arial"/>
              </a:rPr>
              <a:t>en</a:t>
            </a:r>
            <a:r>
              <a:rPr sz="2400" b="1" spc="10" dirty="0">
                <a:solidFill>
                  <a:srgbClr val="00B193"/>
                </a:solidFill>
                <a:latin typeface="Arial"/>
                <a:cs typeface="Arial"/>
              </a:rPr>
              <a:t>t</a:t>
            </a:r>
            <a:r>
              <a:rPr sz="2400" b="1" spc="-95" dirty="0">
                <a:solidFill>
                  <a:srgbClr val="00B193"/>
                </a:solidFill>
                <a:latin typeface="Arial"/>
                <a:cs typeface="Arial"/>
              </a:rPr>
              <a:t>i</a:t>
            </a:r>
            <a:r>
              <a:rPr sz="2400" b="1" spc="-90" dirty="0">
                <a:solidFill>
                  <a:srgbClr val="00B193"/>
                </a:solidFill>
                <a:latin typeface="Arial"/>
                <a:cs typeface="Arial"/>
              </a:rPr>
              <a:t>o</a:t>
            </a:r>
            <a:r>
              <a:rPr sz="2400" b="1" spc="-70" dirty="0">
                <a:solidFill>
                  <a:srgbClr val="00B193"/>
                </a:solidFill>
                <a:latin typeface="Arial"/>
                <a:cs typeface="Arial"/>
              </a:rPr>
              <a:t>n</a:t>
            </a:r>
            <a:endParaRPr sz="2400">
              <a:latin typeface="Arial"/>
              <a:cs typeface="Arial"/>
            </a:endParaRPr>
          </a:p>
        </p:txBody>
      </p:sp>
      <p:sp>
        <p:nvSpPr>
          <p:cNvPr id="14" name="object 14"/>
          <p:cNvSpPr txBox="1"/>
          <p:nvPr/>
        </p:nvSpPr>
        <p:spPr>
          <a:xfrm>
            <a:off x="10437114" y="3263010"/>
            <a:ext cx="1059180" cy="1123315"/>
          </a:xfrm>
          <a:prstGeom prst="rect">
            <a:avLst/>
          </a:prstGeom>
        </p:spPr>
        <p:txBody>
          <a:bodyPr vert="horz" wrap="square" lIns="0" tIns="12700" rIns="0" bIns="0" rtlCol="0">
            <a:spAutoFit/>
          </a:bodyPr>
          <a:lstStyle/>
          <a:p>
            <a:pPr marL="12700" marR="5080">
              <a:lnSpc>
                <a:spcPct val="100000"/>
              </a:lnSpc>
              <a:spcBef>
                <a:spcPts val="100"/>
              </a:spcBef>
            </a:pPr>
            <a:r>
              <a:rPr sz="1800" b="1" spc="-125" dirty="0">
                <a:latin typeface="Arial"/>
                <a:cs typeface="Arial"/>
              </a:rPr>
              <a:t>User </a:t>
            </a:r>
            <a:r>
              <a:rPr sz="1800" b="1" spc="-15" dirty="0">
                <a:latin typeface="Arial"/>
                <a:cs typeface="Arial"/>
              </a:rPr>
              <a:t>&amp;  </a:t>
            </a:r>
            <a:r>
              <a:rPr sz="1800" b="1" spc="-100" dirty="0">
                <a:latin typeface="Arial"/>
                <a:cs typeface="Arial"/>
              </a:rPr>
              <a:t>Entity  </a:t>
            </a:r>
            <a:r>
              <a:rPr sz="1800" b="1" spc="-260" dirty="0">
                <a:latin typeface="Arial"/>
                <a:cs typeface="Arial"/>
              </a:rPr>
              <a:t>B</a:t>
            </a:r>
            <a:r>
              <a:rPr sz="1800" b="1" spc="-90" dirty="0">
                <a:latin typeface="Arial"/>
                <a:cs typeface="Arial"/>
              </a:rPr>
              <a:t>e</a:t>
            </a:r>
            <a:r>
              <a:rPr sz="1800" b="1" spc="-110" dirty="0">
                <a:latin typeface="Arial"/>
                <a:cs typeface="Arial"/>
              </a:rPr>
              <a:t>h</a:t>
            </a:r>
            <a:r>
              <a:rPr sz="1800" b="1" spc="-120" dirty="0">
                <a:latin typeface="Arial"/>
                <a:cs typeface="Arial"/>
              </a:rPr>
              <a:t>a</a:t>
            </a:r>
            <a:r>
              <a:rPr sz="1800" b="1" spc="-140" dirty="0">
                <a:latin typeface="Arial"/>
                <a:cs typeface="Arial"/>
              </a:rPr>
              <a:t>v</a:t>
            </a:r>
            <a:r>
              <a:rPr sz="1800" b="1" spc="-85" dirty="0">
                <a:latin typeface="Arial"/>
                <a:cs typeface="Arial"/>
              </a:rPr>
              <a:t>i</a:t>
            </a:r>
            <a:r>
              <a:rPr sz="1800" b="1" spc="-70" dirty="0">
                <a:latin typeface="Arial"/>
                <a:cs typeface="Arial"/>
              </a:rPr>
              <a:t>o</a:t>
            </a:r>
            <a:r>
              <a:rPr sz="1800" b="1" spc="-80" dirty="0">
                <a:latin typeface="Arial"/>
                <a:cs typeface="Arial"/>
              </a:rPr>
              <a:t>r</a:t>
            </a:r>
            <a:r>
              <a:rPr sz="1800" b="1" spc="-120" dirty="0">
                <a:latin typeface="Arial"/>
                <a:cs typeface="Arial"/>
              </a:rPr>
              <a:t>a</a:t>
            </a:r>
            <a:r>
              <a:rPr sz="1800" b="1" spc="-30" dirty="0">
                <a:latin typeface="Arial"/>
                <a:cs typeface="Arial"/>
              </a:rPr>
              <a:t>l  </a:t>
            </a:r>
            <a:r>
              <a:rPr sz="1800" b="1" spc="-125" dirty="0">
                <a:latin typeface="Arial"/>
                <a:cs typeface="Arial"/>
              </a:rPr>
              <a:t>Analytics</a:t>
            </a:r>
            <a:endParaRPr sz="1800">
              <a:latin typeface="Arial"/>
              <a:cs typeface="Arial"/>
            </a:endParaRPr>
          </a:p>
        </p:txBody>
      </p:sp>
      <p:sp>
        <p:nvSpPr>
          <p:cNvPr id="15" name="object 15"/>
          <p:cNvSpPr txBox="1"/>
          <p:nvPr/>
        </p:nvSpPr>
        <p:spPr>
          <a:xfrm>
            <a:off x="5648325" y="2502865"/>
            <a:ext cx="925194" cy="756920"/>
          </a:xfrm>
          <a:prstGeom prst="rect">
            <a:avLst/>
          </a:prstGeom>
        </p:spPr>
        <p:txBody>
          <a:bodyPr vert="horz" wrap="square" lIns="0" tIns="12065" rIns="0" bIns="0" rtlCol="0">
            <a:spAutoFit/>
          </a:bodyPr>
          <a:lstStyle/>
          <a:p>
            <a:pPr marL="12700" marR="5080">
              <a:lnSpc>
                <a:spcPct val="100000"/>
              </a:lnSpc>
              <a:spcBef>
                <a:spcPts val="95"/>
              </a:spcBef>
            </a:pPr>
            <a:r>
              <a:rPr sz="1600" spc="-190" dirty="0">
                <a:solidFill>
                  <a:srgbClr val="001F50"/>
                </a:solidFill>
                <a:latin typeface="Arial Black"/>
                <a:cs typeface="Arial Black"/>
              </a:rPr>
              <a:t>Mobile  </a:t>
            </a:r>
            <a:r>
              <a:rPr sz="1600" spc="-240" dirty="0">
                <a:solidFill>
                  <a:srgbClr val="001F50"/>
                </a:solidFill>
                <a:latin typeface="Arial Black"/>
                <a:cs typeface="Arial Black"/>
              </a:rPr>
              <a:t>Data </a:t>
            </a:r>
            <a:r>
              <a:rPr sz="1600" spc="-300" dirty="0">
                <a:solidFill>
                  <a:srgbClr val="001F50"/>
                </a:solidFill>
                <a:latin typeface="Arial Black"/>
                <a:cs typeface="Arial Black"/>
              </a:rPr>
              <a:t>Loss  </a:t>
            </a:r>
            <a:r>
              <a:rPr sz="1600" spc="-320" dirty="0">
                <a:solidFill>
                  <a:srgbClr val="001F50"/>
                </a:solidFill>
                <a:latin typeface="Arial Black"/>
                <a:cs typeface="Arial Black"/>
              </a:rPr>
              <a:t>P</a:t>
            </a:r>
            <a:r>
              <a:rPr sz="1600" spc="-235" dirty="0">
                <a:solidFill>
                  <a:srgbClr val="001F50"/>
                </a:solidFill>
                <a:latin typeface="Arial Black"/>
                <a:cs typeface="Arial Black"/>
              </a:rPr>
              <a:t>r</a:t>
            </a:r>
            <a:r>
              <a:rPr sz="1600" spc="-280" dirty="0">
                <a:solidFill>
                  <a:srgbClr val="001F50"/>
                </a:solidFill>
                <a:latin typeface="Arial Black"/>
                <a:cs typeface="Arial Black"/>
              </a:rPr>
              <a:t>e</a:t>
            </a:r>
            <a:r>
              <a:rPr sz="1600" spc="-275" dirty="0">
                <a:solidFill>
                  <a:srgbClr val="001F50"/>
                </a:solidFill>
                <a:latin typeface="Arial Black"/>
                <a:cs typeface="Arial Black"/>
              </a:rPr>
              <a:t>v</a:t>
            </a:r>
            <a:r>
              <a:rPr sz="1600" spc="-280" dirty="0">
                <a:solidFill>
                  <a:srgbClr val="001F50"/>
                </a:solidFill>
                <a:latin typeface="Arial Black"/>
                <a:cs typeface="Arial Black"/>
              </a:rPr>
              <a:t>e</a:t>
            </a:r>
            <a:r>
              <a:rPr sz="1600" spc="-220" dirty="0">
                <a:solidFill>
                  <a:srgbClr val="001F50"/>
                </a:solidFill>
                <a:latin typeface="Arial Black"/>
                <a:cs typeface="Arial Black"/>
              </a:rPr>
              <a:t>nt</a:t>
            </a:r>
            <a:r>
              <a:rPr sz="1600" spc="-200" dirty="0">
                <a:solidFill>
                  <a:srgbClr val="001F50"/>
                </a:solidFill>
                <a:latin typeface="Arial Black"/>
                <a:cs typeface="Arial Black"/>
              </a:rPr>
              <a:t>i</a:t>
            </a:r>
            <a:r>
              <a:rPr sz="1600" spc="-185" dirty="0">
                <a:solidFill>
                  <a:srgbClr val="001F50"/>
                </a:solidFill>
                <a:latin typeface="Arial Black"/>
                <a:cs typeface="Arial Black"/>
              </a:rPr>
              <a:t>o</a:t>
            </a:r>
            <a:r>
              <a:rPr sz="1600" spc="-165" dirty="0">
                <a:solidFill>
                  <a:srgbClr val="001F50"/>
                </a:solidFill>
                <a:latin typeface="Arial Black"/>
                <a:cs typeface="Arial Black"/>
              </a:rPr>
              <a:t>n</a:t>
            </a:r>
            <a:endParaRPr sz="1600">
              <a:latin typeface="Arial Black"/>
              <a:cs typeface="Arial Black"/>
            </a:endParaRPr>
          </a:p>
        </p:txBody>
      </p:sp>
      <p:sp>
        <p:nvSpPr>
          <p:cNvPr id="16" name="object 16"/>
          <p:cNvSpPr txBox="1"/>
          <p:nvPr/>
        </p:nvSpPr>
        <p:spPr>
          <a:xfrm>
            <a:off x="9289795" y="5294198"/>
            <a:ext cx="1064260" cy="636270"/>
          </a:xfrm>
          <a:prstGeom prst="rect">
            <a:avLst/>
          </a:prstGeom>
        </p:spPr>
        <p:txBody>
          <a:bodyPr vert="horz" wrap="square" lIns="0" tIns="13335" rIns="0" bIns="0" rtlCol="0">
            <a:spAutoFit/>
          </a:bodyPr>
          <a:lstStyle/>
          <a:p>
            <a:pPr algn="ctr">
              <a:lnSpc>
                <a:spcPct val="100000"/>
              </a:lnSpc>
              <a:spcBef>
                <a:spcPts val="105"/>
              </a:spcBef>
            </a:pPr>
            <a:r>
              <a:rPr sz="2000" spc="-315" dirty="0">
                <a:solidFill>
                  <a:srgbClr val="001F50"/>
                </a:solidFill>
                <a:latin typeface="Arial Black"/>
                <a:cs typeface="Arial Black"/>
              </a:rPr>
              <a:t>Threat</a:t>
            </a:r>
            <a:endParaRPr sz="2000">
              <a:latin typeface="Arial Black"/>
              <a:cs typeface="Arial Black"/>
            </a:endParaRPr>
          </a:p>
          <a:p>
            <a:pPr algn="ctr">
              <a:lnSpc>
                <a:spcPct val="100000"/>
              </a:lnSpc>
            </a:pPr>
            <a:r>
              <a:rPr sz="2000" spc="-204" dirty="0">
                <a:solidFill>
                  <a:srgbClr val="001F50"/>
                </a:solidFill>
                <a:latin typeface="Arial Black"/>
                <a:cs typeface="Arial Black"/>
              </a:rPr>
              <a:t>D</a:t>
            </a:r>
            <a:r>
              <a:rPr sz="2000" spc="-345" dirty="0">
                <a:solidFill>
                  <a:srgbClr val="001F50"/>
                </a:solidFill>
                <a:latin typeface="Arial Black"/>
                <a:cs typeface="Arial Black"/>
              </a:rPr>
              <a:t>e</a:t>
            </a:r>
            <a:r>
              <a:rPr sz="2000" spc="-270" dirty="0">
                <a:solidFill>
                  <a:srgbClr val="001F50"/>
                </a:solidFill>
                <a:latin typeface="Arial Black"/>
                <a:cs typeface="Arial Black"/>
              </a:rPr>
              <a:t>t</a:t>
            </a:r>
            <a:r>
              <a:rPr sz="2000" spc="-345" dirty="0">
                <a:solidFill>
                  <a:srgbClr val="001F50"/>
                </a:solidFill>
                <a:latin typeface="Arial Black"/>
                <a:cs typeface="Arial Black"/>
              </a:rPr>
              <a:t>e</a:t>
            </a:r>
            <a:r>
              <a:rPr sz="2000" spc="-459" dirty="0">
                <a:solidFill>
                  <a:srgbClr val="001F50"/>
                </a:solidFill>
                <a:latin typeface="Arial Black"/>
                <a:cs typeface="Arial Black"/>
              </a:rPr>
              <a:t>c</a:t>
            </a:r>
            <a:r>
              <a:rPr sz="2000" spc="-254" dirty="0">
                <a:solidFill>
                  <a:srgbClr val="001F50"/>
                </a:solidFill>
                <a:latin typeface="Arial Black"/>
                <a:cs typeface="Arial Black"/>
              </a:rPr>
              <a:t>t</a:t>
            </a:r>
            <a:r>
              <a:rPr sz="2000" spc="-240" dirty="0">
                <a:solidFill>
                  <a:srgbClr val="001F50"/>
                </a:solidFill>
                <a:latin typeface="Arial Black"/>
                <a:cs typeface="Arial Black"/>
              </a:rPr>
              <a:t>i</a:t>
            </a:r>
            <a:r>
              <a:rPr sz="2000" spc="-210" dirty="0">
                <a:solidFill>
                  <a:srgbClr val="001F50"/>
                </a:solidFill>
                <a:latin typeface="Arial Black"/>
                <a:cs typeface="Arial Black"/>
              </a:rPr>
              <a:t>o</a:t>
            </a:r>
            <a:r>
              <a:rPr sz="2000" spc="-200" dirty="0">
                <a:solidFill>
                  <a:srgbClr val="001F50"/>
                </a:solidFill>
                <a:latin typeface="Arial Black"/>
                <a:cs typeface="Arial Black"/>
              </a:rPr>
              <a:t>n</a:t>
            </a:r>
            <a:endParaRPr sz="2000">
              <a:latin typeface="Arial Black"/>
              <a:cs typeface="Arial Black"/>
            </a:endParaRPr>
          </a:p>
        </p:txBody>
      </p:sp>
      <p:sp>
        <p:nvSpPr>
          <p:cNvPr id="17" name="object 17"/>
          <p:cNvSpPr txBox="1"/>
          <p:nvPr/>
        </p:nvSpPr>
        <p:spPr>
          <a:xfrm>
            <a:off x="1297939" y="2920745"/>
            <a:ext cx="1280160" cy="635635"/>
          </a:xfrm>
          <a:prstGeom prst="rect">
            <a:avLst/>
          </a:prstGeom>
        </p:spPr>
        <p:txBody>
          <a:bodyPr vert="horz" wrap="square" lIns="0" tIns="13335" rIns="0" bIns="0" rtlCol="0">
            <a:spAutoFit/>
          </a:bodyPr>
          <a:lstStyle/>
          <a:p>
            <a:pPr marL="12700" marR="5080">
              <a:lnSpc>
                <a:spcPct val="100000"/>
              </a:lnSpc>
              <a:spcBef>
                <a:spcPts val="105"/>
              </a:spcBef>
            </a:pPr>
            <a:r>
              <a:rPr sz="2000" spc="-265" dirty="0">
                <a:solidFill>
                  <a:srgbClr val="001F50"/>
                </a:solidFill>
                <a:latin typeface="Arial Black"/>
                <a:cs typeface="Arial Black"/>
              </a:rPr>
              <a:t>Identity  </a:t>
            </a:r>
            <a:r>
              <a:rPr sz="2000" spc="-210" dirty="0">
                <a:solidFill>
                  <a:srgbClr val="001F50"/>
                </a:solidFill>
                <a:latin typeface="Arial Black"/>
                <a:cs typeface="Arial Black"/>
              </a:rPr>
              <a:t>go</a:t>
            </a:r>
            <a:r>
              <a:rPr sz="2000" spc="-330" dirty="0">
                <a:solidFill>
                  <a:srgbClr val="001F50"/>
                </a:solidFill>
                <a:latin typeface="Arial Black"/>
                <a:cs typeface="Arial Black"/>
              </a:rPr>
              <a:t>v</a:t>
            </a:r>
            <a:r>
              <a:rPr sz="2000" spc="-345" dirty="0">
                <a:solidFill>
                  <a:srgbClr val="001F50"/>
                </a:solidFill>
                <a:latin typeface="Arial Black"/>
                <a:cs typeface="Arial Black"/>
              </a:rPr>
              <a:t>e</a:t>
            </a:r>
            <a:r>
              <a:rPr sz="2000" spc="-245" dirty="0">
                <a:solidFill>
                  <a:srgbClr val="001F50"/>
                </a:solidFill>
                <a:latin typeface="Arial Black"/>
                <a:cs typeface="Arial Black"/>
              </a:rPr>
              <a:t>rn</a:t>
            </a:r>
            <a:r>
              <a:rPr sz="2000" spc="-365" dirty="0">
                <a:solidFill>
                  <a:srgbClr val="001F50"/>
                </a:solidFill>
                <a:latin typeface="Arial Black"/>
                <a:cs typeface="Arial Black"/>
              </a:rPr>
              <a:t>a</a:t>
            </a:r>
            <a:r>
              <a:rPr sz="2000" spc="-245" dirty="0">
                <a:solidFill>
                  <a:srgbClr val="001F50"/>
                </a:solidFill>
                <a:latin typeface="Arial Black"/>
                <a:cs typeface="Arial Black"/>
              </a:rPr>
              <a:t>n</a:t>
            </a:r>
            <a:r>
              <a:rPr sz="2000" spc="-459" dirty="0">
                <a:solidFill>
                  <a:srgbClr val="001F50"/>
                </a:solidFill>
                <a:latin typeface="Arial Black"/>
                <a:cs typeface="Arial Black"/>
              </a:rPr>
              <a:t>c</a:t>
            </a:r>
            <a:r>
              <a:rPr sz="2000" spc="-290" dirty="0">
                <a:solidFill>
                  <a:srgbClr val="001F50"/>
                </a:solidFill>
                <a:latin typeface="Arial Black"/>
                <a:cs typeface="Arial Black"/>
              </a:rPr>
              <a:t>e</a:t>
            </a:r>
            <a:endParaRPr sz="2000">
              <a:latin typeface="Arial Black"/>
              <a:cs typeface="Arial Black"/>
            </a:endParaRPr>
          </a:p>
        </p:txBody>
      </p:sp>
      <p:sp>
        <p:nvSpPr>
          <p:cNvPr id="18" name="object 18"/>
          <p:cNvSpPr txBox="1"/>
          <p:nvPr/>
        </p:nvSpPr>
        <p:spPr>
          <a:xfrm>
            <a:off x="237540" y="3518154"/>
            <a:ext cx="729615" cy="574040"/>
          </a:xfrm>
          <a:prstGeom prst="rect">
            <a:avLst/>
          </a:prstGeom>
        </p:spPr>
        <p:txBody>
          <a:bodyPr vert="horz" wrap="square" lIns="0" tIns="12700" rIns="0" bIns="0" rtlCol="0">
            <a:spAutoFit/>
          </a:bodyPr>
          <a:lstStyle/>
          <a:p>
            <a:pPr marL="12700" marR="5080">
              <a:lnSpc>
                <a:spcPct val="100000"/>
              </a:lnSpc>
              <a:spcBef>
                <a:spcPts val="100"/>
              </a:spcBef>
            </a:pPr>
            <a:r>
              <a:rPr sz="1800" spc="-210" dirty="0">
                <a:solidFill>
                  <a:srgbClr val="001F50"/>
                </a:solidFill>
                <a:latin typeface="Arial Black"/>
                <a:cs typeface="Arial Black"/>
              </a:rPr>
              <a:t>Single-  </a:t>
            </a:r>
            <a:r>
              <a:rPr sz="1800" spc="-245" dirty="0">
                <a:solidFill>
                  <a:srgbClr val="001F50"/>
                </a:solidFill>
                <a:latin typeface="Arial Black"/>
                <a:cs typeface="Arial Black"/>
              </a:rPr>
              <a:t>sign</a:t>
            </a:r>
            <a:r>
              <a:rPr sz="1800" spc="-305" dirty="0">
                <a:solidFill>
                  <a:srgbClr val="001F50"/>
                </a:solidFill>
                <a:latin typeface="Arial Black"/>
                <a:cs typeface="Arial Black"/>
              </a:rPr>
              <a:t> </a:t>
            </a:r>
            <a:r>
              <a:rPr sz="1800" spc="-190" dirty="0">
                <a:solidFill>
                  <a:srgbClr val="001F50"/>
                </a:solidFill>
                <a:latin typeface="Arial Black"/>
                <a:cs typeface="Arial Black"/>
              </a:rPr>
              <a:t>on</a:t>
            </a:r>
            <a:endParaRPr sz="1800">
              <a:latin typeface="Arial Black"/>
              <a:cs typeface="Arial Black"/>
            </a:endParaRPr>
          </a:p>
        </p:txBody>
      </p:sp>
      <p:sp>
        <p:nvSpPr>
          <p:cNvPr id="19" name="object 19"/>
          <p:cNvSpPr txBox="1"/>
          <p:nvPr/>
        </p:nvSpPr>
        <p:spPr>
          <a:xfrm>
            <a:off x="6640448" y="3281553"/>
            <a:ext cx="925194" cy="756920"/>
          </a:xfrm>
          <a:prstGeom prst="rect">
            <a:avLst/>
          </a:prstGeom>
        </p:spPr>
        <p:txBody>
          <a:bodyPr vert="horz" wrap="square" lIns="0" tIns="12065" rIns="0" bIns="0" rtlCol="0">
            <a:spAutoFit/>
          </a:bodyPr>
          <a:lstStyle/>
          <a:p>
            <a:pPr marL="12700" marR="5080">
              <a:lnSpc>
                <a:spcPct val="100000"/>
              </a:lnSpc>
              <a:spcBef>
                <a:spcPts val="95"/>
              </a:spcBef>
            </a:pPr>
            <a:r>
              <a:rPr sz="1600" spc="-210" dirty="0">
                <a:solidFill>
                  <a:srgbClr val="001F50"/>
                </a:solidFill>
                <a:latin typeface="Arial Black"/>
                <a:cs typeface="Arial Black"/>
              </a:rPr>
              <a:t>Cloud  </a:t>
            </a:r>
            <a:r>
              <a:rPr sz="1600" spc="-240" dirty="0">
                <a:solidFill>
                  <a:srgbClr val="001F50"/>
                </a:solidFill>
                <a:latin typeface="Arial Black"/>
                <a:cs typeface="Arial Black"/>
              </a:rPr>
              <a:t>Data </a:t>
            </a:r>
            <a:r>
              <a:rPr sz="1600" spc="-300" dirty="0">
                <a:solidFill>
                  <a:srgbClr val="001F50"/>
                </a:solidFill>
                <a:latin typeface="Arial Black"/>
                <a:cs typeface="Arial Black"/>
              </a:rPr>
              <a:t>Loss  </a:t>
            </a:r>
            <a:r>
              <a:rPr sz="1600" spc="-320" dirty="0">
                <a:solidFill>
                  <a:srgbClr val="001F50"/>
                </a:solidFill>
                <a:latin typeface="Arial Black"/>
                <a:cs typeface="Arial Black"/>
              </a:rPr>
              <a:t>P</a:t>
            </a:r>
            <a:r>
              <a:rPr sz="1600" spc="-235" dirty="0">
                <a:solidFill>
                  <a:srgbClr val="001F50"/>
                </a:solidFill>
                <a:latin typeface="Arial Black"/>
                <a:cs typeface="Arial Black"/>
              </a:rPr>
              <a:t>r</a:t>
            </a:r>
            <a:r>
              <a:rPr sz="1600" spc="-280" dirty="0">
                <a:solidFill>
                  <a:srgbClr val="001F50"/>
                </a:solidFill>
                <a:latin typeface="Arial Black"/>
                <a:cs typeface="Arial Black"/>
              </a:rPr>
              <a:t>e</a:t>
            </a:r>
            <a:r>
              <a:rPr sz="1600" spc="-275" dirty="0">
                <a:solidFill>
                  <a:srgbClr val="001F50"/>
                </a:solidFill>
                <a:latin typeface="Arial Black"/>
                <a:cs typeface="Arial Black"/>
              </a:rPr>
              <a:t>v</a:t>
            </a:r>
            <a:r>
              <a:rPr sz="1600" spc="-280" dirty="0">
                <a:solidFill>
                  <a:srgbClr val="001F50"/>
                </a:solidFill>
                <a:latin typeface="Arial Black"/>
                <a:cs typeface="Arial Black"/>
              </a:rPr>
              <a:t>e</a:t>
            </a:r>
            <a:r>
              <a:rPr sz="1600" spc="-220" dirty="0">
                <a:solidFill>
                  <a:srgbClr val="001F50"/>
                </a:solidFill>
                <a:latin typeface="Arial Black"/>
                <a:cs typeface="Arial Black"/>
              </a:rPr>
              <a:t>nt</a:t>
            </a:r>
            <a:r>
              <a:rPr sz="1600" spc="-204" dirty="0">
                <a:solidFill>
                  <a:srgbClr val="001F50"/>
                </a:solidFill>
                <a:latin typeface="Arial Black"/>
                <a:cs typeface="Arial Black"/>
              </a:rPr>
              <a:t>i</a:t>
            </a:r>
            <a:r>
              <a:rPr sz="1600" spc="-185" dirty="0">
                <a:solidFill>
                  <a:srgbClr val="001F50"/>
                </a:solidFill>
                <a:latin typeface="Arial Black"/>
                <a:cs typeface="Arial Black"/>
              </a:rPr>
              <a:t>o</a:t>
            </a:r>
            <a:r>
              <a:rPr sz="1600" spc="-165" dirty="0">
                <a:solidFill>
                  <a:srgbClr val="001F50"/>
                </a:solidFill>
                <a:latin typeface="Arial Black"/>
                <a:cs typeface="Arial Black"/>
              </a:rPr>
              <a:t>n</a:t>
            </a:r>
            <a:endParaRPr sz="1600">
              <a:latin typeface="Arial Black"/>
              <a:cs typeface="Arial Black"/>
            </a:endParaRPr>
          </a:p>
        </p:txBody>
      </p:sp>
      <p:sp>
        <p:nvSpPr>
          <p:cNvPr id="20" name="object 20"/>
          <p:cNvSpPr txBox="1"/>
          <p:nvPr/>
        </p:nvSpPr>
        <p:spPr>
          <a:xfrm>
            <a:off x="4278884" y="4710125"/>
            <a:ext cx="1258570" cy="636905"/>
          </a:xfrm>
          <a:prstGeom prst="rect">
            <a:avLst/>
          </a:prstGeom>
        </p:spPr>
        <p:txBody>
          <a:bodyPr vert="horz" wrap="square" lIns="0" tIns="13335" rIns="0" bIns="0" rtlCol="0">
            <a:spAutoFit/>
          </a:bodyPr>
          <a:lstStyle/>
          <a:p>
            <a:pPr marL="12700">
              <a:lnSpc>
                <a:spcPct val="100000"/>
              </a:lnSpc>
              <a:spcBef>
                <a:spcPts val="105"/>
              </a:spcBef>
            </a:pPr>
            <a:r>
              <a:rPr sz="2000" spc="-370" dirty="0">
                <a:solidFill>
                  <a:srgbClr val="001F50"/>
                </a:solidFill>
                <a:latin typeface="Arial Black"/>
                <a:cs typeface="Arial Black"/>
              </a:rPr>
              <a:t>C</a:t>
            </a:r>
            <a:r>
              <a:rPr sz="2000" spc="-210" dirty="0">
                <a:solidFill>
                  <a:srgbClr val="001F50"/>
                </a:solidFill>
                <a:latin typeface="Arial Black"/>
                <a:cs typeface="Arial Black"/>
              </a:rPr>
              <a:t>o</a:t>
            </a:r>
            <a:r>
              <a:rPr sz="2000" spc="-245" dirty="0">
                <a:solidFill>
                  <a:srgbClr val="001F50"/>
                </a:solidFill>
                <a:latin typeface="Arial Black"/>
                <a:cs typeface="Arial Black"/>
              </a:rPr>
              <a:t>n</a:t>
            </a:r>
            <a:r>
              <a:rPr sz="2000" spc="-210" dirty="0">
                <a:solidFill>
                  <a:srgbClr val="001F50"/>
                </a:solidFill>
                <a:latin typeface="Arial Black"/>
                <a:cs typeface="Arial Black"/>
              </a:rPr>
              <a:t>d</a:t>
            </a:r>
            <a:r>
              <a:rPr sz="2000" spc="-240" dirty="0">
                <a:solidFill>
                  <a:srgbClr val="001F50"/>
                </a:solidFill>
                <a:latin typeface="Arial Black"/>
                <a:cs typeface="Arial Black"/>
              </a:rPr>
              <a:t>i</a:t>
            </a:r>
            <a:r>
              <a:rPr sz="2000" spc="-254" dirty="0">
                <a:solidFill>
                  <a:srgbClr val="001F50"/>
                </a:solidFill>
                <a:latin typeface="Arial Black"/>
                <a:cs typeface="Arial Black"/>
              </a:rPr>
              <a:t>t</a:t>
            </a:r>
            <a:r>
              <a:rPr sz="2000" spc="-240" dirty="0">
                <a:solidFill>
                  <a:srgbClr val="001F50"/>
                </a:solidFill>
                <a:latin typeface="Arial Black"/>
                <a:cs typeface="Arial Black"/>
              </a:rPr>
              <a:t>i</a:t>
            </a:r>
            <a:r>
              <a:rPr sz="2000" spc="-210" dirty="0">
                <a:solidFill>
                  <a:srgbClr val="001F50"/>
                </a:solidFill>
                <a:latin typeface="Arial Black"/>
                <a:cs typeface="Arial Black"/>
              </a:rPr>
              <a:t>o</a:t>
            </a:r>
            <a:r>
              <a:rPr sz="2000" spc="-245" dirty="0">
                <a:solidFill>
                  <a:srgbClr val="001F50"/>
                </a:solidFill>
                <a:latin typeface="Arial Black"/>
                <a:cs typeface="Arial Black"/>
              </a:rPr>
              <a:t>n</a:t>
            </a:r>
            <a:r>
              <a:rPr sz="2000" spc="-365" dirty="0">
                <a:solidFill>
                  <a:srgbClr val="001F50"/>
                </a:solidFill>
                <a:latin typeface="Arial Black"/>
                <a:cs typeface="Arial Black"/>
              </a:rPr>
              <a:t>a</a:t>
            </a:r>
            <a:r>
              <a:rPr sz="2000" spc="-185" dirty="0">
                <a:solidFill>
                  <a:srgbClr val="001F50"/>
                </a:solidFill>
                <a:latin typeface="Arial Black"/>
                <a:cs typeface="Arial Black"/>
              </a:rPr>
              <a:t>l</a:t>
            </a:r>
            <a:endParaRPr sz="2000">
              <a:latin typeface="Arial Black"/>
              <a:cs typeface="Arial Black"/>
            </a:endParaRPr>
          </a:p>
          <a:p>
            <a:pPr marL="12700">
              <a:lnSpc>
                <a:spcPct val="100000"/>
              </a:lnSpc>
              <a:spcBef>
                <a:spcPts val="5"/>
              </a:spcBef>
            </a:pPr>
            <a:r>
              <a:rPr sz="2000" spc="-405" dirty="0">
                <a:solidFill>
                  <a:srgbClr val="001F50"/>
                </a:solidFill>
                <a:latin typeface="Arial Black"/>
                <a:cs typeface="Arial Black"/>
              </a:rPr>
              <a:t>access</a:t>
            </a:r>
            <a:endParaRPr sz="2000">
              <a:latin typeface="Arial Black"/>
              <a:cs typeface="Arial Black"/>
            </a:endParaRPr>
          </a:p>
        </p:txBody>
      </p:sp>
      <p:sp>
        <p:nvSpPr>
          <p:cNvPr id="21" name="object 21"/>
          <p:cNvSpPr txBox="1"/>
          <p:nvPr/>
        </p:nvSpPr>
        <p:spPr>
          <a:xfrm>
            <a:off x="752043" y="1732533"/>
            <a:ext cx="1066165" cy="330835"/>
          </a:xfrm>
          <a:prstGeom prst="rect">
            <a:avLst/>
          </a:prstGeom>
        </p:spPr>
        <p:txBody>
          <a:bodyPr vert="horz" wrap="square" lIns="0" tIns="13335" rIns="0" bIns="0" rtlCol="0">
            <a:spAutoFit/>
          </a:bodyPr>
          <a:lstStyle/>
          <a:p>
            <a:pPr marL="12700">
              <a:lnSpc>
                <a:spcPct val="100000"/>
              </a:lnSpc>
              <a:spcBef>
                <a:spcPts val="105"/>
              </a:spcBef>
            </a:pPr>
            <a:r>
              <a:rPr sz="2000" spc="-204" dirty="0">
                <a:solidFill>
                  <a:srgbClr val="001F50"/>
                </a:solidFill>
                <a:latin typeface="Arial Black"/>
                <a:cs typeface="Arial Black"/>
              </a:rPr>
              <a:t>D</a:t>
            </a:r>
            <a:r>
              <a:rPr sz="2000" spc="-240" dirty="0">
                <a:solidFill>
                  <a:srgbClr val="001F50"/>
                </a:solidFill>
                <a:latin typeface="Arial Black"/>
                <a:cs typeface="Arial Black"/>
              </a:rPr>
              <a:t>i</a:t>
            </a:r>
            <a:r>
              <a:rPr sz="2000" spc="-425" dirty="0">
                <a:solidFill>
                  <a:srgbClr val="001F50"/>
                </a:solidFill>
                <a:latin typeface="Arial Black"/>
                <a:cs typeface="Arial Black"/>
              </a:rPr>
              <a:t>s</a:t>
            </a:r>
            <a:r>
              <a:rPr sz="2000" spc="-459" dirty="0">
                <a:solidFill>
                  <a:srgbClr val="001F50"/>
                </a:solidFill>
                <a:latin typeface="Arial Black"/>
                <a:cs typeface="Arial Black"/>
              </a:rPr>
              <a:t>c</a:t>
            </a:r>
            <a:r>
              <a:rPr sz="2000" spc="-210" dirty="0">
                <a:solidFill>
                  <a:srgbClr val="001F50"/>
                </a:solidFill>
                <a:latin typeface="Arial Black"/>
                <a:cs typeface="Arial Black"/>
              </a:rPr>
              <a:t>o</a:t>
            </a:r>
            <a:r>
              <a:rPr sz="2000" spc="-330" dirty="0">
                <a:solidFill>
                  <a:srgbClr val="001F50"/>
                </a:solidFill>
                <a:latin typeface="Arial Black"/>
                <a:cs typeface="Arial Black"/>
              </a:rPr>
              <a:t>v</a:t>
            </a:r>
            <a:r>
              <a:rPr sz="2000" spc="-345" dirty="0">
                <a:solidFill>
                  <a:srgbClr val="001F50"/>
                </a:solidFill>
                <a:latin typeface="Arial Black"/>
                <a:cs typeface="Arial Black"/>
              </a:rPr>
              <a:t>e</a:t>
            </a:r>
            <a:r>
              <a:rPr sz="2000" spc="-165" dirty="0">
                <a:solidFill>
                  <a:srgbClr val="001F50"/>
                </a:solidFill>
                <a:latin typeface="Arial Black"/>
                <a:cs typeface="Arial Black"/>
              </a:rPr>
              <a:t>r</a:t>
            </a:r>
            <a:r>
              <a:rPr sz="2000" spc="-254" dirty="0">
                <a:solidFill>
                  <a:srgbClr val="001F50"/>
                </a:solidFill>
                <a:latin typeface="Arial Black"/>
                <a:cs typeface="Arial Black"/>
              </a:rPr>
              <a:t>y</a:t>
            </a:r>
            <a:endParaRPr sz="2000">
              <a:latin typeface="Arial Black"/>
              <a:cs typeface="Arial Black"/>
            </a:endParaRPr>
          </a:p>
        </p:txBody>
      </p:sp>
      <p:sp>
        <p:nvSpPr>
          <p:cNvPr id="22" name="object 22"/>
          <p:cNvSpPr txBox="1"/>
          <p:nvPr/>
        </p:nvSpPr>
        <p:spPr>
          <a:xfrm>
            <a:off x="5577585" y="5904687"/>
            <a:ext cx="865505" cy="636270"/>
          </a:xfrm>
          <a:prstGeom prst="rect">
            <a:avLst/>
          </a:prstGeom>
        </p:spPr>
        <p:txBody>
          <a:bodyPr vert="horz" wrap="square" lIns="0" tIns="13335" rIns="0" bIns="0" rtlCol="0">
            <a:spAutoFit/>
          </a:bodyPr>
          <a:lstStyle/>
          <a:p>
            <a:pPr marL="12700">
              <a:lnSpc>
                <a:spcPct val="100000"/>
              </a:lnSpc>
              <a:spcBef>
                <a:spcPts val="105"/>
              </a:spcBef>
            </a:pPr>
            <a:r>
              <a:rPr sz="2000" spc="-245" dirty="0">
                <a:solidFill>
                  <a:srgbClr val="001F50"/>
                </a:solidFill>
                <a:latin typeface="Arial Black"/>
                <a:cs typeface="Arial Black"/>
              </a:rPr>
              <a:t>Cloud</a:t>
            </a:r>
            <a:endParaRPr sz="2000">
              <a:latin typeface="Arial Black"/>
              <a:cs typeface="Arial Black"/>
            </a:endParaRPr>
          </a:p>
          <a:p>
            <a:pPr marL="12700">
              <a:lnSpc>
                <a:spcPct val="100000"/>
              </a:lnSpc>
            </a:pPr>
            <a:r>
              <a:rPr sz="2000" spc="-265" dirty="0">
                <a:solidFill>
                  <a:srgbClr val="001F50"/>
                </a:solidFill>
                <a:latin typeface="Arial Black"/>
                <a:cs typeface="Arial Black"/>
              </a:rPr>
              <a:t>visibility</a:t>
            </a:r>
            <a:endParaRPr sz="2000">
              <a:latin typeface="Arial Black"/>
              <a:cs typeface="Arial Black"/>
            </a:endParaRPr>
          </a:p>
        </p:txBody>
      </p:sp>
      <p:sp>
        <p:nvSpPr>
          <p:cNvPr id="23" name="object 23"/>
          <p:cNvSpPr txBox="1"/>
          <p:nvPr/>
        </p:nvSpPr>
        <p:spPr>
          <a:xfrm>
            <a:off x="7520431" y="2250185"/>
            <a:ext cx="1276350" cy="574675"/>
          </a:xfrm>
          <a:prstGeom prst="rect">
            <a:avLst/>
          </a:prstGeom>
        </p:spPr>
        <p:txBody>
          <a:bodyPr vert="horz" wrap="square" lIns="0" tIns="12700" rIns="0" bIns="0" rtlCol="0">
            <a:spAutoFit/>
          </a:bodyPr>
          <a:lstStyle/>
          <a:p>
            <a:pPr marL="12700">
              <a:lnSpc>
                <a:spcPct val="100000"/>
              </a:lnSpc>
              <a:spcBef>
                <a:spcPts val="100"/>
              </a:spcBef>
            </a:pPr>
            <a:r>
              <a:rPr sz="1800" spc="-315" dirty="0">
                <a:solidFill>
                  <a:srgbClr val="001F50"/>
                </a:solidFill>
                <a:latin typeface="Arial Black"/>
                <a:cs typeface="Arial Black"/>
              </a:rPr>
              <a:t>Secure</a:t>
            </a:r>
            <a:endParaRPr sz="1800">
              <a:latin typeface="Arial Black"/>
              <a:cs typeface="Arial Black"/>
            </a:endParaRPr>
          </a:p>
          <a:p>
            <a:pPr marL="12700">
              <a:lnSpc>
                <a:spcPct val="100000"/>
              </a:lnSpc>
            </a:pPr>
            <a:r>
              <a:rPr sz="1800" spc="-425" dirty="0">
                <a:solidFill>
                  <a:srgbClr val="001F50"/>
                </a:solidFill>
                <a:latin typeface="Arial Black"/>
                <a:cs typeface="Arial Black"/>
              </a:rPr>
              <a:t>c</a:t>
            </a:r>
            <a:r>
              <a:rPr sz="1800" spc="-195" dirty="0">
                <a:solidFill>
                  <a:srgbClr val="001F50"/>
                </a:solidFill>
                <a:latin typeface="Arial Black"/>
                <a:cs typeface="Arial Black"/>
              </a:rPr>
              <a:t>o</a:t>
            </a:r>
            <a:r>
              <a:rPr sz="1800" spc="-220" dirty="0">
                <a:solidFill>
                  <a:srgbClr val="001F50"/>
                </a:solidFill>
                <a:latin typeface="Arial Black"/>
                <a:cs typeface="Arial Black"/>
              </a:rPr>
              <a:t>ll</a:t>
            </a:r>
            <a:r>
              <a:rPr sz="1800" spc="-340" dirty="0">
                <a:solidFill>
                  <a:srgbClr val="001F50"/>
                </a:solidFill>
                <a:latin typeface="Arial Black"/>
                <a:cs typeface="Arial Black"/>
              </a:rPr>
              <a:t>a</a:t>
            </a:r>
            <a:r>
              <a:rPr sz="1800" spc="-200" dirty="0">
                <a:solidFill>
                  <a:srgbClr val="001F50"/>
                </a:solidFill>
                <a:latin typeface="Arial Black"/>
                <a:cs typeface="Arial Black"/>
              </a:rPr>
              <a:t>b</a:t>
            </a:r>
            <a:r>
              <a:rPr sz="1800" spc="-195" dirty="0">
                <a:solidFill>
                  <a:srgbClr val="001F50"/>
                </a:solidFill>
                <a:latin typeface="Arial Black"/>
                <a:cs typeface="Arial Black"/>
              </a:rPr>
              <a:t>o</a:t>
            </a:r>
            <a:r>
              <a:rPr sz="1800" spc="-225" dirty="0">
                <a:solidFill>
                  <a:srgbClr val="001F50"/>
                </a:solidFill>
                <a:latin typeface="Arial Black"/>
                <a:cs typeface="Arial Black"/>
              </a:rPr>
              <a:t>r</a:t>
            </a:r>
            <a:r>
              <a:rPr sz="1800" spc="-340" dirty="0">
                <a:solidFill>
                  <a:srgbClr val="001F50"/>
                </a:solidFill>
                <a:latin typeface="Arial Black"/>
                <a:cs typeface="Arial Black"/>
              </a:rPr>
              <a:t>a</a:t>
            </a:r>
            <a:r>
              <a:rPr sz="1800" spc="-240" dirty="0">
                <a:solidFill>
                  <a:srgbClr val="001F50"/>
                </a:solidFill>
                <a:latin typeface="Arial Black"/>
                <a:cs typeface="Arial Black"/>
              </a:rPr>
              <a:t>t</a:t>
            </a:r>
            <a:r>
              <a:rPr sz="1800" spc="-220" dirty="0">
                <a:solidFill>
                  <a:srgbClr val="001F50"/>
                </a:solidFill>
                <a:latin typeface="Arial Black"/>
                <a:cs typeface="Arial Black"/>
              </a:rPr>
              <a:t>i</a:t>
            </a:r>
            <a:r>
              <a:rPr sz="1800" spc="-195" dirty="0">
                <a:solidFill>
                  <a:srgbClr val="001F50"/>
                </a:solidFill>
                <a:latin typeface="Arial Black"/>
                <a:cs typeface="Arial Black"/>
              </a:rPr>
              <a:t>o</a:t>
            </a:r>
            <a:r>
              <a:rPr sz="1800" spc="-185" dirty="0">
                <a:solidFill>
                  <a:srgbClr val="001F50"/>
                </a:solidFill>
                <a:latin typeface="Arial Black"/>
                <a:cs typeface="Arial Black"/>
              </a:rPr>
              <a:t>n</a:t>
            </a:r>
            <a:endParaRPr sz="1800">
              <a:latin typeface="Arial Black"/>
              <a:cs typeface="Arial Black"/>
            </a:endParaRPr>
          </a:p>
        </p:txBody>
      </p:sp>
      <p:sp>
        <p:nvSpPr>
          <p:cNvPr id="24" name="object 24"/>
          <p:cNvSpPr txBox="1"/>
          <p:nvPr/>
        </p:nvSpPr>
        <p:spPr>
          <a:xfrm>
            <a:off x="9099295" y="3807663"/>
            <a:ext cx="925830" cy="848994"/>
          </a:xfrm>
          <a:prstGeom prst="rect">
            <a:avLst/>
          </a:prstGeom>
        </p:spPr>
        <p:txBody>
          <a:bodyPr vert="horz" wrap="square" lIns="0" tIns="12700" rIns="0" bIns="0" rtlCol="0">
            <a:spAutoFit/>
          </a:bodyPr>
          <a:lstStyle/>
          <a:p>
            <a:pPr marL="12700" marR="5080">
              <a:lnSpc>
                <a:spcPct val="100000"/>
              </a:lnSpc>
              <a:spcBef>
                <a:spcPts val="100"/>
              </a:spcBef>
            </a:pPr>
            <a:r>
              <a:rPr sz="1800" spc="-225" dirty="0">
                <a:solidFill>
                  <a:srgbClr val="001F50"/>
                </a:solidFill>
                <a:latin typeface="Arial Black"/>
                <a:cs typeface="Arial Black"/>
              </a:rPr>
              <a:t>Cloud  </a:t>
            </a:r>
            <a:r>
              <a:rPr sz="1800" spc="-270" dirty="0">
                <a:solidFill>
                  <a:srgbClr val="001F50"/>
                </a:solidFill>
                <a:latin typeface="Arial Black"/>
                <a:cs typeface="Arial Black"/>
              </a:rPr>
              <a:t>anomaly  </a:t>
            </a:r>
            <a:r>
              <a:rPr sz="1800" spc="-200" dirty="0">
                <a:solidFill>
                  <a:srgbClr val="001F50"/>
                </a:solidFill>
                <a:latin typeface="Arial Black"/>
                <a:cs typeface="Arial Black"/>
              </a:rPr>
              <a:t>d</a:t>
            </a:r>
            <a:r>
              <a:rPr sz="1800" spc="-315" dirty="0">
                <a:solidFill>
                  <a:srgbClr val="001F50"/>
                </a:solidFill>
                <a:latin typeface="Arial Black"/>
                <a:cs typeface="Arial Black"/>
              </a:rPr>
              <a:t>e</a:t>
            </a:r>
            <a:r>
              <a:rPr sz="1800" spc="-250" dirty="0">
                <a:solidFill>
                  <a:srgbClr val="001F50"/>
                </a:solidFill>
                <a:latin typeface="Arial Black"/>
                <a:cs typeface="Arial Black"/>
              </a:rPr>
              <a:t>t</a:t>
            </a:r>
            <a:r>
              <a:rPr sz="1800" spc="-315" dirty="0">
                <a:solidFill>
                  <a:srgbClr val="001F50"/>
                </a:solidFill>
                <a:latin typeface="Arial Black"/>
                <a:cs typeface="Arial Black"/>
              </a:rPr>
              <a:t>e</a:t>
            </a:r>
            <a:r>
              <a:rPr sz="1800" spc="-425" dirty="0">
                <a:solidFill>
                  <a:srgbClr val="001F50"/>
                </a:solidFill>
                <a:latin typeface="Arial Black"/>
                <a:cs typeface="Arial Black"/>
              </a:rPr>
              <a:t>c</a:t>
            </a:r>
            <a:r>
              <a:rPr sz="1800" spc="-240" dirty="0">
                <a:solidFill>
                  <a:srgbClr val="001F50"/>
                </a:solidFill>
                <a:latin typeface="Arial Black"/>
                <a:cs typeface="Arial Black"/>
              </a:rPr>
              <a:t>t</a:t>
            </a:r>
            <a:r>
              <a:rPr sz="1800" spc="-220" dirty="0">
                <a:solidFill>
                  <a:srgbClr val="001F50"/>
                </a:solidFill>
                <a:latin typeface="Arial Black"/>
                <a:cs typeface="Arial Black"/>
              </a:rPr>
              <a:t>i</a:t>
            </a:r>
            <a:r>
              <a:rPr sz="1800" spc="-200" dirty="0">
                <a:solidFill>
                  <a:srgbClr val="001F50"/>
                </a:solidFill>
                <a:latin typeface="Arial Black"/>
                <a:cs typeface="Arial Black"/>
              </a:rPr>
              <a:t>o</a:t>
            </a:r>
            <a:r>
              <a:rPr sz="1800" spc="-185" dirty="0">
                <a:solidFill>
                  <a:srgbClr val="001F50"/>
                </a:solidFill>
                <a:latin typeface="Arial Black"/>
                <a:cs typeface="Arial Black"/>
              </a:rPr>
              <a:t>n</a:t>
            </a:r>
            <a:endParaRPr sz="1800">
              <a:latin typeface="Arial Black"/>
              <a:cs typeface="Arial Black"/>
            </a:endParaRPr>
          </a:p>
        </p:txBody>
      </p:sp>
      <p:sp>
        <p:nvSpPr>
          <p:cNvPr id="25" name="object 25"/>
          <p:cNvSpPr txBox="1"/>
          <p:nvPr/>
        </p:nvSpPr>
        <p:spPr>
          <a:xfrm>
            <a:off x="747776" y="5307279"/>
            <a:ext cx="2691130" cy="878840"/>
          </a:xfrm>
          <a:prstGeom prst="rect">
            <a:avLst/>
          </a:prstGeom>
        </p:spPr>
        <p:txBody>
          <a:bodyPr vert="horz" wrap="square" lIns="0" tIns="12065" rIns="0" bIns="0" rtlCol="0">
            <a:spAutoFit/>
          </a:bodyPr>
          <a:lstStyle/>
          <a:p>
            <a:pPr marL="12700" marR="5080">
              <a:lnSpc>
                <a:spcPct val="100000"/>
              </a:lnSpc>
              <a:spcBef>
                <a:spcPts val="95"/>
              </a:spcBef>
            </a:pPr>
            <a:r>
              <a:rPr sz="2800" b="1" spc="-70" dirty="0">
                <a:solidFill>
                  <a:srgbClr val="001F50"/>
                </a:solidFill>
                <a:latin typeface="Arial"/>
                <a:cs typeface="Arial"/>
              </a:rPr>
              <a:t>Identity </a:t>
            </a:r>
            <a:r>
              <a:rPr sz="2800" b="1" spc="-25" dirty="0">
                <a:solidFill>
                  <a:srgbClr val="001F50"/>
                </a:solidFill>
                <a:latin typeface="Arial"/>
                <a:cs typeface="Arial"/>
              </a:rPr>
              <a:t>&amp;</a:t>
            </a:r>
            <a:r>
              <a:rPr sz="2800" b="1" spc="-185" dirty="0">
                <a:solidFill>
                  <a:srgbClr val="001F50"/>
                </a:solidFill>
                <a:latin typeface="Arial"/>
                <a:cs typeface="Arial"/>
              </a:rPr>
              <a:t> </a:t>
            </a:r>
            <a:r>
              <a:rPr sz="2800" b="1" spc="-275" dirty="0">
                <a:solidFill>
                  <a:srgbClr val="001F50"/>
                </a:solidFill>
                <a:latin typeface="Arial"/>
                <a:cs typeface="Arial"/>
              </a:rPr>
              <a:t>Access  </a:t>
            </a:r>
            <a:r>
              <a:rPr sz="2800" b="1" spc="-70" dirty="0">
                <a:solidFill>
                  <a:srgbClr val="001F50"/>
                </a:solidFill>
                <a:latin typeface="Arial"/>
                <a:cs typeface="Arial"/>
              </a:rPr>
              <a:t>Management</a:t>
            </a:r>
            <a:endParaRPr sz="28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22832" y="3262884"/>
            <a:ext cx="313690" cy="141605"/>
            <a:chOff x="1322832" y="3262884"/>
            <a:chExt cx="313690" cy="141605"/>
          </a:xfrm>
        </p:grpSpPr>
        <p:sp>
          <p:nvSpPr>
            <p:cNvPr id="3" name="object 3"/>
            <p:cNvSpPr/>
            <p:nvPr/>
          </p:nvSpPr>
          <p:spPr>
            <a:xfrm>
              <a:off x="1355598" y="3272790"/>
              <a:ext cx="271145" cy="93980"/>
            </a:xfrm>
            <a:custGeom>
              <a:avLst/>
              <a:gdLst/>
              <a:ahLst/>
              <a:cxnLst/>
              <a:rect l="l" t="t" r="r" b="b"/>
              <a:pathLst>
                <a:path w="271144" h="93979">
                  <a:moveTo>
                    <a:pt x="76200" y="0"/>
                  </a:moveTo>
                  <a:lnTo>
                    <a:pt x="270637" y="55372"/>
                  </a:lnTo>
                </a:path>
                <a:path w="271144" h="93979">
                  <a:moveTo>
                    <a:pt x="0" y="93472"/>
                  </a:moveTo>
                  <a:lnTo>
                    <a:pt x="106299" y="0"/>
                  </a:lnTo>
                </a:path>
              </a:pathLst>
            </a:custGeom>
            <a:ln w="19812">
              <a:solidFill>
                <a:srgbClr val="0078D6"/>
              </a:solidFill>
              <a:prstDash val="sysDot"/>
            </a:ln>
          </p:spPr>
          <p:txBody>
            <a:bodyPr wrap="square" lIns="0" tIns="0" rIns="0" bIns="0" rtlCol="0"/>
            <a:lstStyle/>
            <a:p>
              <a:endParaRPr/>
            </a:p>
          </p:txBody>
        </p:sp>
        <p:sp>
          <p:nvSpPr>
            <p:cNvPr id="4" name="object 4"/>
            <p:cNvSpPr/>
            <p:nvPr/>
          </p:nvSpPr>
          <p:spPr>
            <a:xfrm>
              <a:off x="1332738" y="3377946"/>
              <a:ext cx="207010" cy="16510"/>
            </a:xfrm>
            <a:custGeom>
              <a:avLst/>
              <a:gdLst/>
              <a:ahLst/>
              <a:cxnLst/>
              <a:rect l="l" t="t" r="r" b="b"/>
              <a:pathLst>
                <a:path w="207009" h="16510">
                  <a:moveTo>
                    <a:pt x="-9906" y="8254"/>
                  </a:moveTo>
                  <a:lnTo>
                    <a:pt x="216916" y="8254"/>
                  </a:lnTo>
                </a:path>
              </a:pathLst>
            </a:custGeom>
            <a:ln w="36321">
              <a:solidFill>
                <a:srgbClr val="0078D6"/>
              </a:solidFill>
              <a:prstDash val="sysDot"/>
            </a:ln>
          </p:spPr>
          <p:txBody>
            <a:bodyPr wrap="square" lIns="0" tIns="0" rIns="0" bIns="0" rtlCol="0"/>
            <a:lstStyle/>
            <a:p>
              <a:endParaRPr/>
            </a:p>
          </p:txBody>
        </p:sp>
      </p:grpSp>
      <p:sp>
        <p:nvSpPr>
          <p:cNvPr id="5" name="object 5"/>
          <p:cNvSpPr/>
          <p:nvPr/>
        </p:nvSpPr>
        <p:spPr>
          <a:xfrm>
            <a:off x="1445513" y="3499865"/>
            <a:ext cx="127635" cy="27305"/>
          </a:xfrm>
          <a:custGeom>
            <a:avLst/>
            <a:gdLst/>
            <a:ahLst/>
            <a:cxnLst/>
            <a:rect l="l" t="t" r="r" b="b"/>
            <a:pathLst>
              <a:path w="127634" h="27304">
                <a:moveTo>
                  <a:pt x="0" y="27178"/>
                </a:moveTo>
                <a:lnTo>
                  <a:pt x="127635" y="0"/>
                </a:lnTo>
              </a:path>
            </a:pathLst>
          </a:custGeom>
          <a:ln w="19812">
            <a:solidFill>
              <a:srgbClr val="0078D6"/>
            </a:solidFill>
            <a:prstDash val="sysDot"/>
          </a:ln>
        </p:spPr>
        <p:txBody>
          <a:bodyPr wrap="square" lIns="0" tIns="0" rIns="0" bIns="0" rtlCol="0"/>
          <a:lstStyle/>
          <a:p>
            <a:endParaRPr/>
          </a:p>
        </p:txBody>
      </p:sp>
      <p:sp>
        <p:nvSpPr>
          <p:cNvPr id="6" name="object 6"/>
          <p:cNvSpPr/>
          <p:nvPr/>
        </p:nvSpPr>
        <p:spPr>
          <a:xfrm>
            <a:off x="1232153" y="3256026"/>
            <a:ext cx="8890" cy="314960"/>
          </a:xfrm>
          <a:custGeom>
            <a:avLst/>
            <a:gdLst/>
            <a:ahLst/>
            <a:cxnLst/>
            <a:rect l="l" t="t" r="r" b="b"/>
            <a:pathLst>
              <a:path w="8890" h="314960">
                <a:moveTo>
                  <a:pt x="8572" y="314960"/>
                </a:moveTo>
                <a:lnTo>
                  <a:pt x="0" y="0"/>
                </a:lnTo>
              </a:path>
            </a:pathLst>
          </a:custGeom>
          <a:ln w="19812">
            <a:solidFill>
              <a:srgbClr val="0078D6"/>
            </a:solidFill>
            <a:prstDash val="sysDot"/>
          </a:ln>
        </p:spPr>
        <p:txBody>
          <a:bodyPr wrap="square" lIns="0" tIns="0" rIns="0" bIns="0" rtlCol="0"/>
          <a:lstStyle/>
          <a:p>
            <a:endParaRPr/>
          </a:p>
        </p:txBody>
      </p:sp>
      <p:sp>
        <p:nvSpPr>
          <p:cNvPr id="7" name="object 7"/>
          <p:cNvSpPr/>
          <p:nvPr/>
        </p:nvSpPr>
        <p:spPr>
          <a:xfrm>
            <a:off x="1029461" y="3251453"/>
            <a:ext cx="202565" cy="162560"/>
          </a:xfrm>
          <a:custGeom>
            <a:avLst/>
            <a:gdLst/>
            <a:ahLst/>
            <a:cxnLst/>
            <a:rect l="l" t="t" r="r" b="b"/>
            <a:pathLst>
              <a:path w="202565" h="162560">
                <a:moveTo>
                  <a:pt x="110972" y="153288"/>
                </a:moveTo>
                <a:lnTo>
                  <a:pt x="79247" y="30480"/>
                </a:lnTo>
              </a:path>
              <a:path w="202565" h="162560">
                <a:moveTo>
                  <a:pt x="202501" y="0"/>
                </a:moveTo>
                <a:lnTo>
                  <a:pt x="79247" y="31750"/>
                </a:lnTo>
              </a:path>
              <a:path w="202565" h="162560">
                <a:moveTo>
                  <a:pt x="111531" y="162560"/>
                </a:moveTo>
                <a:lnTo>
                  <a:pt x="1524" y="114300"/>
                </a:lnTo>
              </a:path>
              <a:path w="202565" h="162560">
                <a:moveTo>
                  <a:pt x="77978" y="27432"/>
                </a:moveTo>
                <a:lnTo>
                  <a:pt x="0" y="114300"/>
                </a:lnTo>
              </a:path>
            </a:pathLst>
          </a:custGeom>
          <a:ln w="19812">
            <a:solidFill>
              <a:srgbClr val="0078D6"/>
            </a:solidFill>
            <a:prstDash val="sysDot"/>
          </a:ln>
        </p:spPr>
        <p:txBody>
          <a:bodyPr wrap="square" lIns="0" tIns="0" rIns="0" bIns="0" rtlCol="0"/>
          <a:lstStyle/>
          <a:p>
            <a:endParaRPr/>
          </a:p>
        </p:txBody>
      </p:sp>
      <p:sp>
        <p:nvSpPr>
          <p:cNvPr id="8" name="object 8"/>
          <p:cNvSpPr/>
          <p:nvPr/>
        </p:nvSpPr>
        <p:spPr>
          <a:xfrm>
            <a:off x="1540002" y="3327653"/>
            <a:ext cx="176530" cy="153035"/>
          </a:xfrm>
          <a:custGeom>
            <a:avLst/>
            <a:gdLst/>
            <a:ahLst/>
            <a:cxnLst/>
            <a:rect l="l" t="t" r="r" b="b"/>
            <a:pathLst>
              <a:path w="176530" h="153035">
                <a:moveTo>
                  <a:pt x="86995" y="1524"/>
                </a:moveTo>
                <a:lnTo>
                  <a:pt x="0" y="66675"/>
                </a:lnTo>
              </a:path>
              <a:path w="176530" h="153035">
                <a:moveTo>
                  <a:pt x="176529" y="64388"/>
                </a:moveTo>
                <a:lnTo>
                  <a:pt x="88391" y="0"/>
                </a:lnTo>
              </a:path>
              <a:path w="176530" h="153035">
                <a:moveTo>
                  <a:pt x="32892" y="152526"/>
                </a:moveTo>
                <a:lnTo>
                  <a:pt x="0" y="68580"/>
                </a:lnTo>
              </a:path>
            </a:pathLst>
          </a:custGeom>
          <a:ln w="19812">
            <a:solidFill>
              <a:srgbClr val="0078D6"/>
            </a:solidFill>
            <a:prstDash val="sysDot"/>
          </a:ln>
        </p:spPr>
        <p:txBody>
          <a:bodyPr wrap="square" lIns="0" tIns="0" rIns="0" bIns="0" rtlCol="0"/>
          <a:lstStyle/>
          <a:p>
            <a:endParaRPr/>
          </a:p>
        </p:txBody>
      </p:sp>
      <p:sp>
        <p:nvSpPr>
          <p:cNvPr id="9" name="object 9"/>
          <p:cNvSpPr/>
          <p:nvPr/>
        </p:nvSpPr>
        <p:spPr>
          <a:xfrm>
            <a:off x="1029461" y="3365753"/>
            <a:ext cx="214629" cy="209550"/>
          </a:xfrm>
          <a:custGeom>
            <a:avLst/>
            <a:gdLst/>
            <a:ahLst/>
            <a:cxnLst/>
            <a:rect l="l" t="t" r="r" b="b"/>
            <a:pathLst>
              <a:path w="214630" h="209550">
                <a:moveTo>
                  <a:pt x="40957" y="139446"/>
                </a:moveTo>
                <a:lnTo>
                  <a:pt x="0" y="0"/>
                </a:lnTo>
              </a:path>
              <a:path w="214630" h="209550">
                <a:moveTo>
                  <a:pt x="214033" y="209423"/>
                </a:moveTo>
                <a:lnTo>
                  <a:pt x="36575" y="144780"/>
                </a:lnTo>
              </a:path>
            </a:pathLst>
          </a:custGeom>
          <a:ln w="19812">
            <a:solidFill>
              <a:srgbClr val="0078D6"/>
            </a:solidFill>
            <a:prstDash val="sysDot"/>
          </a:ln>
        </p:spPr>
        <p:txBody>
          <a:bodyPr wrap="square" lIns="0" tIns="0" rIns="0" bIns="0" rtlCol="0"/>
          <a:lstStyle/>
          <a:p>
            <a:endParaRPr/>
          </a:p>
        </p:txBody>
      </p:sp>
      <p:grpSp>
        <p:nvGrpSpPr>
          <p:cNvPr id="10" name="object 10"/>
          <p:cNvGrpSpPr/>
          <p:nvPr/>
        </p:nvGrpSpPr>
        <p:grpSpPr>
          <a:xfrm>
            <a:off x="1578863" y="3383279"/>
            <a:ext cx="147320" cy="126364"/>
            <a:chOff x="1578863" y="3383279"/>
            <a:chExt cx="147320" cy="126364"/>
          </a:xfrm>
        </p:grpSpPr>
        <p:sp>
          <p:nvSpPr>
            <p:cNvPr id="11" name="object 11"/>
            <p:cNvSpPr/>
            <p:nvPr/>
          </p:nvSpPr>
          <p:spPr>
            <a:xfrm>
              <a:off x="1588769" y="3496817"/>
              <a:ext cx="96520" cy="3175"/>
            </a:xfrm>
            <a:custGeom>
              <a:avLst/>
              <a:gdLst/>
              <a:ahLst/>
              <a:cxnLst/>
              <a:rect l="l" t="t" r="r" b="b"/>
              <a:pathLst>
                <a:path w="96519" h="3175">
                  <a:moveTo>
                    <a:pt x="-9906" y="1460"/>
                  </a:moveTo>
                  <a:lnTo>
                    <a:pt x="106171" y="1460"/>
                  </a:lnTo>
                </a:path>
              </a:pathLst>
            </a:custGeom>
            <a:ln w="22732">
              <a:solidFill>
                <a:srgbClr val="0078D6"/>
              </a:solidFill>
              <a:prstDash val="sysDot"/>
            </a:ln>
          </p:spPr>
          <p:txBody>
            <a:bodyPr wrap="square" lIns="0" tIns="0" rIns="0" bIns="0" rtlCol="0"/>
            <a:lstStyle/>
            <a:p>
              <a:endParaRPr/>
            </a:p>
          </p:txBody>
        </p:sp>
        <p:sp>
          <p:nvSpPr>
            <p:cNvPr id="12" name="object 12"/>
            <p:cNvSpPr/>
            <p:nvPr/>
          </p:nvSpPr>
          <p:spPr>
            <a:xfrm>
              <a:off x="1684781" y="3393185"/>
              <a:ext cx="31750" cy="103505"/>
            </a:xfrm>
            <a:custGeom>
              <a:avLst/>
              <a:gdLst/>
              <a:ahLst/>
              <a:cxnLst/>
              <a:rect l="l" t="t" r="r" b="b"/>
              <a:pathLst>
                <a:path w="31750" h="103504">
                  <a:moveTo>
                    <a:pt x="0" y="103504"/>
                  </a:moveTo>
                  <a:lnTo>
                    <a:pt x="31368" y="0"/>
                  </a:lnTo>
                </a:path>
              </a:pathLst>
            </a:custGeom>
            <a:ln w="19812">
              <a:solidFill>
                <a:srgbClr val="0078D6"/>
              </a:solidFill>
              <a:prstDash val="sysDot"/>
            </a:ln>
          </p:spPr>
          <p:txBody>
            <a:bodyPr wrap="square" lIns="0" tIns="0" rIns="0" bIns="0" rtlCol="0"/>
            <a:lstStyle/>
            <a:p>
              <a:endParaRPr/>
            </a:p>
          </p:txBody>
        </p:sp>
      </p:grpSp>
      <p:grpSp>
        <p:nvGrpSpPr>
          <p:cNvPr id="13" name="object 13"/>
          <p:cNvGrpSpPr/>
          <p:nvPr/>
        </p:nvGrpSpPr>
        <p:grpSpPr>
          <a:xfrm>
            <a:off x="1001267" y="3334511"/>
            <a:ext cx="56515" cy="58419"/>
            <a:chOff x="1001267" y="3334511"/>
            <a:chExt cx="56515" cy="58419"/>
          </a:xfrm>
        </p:grpSpPr>
        <p:sp>
          <p:nvSpPr>
            <p:cNvPr id="14" name="object 14"/>
            <p:cNvSpPr/>
            <p:nvPr/>
          </p:nvSpPr>
          <p:spPr>
            <a:xfrm>
              <a:off x="1001267" y="3334511"/>
              <a:ext cx="56515" cy="58419"/>
            </a:xfrm>
            <a:custGeom>
              <a:avLst/>
              <a:gdLst/>
              <a:ahLst/>
              <a:cxnLst/>
              <a:rect l="l" t="t" r="r" b="b"/>
              <a:pathLst>
                <a:path w="56515" h="58420">
                  <a:moveTo>
                    <a:pt x="28193" y="0"/>
                  </a:moveTo>
                  <a:lnTo>
                    <a:pt x="17220" y="2274"/>
                  </a:lnTo>
                  <a:lnTo>
                    <a:pt x="8258" y="8477"/>
                  </a:lnTo>
                  <a:lnTo>
                    <a:pt x="2215" y="17680"/>
                  </a:lnTo>
                  <a:lnTo>
                    <a:pt x="0" y="28955"/>
                  </a:lnTo>
                  <a:lnTo>
                    <a:pt x="2215" y="40231"/>
                  </a:lnTo>
                  <a:lnTo>
                    <a:pt x="8258" y="49434"/>
                  </a:lnTo>
                  <a:lnTo>
                    <a:pt x="17220" y="55637"/>
                  </a:lnTo>
                  <a:lnTo>
                    <a:pt x="28193" y="57912"/>
                  </a:lnTo>
                  <a:lnTo>
                    <a:pt x="39167" y="55637"/>
                  </a:lnTo>
                  <a:lnTo>
                    <a:pt x="48129" y="49434"/>
                  </a:lnTo>
                  <a:lnTo>
                    <a:pt x="54172" y="40231"/>
                  </a:lnTo>
                  <a:lnTo>
                    <a:pt x="56387" y="28955"/>
                  </a:lnTo>
                  <a:lnTo>
                    <a:pt x="54172" y="17680"/>
                  </a:lnTo>
                  <a:lnTo>
                    <a:pt x="48129" y="8477"/>
                  </a:lnTo>
                  <a:lnTo>
                    <a:pt x="39167" y="2274"/>
                  </a:lnTo>
                  <a:lnTo>
                    <a:pt x="28193" y="0"/>
                  </a:lnTo>
                  <a:close/>
                </a:path>
              </a:pathLst>
            </a:custGeom>
            <a:solidFill>
              <a:srgbClr val="0078D6"/>
            </a:solidFill>
          </p:spPr>
          <p:txBody>
            <a:bodyPr wrap="square" lIns="0" tIns="0" rIns="0" bIns="0" rtlCol="0"/>
            <a:lstStyle/>
            <a:p>
              <a:endParaRPr/>
            </a:p>
          </p:txBody>
        </p:sp>
        <p:sp>
          <p:nvSpPr>
            <p:cNvPr id="15" name="object 15"/>
            <p:cNvSpPr/>
            <p:nvPr/>
          </p:nvSpPr>
          <p:spPr>
            <a:xfrm>
              <a:off x="1014983" y="3348227"/>
              <a:ext cx="29209" cy="30480"/>
            </a:xfrm>
            <a:custGeom>
              <a:avLst/>
              <a:gdLst/>
              <a:ahLst/>
              <a:cxnLst/>
              <a:rect l="l" t="t" r="r" b="b"/>
              <a:pathLst>
                <a:path w="29209" h="30479">
                  <a:moveTo>
                    <a:pt x="26362" y="29463"/>
                  </a:moveTo>
                  <a:lnTo>
                    <a:pt x="17170" y="29463"/>
                  </a:lnTo>
                  <a:lnTo>
                    <a:pt x="18300" y="30099"/>
                  </a:lnTo>
                  <a:lnTo>
                    <a:pt x="19583" y="30480"/>
                  </a:lnTo>
                  <a:lnTo>
                    <a:pt x="25374" y="30480"/>
                  </a:lnTo>
                  <a:lnTo>
                    <a:pt x="26362" y="29463"/>
                  </a:lnTo>
                  <a:close/>
                </a:path>
                <a:path w="29209" h="30479">
                  <a:moveTo>
                    <a:pt x="9563" y="0"/>
                  </a:moveTo>
                  <a:lnTo>
                    <a:pt x="3581" y="0"/>
                  </a:lnTo>
                  <a:lnTo>
                    <a:pt x="0" y="3683"/>
                  </a:lnTo>
                  <a:lnTo>
                    <a:pt x="0" y="9906"/>
                  </a:lnTo>
                  <a:lnTo>
                    <a:pt x="419" y="11302"/>
                  </a:lnTo>
                  <a:lnTo>
                    <a:pt x="942" y="12192"/>
                  </a:lnTo>
                  <a:lnTo>
                    <a:pt x="1020" y="12826"/>
                  </a:lnTo>
                  <a:lnTo>
                    <a:pt x="901" y="13462"/>
                  </a:lnTo>
                  <a:lnTo>
                    <a:pt x="825" y="23368"/>
                  </a:lnTo>
                  <a:lnTo>
                    <a:pt x="6997" y="29718"/>
                  </a:lnTo>
                  <a:lnTo>
                    <a:pt x="16344" y="29718"/>
                  </a:lnTo>
                  <a:lnTo>
                    <a:pt x="17170" y="29463"/>
                  </a:lnTo>
                  <a:lnTo>
                    <a:pt x="26362" y="29463"/>
                  </a:lnTo>
                  <a:lnTo>
                    <a:pt x="28956" y="26797"/>
                  </a:lnTo>
                  <a:lnTo>
                    <a:pt x="28956" y="25273"/>
                  </a:lnTo>
                  <a:lnTo>
                    <a:pt x="12611" y="25273"/>
                  </a:lnTo>
                  <a:lnTo>
                    <a:pt x="10960" y="24892"/>
                  </a:lnTo>
                  <a:lnTo>
                    <a:pt x="6477" y="20320"/>
                  </a:lnTo>
                  <a:lnTo>
                    <a:pt x="6603" y="18669"/>
                  </a:lnTo>
                  <a:lnTo>
                    <a:pt x="7454" y="17780"/>
                  </a:lnTo>
                  <a:lnTo>
                    <a:pt x="7950" y="17525"/>
                  </a:lnTo>
                  <a:lnTo>
                    <a:pt x="16903" y="17525"/>
                  </a:lnTo>
                  <a:lnTo>
                    <a:pt x="15659" y="17018"/>
                  </a:lnTo>
                  <a:lnTo>
                    <a:pt x="6967" y="12319"/>
                  </a:lnTo>
                  <a:lnTo>
                    <a:pt x="6981" y="9398"/>
                  </a:lnTo>
                  <a:lnTo>
                    <a:pt x="12992" y="5334"/>
                  </a:lnTo>
                  <a:lnTo>
                    <a:pt x="26390" y="5334"/>
                  </a:lnTo>
                  <a:lnTo>
                    <a:pt x="22493" y="1270"/>
                  </a:lnTo>
                  <a:lnTo>
                    <a:pt x="12280" y="1270"/>
                  </a:lnTo>
                  <a:lnTo>
                    <a:pt x="11036" y="508"/>
                  </a:lnTo>
                  <a:lnTo>
                    <a:pt x="9563" y="0"/>
                  </a:lnTo>
                  <a:close/>
                </a:path>
                <a:path w="29209" h="30479">
                  <a:moveTo>
                    <a:pt x="15328" y="8509"/>
                  </a:moveTo>
                  <a:lnTo>
                    <a:pt x="13296" y="8509"/>
                  </a:lnTo>
                  <a:lnTo>
                    <a:pt x="12458" y="8636"/>
                  </a:lnTo>
                  <a:lnTo>
                    <a:pt x="11899" y="9017"/>
                  </a:lnTo>
                  <a:lnTo>
                    <a:pt x="11290" y="9398"/>
                  </a:lnTo>
                  <a:lnTo>
                    <a:pt x="11163" y="9651"/>
                  </a:lnTo>
                  <a:lnTo>
                    <a:pt x="11112" y="11049"/>
                  </a:lnTo>
                  <a:lnTo>
                    <a:pt x="11480" y="11557"/>
                  </a:lnTo>
                  <a:lnTo>
                    <a:pt x="11785" y="11811"/>
                  </a:lnTo>
                  <a:lnTo>
                    <a:pt x="12496" y="12064"/>
                  </a:lnTo>
                  <a:lnTo>
                    <a:pt x="12877" y="12319"/>
                  </a:lnTo>
                  <a:lnTo>
                    <a:pt x="13258" y="12446"/>
                  </a:lnTo>
                  <a:lnTo>
                    <a:pt x="13627" y="12446"/>
                  </a:lnTo>
                  <a:lnTo>
                    <a:pt x="14274" y="12700"/>
                  </a:lnTo>
                  <a:lnTo>
                    <a:pt x="15138" y="12826"/>
                  </a:lnTo>
                  <a:lnTo>
                    <a:pt x="16268" y="13081"/>
                  </a:lnTo>
                  <a:lnTo>
                    <a:pt x="17284" y="13462"/>
                  </a:lnTo>
                  <a:lnTo>
                    <a:pt x="19126" y="13970"/>
                  </a:lnTo>
                  <a:lnTo>
                    <a:pt x="19913" y="14350"/>
                  </a:lnTo>
                  <a:lnTo>
                    <a:pt x="20561" y="14859"/>
                  </a:lnTo>
                  <a:lnTo>
                    <a:pt x="21234" y="15239"/>
                  </a:lnTo>
                  <a:lnTo>
                    <a:pt x="21767" y="15875"/>
                  </a:lnTo>
                  <a:lnTo>
                    <a:pt x="22517" y="17272"/>
                  </a:lnTo>
                  <a:lnTo>
                    <a:pt x="22580" y="17525"/>
                  </a:lnTo>
                  <a:lnTo>
                    <a:pt x="22669" y="20320"/>
                  </a:lnTo>
                  <a:lnTo>
                    <a:pt x="22364" y="21336"/>
                  </a:lnTo>
                  <a:lnTo>
                    <a:pt x="21729" y="22225"/>
                  </a:lnTo>
                  <a:lnTo>
                    <a:pt x="21081" y="23241"/>
                  </a:lnTo>
                  <a:lnTo>
                    <a:pt x="20142" y="24002"/>
                  </a:lnTo>
                  <a:lnTo>
                    <a:pt x="17703" y="25019"/>
                  </a:lnTo>
                  <a:lnTo>
                    <a:pt x="16268" y="25273"/>
                  </a:lnTo>
                  <a:lnTo>
                    <a:pt x="28956" y="25273"/>
                  </a:lnTo>
                  <a:lnTo>
                    <a:pt x="28834" y="20320"/>
                  </a:lnTo>
                  <a:lnTo>
                    <a:pt x="28651" y="19558"/>
                  </a:lnTo>
                  <a:lnTo>
                    <a:pt x="28195" y="18669"/>
                  </a:lnTo>
                  <a:lnTo>
                    <a:pt x="28422" y="16891"/>
                  </a:lnTo>
                  <a:lnTo>
                    <a:pt x="28460" y="12192"/>
                  </a:lnTo>
                  <a:lnTo>
                    <a:pt x="19316" y="12192"/>
                  </a:lnTo>
                  <a:lnTo>
                    <a:pt x="18935" y="11937"/>
                  </a:lnTo>
                  <a:lnTo>
                    <a:pt x="18643" y="11811"/>
                  </a:lnTo>
                  <a:lnTo>
                    <a:pt x="18376" y="11557"/>
                  </a:lnTo>
                  <a:lnTo>
                    <a:pt x="17805" y="10668"/>
                  </a:lnTo>
                  <a:lnTo>
                    <a:pt x="17475" y="9906"/>
                  </a:lnTo>
                  <a:lnTo>
                    <a:pt x="17056" y="9398"/>
                  </a:lnTo>
                  <a:lnTo>
                    <a:pt x="16116" y="8636"/>
                  </a:lnTo>
                  <a:lnTo>
                    <a:pt x="15328" y="8509"/>
                  </a:lnTo>
                  <a:close/>
                </a:path>
                <a:path w="29209" h="30479">
                  <a:moveTo>
                    <a:pt x="16903" y="17525"/>
                  </a:moveTo>
                  <a:lnTo>
                    <a:pt x="9004" y="17525"/>
                  </a:lnTo>
                  <a:lnTo>
                    <a:pt x="10058" y="18287"/>
                  </a:lnTo>
                  <a:lnTo>
                    <a:pt x="10312" y="18669"/>
                  </a:lnTo>
                  <a:lnTo>
                    <a:pt x="12496" y="21589"/>
                  </a:lnTo>
                  <a:lnTo>
                    <a:pt x="12992" y="21844"/>
                  </a:lnTo>
                  <a:lnTo>
                    <a:pt x="13665" y="21971"/>
                  </a:lnTo>
                  <a:lnTo>
                    <a:pt x="15621" y="21971"/>
                  </a:lnTo>
                  <a:lnTo>
                    <a:pt x="16573" y="21717"/>
                  </a:lnTo>
                  <a:lnTo>
                    <a:pt x="17284" y="21209"/>
                  </a:lnTo>
                  <a:lnTo>
                    <a:pt x="17957" y="20827"/>
                  </a:lnTo>
                  <a:lnTo>
                    <a:pt x="18232" y="20320"/>
                  </a:lnTo>
                  <a:lnTo>
                    <a:pt x="18110" y="18414"/>
                  </a:lnTo>
                  <a:lnTo>
                    <a:pt x="17767" y="18034"/>
                  </a:lnTo>
                  <a:lnTo>
                    <a:pt x="17399" y="17780"/>
                  </a:lnTo>
                  <a:lnTo>
                    <a:pt x="16903" y="17525"/>
                  </a:lnTo>
                  <a:close/>
                </a:path>
                <a:path w="29209" h="30479">
                  <a:moveTo>
                    <a:pt x="26390" y="5334"/>
                  </a:moveTo>
                  <a:lnTo>
                    <a:pt x="15773" y="5334"/>
                  </a:lnTo>
                  <a:lnTo>
                    <a:pt x="16865" y="5461"/>
                  </a:lnTo>
                  <a:lnTo>
                    <a:pt x="17767" y="5714"/>
                  </a:lnTo>
                  <a:lnTo>
                    <a:pt x="18681" y="6096"/>
                  </a:lnTo>
                  <a:lnTo>
                    <a:pt x="19431" y="6476"/>
                  </a:lnTo>
                  <a:lnTo>
                    <a:pt x="20027" y="6985"/>
                  </a:lnTo>
                  <a:lnTo>
                    <a:pt x="20675" y="7366"/>
                  </a:lnTo>
                  <a:lnTo>
                    <a:pt x="21120" y="8000"/>
                  </a:lnTo>
                  <a:lnTo>
                    <a:pt x="21691" y="9017"/>
                  </a:lnTo>
                  <a:lnTo>
                    <a:pt x="21780" y="10795"/>
                  </a:lnTo>
                  <a:lnTo>
                    <a:pt x="21653" y="11049"/>
                  </a:lnTo>
                  <a:lnTo>
                    <a:pt x="21272" y="11557"/>
                  </a:lnTo>
                  <a:lnTo>
                    <a:pt x="20904" y="11937"/>
                  </a:lnTo>
                  <a:lnTo>
                    <a:pt x="20408" y="12192"/>
                  </a:lnTo>
                  <a:lnTo>
                    <a:pt x="28460" y="12192"/>
                  </a:lnTo>
                  <a:lnTo>
                    <a:pt x="28338" y="7366"/>
                  </a:lnTo>
                  <a:lnTo>
                    <a:pt x="26390" y="5334"/>
                  </a:lnTo>
                  <a:close/>
                </a:path>
                <a:path w="29209" h="30479">
                  <a:moveTo>
                    <a:pt x="22250" y="1016"/>
                  </a:moveTo>
                  <a:lnTo>
                    <a:pt x="13817" y="1016"/>
                  </a:lnTo>
                  <a:lnTo>
                    <a:pt x="12280" y="1270"/>
                  </a:lnTo>
                  <a:lnTo>
                    <a:pt x="22493" y="1270"/>
                  </a:lnTo>
                  <a:lnTo>
                    <a:pt x="22250" y="1016"/>
                  </a:lnTo>
                  <a:close/>
                </a:path>
              </a:pathLst>
            </a:custGeom>
            <a:solidFill>
              <a:srgbClr val="FFFFFF"/>
            </a:solidFill>
          </p:spPr>
          <p:txBody>
            <a:bodyPr wrap="square" lIns="0" tIns="0" rIns="0" bIns="0" rtlCol="0"/>
            <a:lstStyle/>
            <a:p>
              <a:endParaRPr/>
            </a:p>
          </p:txBody>
        </p:sp>
      </p:grpSp>
      <p:grpSp>
        <p:nvGrpSpPr>
          <p:cNvPr id="16" name="object 16"/>
          <p:cNvGrpSpPr/>
          <p:nvPr/>
        </p:nvGrpSpPr>
        <p:grpSpPr>
          <a:xfrm>
            <a:off x="1513332" y="3366515"/>
            <a:ext cx="50800" cy="50800"/>
            <a:chOff x="1513332" y="3366515"/>
            <a:chExt cx="50800" cy="50800"/>
          </a:xfrm>
        </p:grpSpPr>
        <p:sp>
          <p:nvSpPr>
            <p:cNvPr id="17" name="object 17"/>
            <p:cNvSpPr/>
            <p:nvPr/>
          </p:nvSpPr>
          <p:spPr>
            <a:xfrm>
              <a:off x="1513332" y="3366515"/>
              <a:ext cx="50800" cy="50800"/>
            </a:xfrm>
            <a:custGeom>
              <a:avLst/>
              <a:gdLst/>
              <a:ahLst/>
              <a:cxnLst/>
              <a:rect l="l" t="t" r="r" b="b"/>
              <a:pathLst>
                <a:path w="50800" h="50800">
                  <a:moveTo>
                    <a:pt x="25146" y="0"/>
                  </a:moveTo>
                  <a:lnTo>
                    <a:pt x="15376" y="1982"/>
                  </a:lnTo>
                  <a:lnTo>
                    <a:pt x="7381" y="7381"/>
                  </a:lnTo>
                  <a:lnTo>
                    <a:pt x="1982" y="15376"/>
                  </a:lnTo>
                  <a:lnTo>
                    <a:pt x="0" y="25146"/>
                  </a:lnTo>
                  <a:lnTo>
                    <a:pt x="1982" y="34915"/>
                  </a:lnTo>
                  <a:lnTo>
                    <a:pt x="7381" y="42910"/>
                  </a:lnTo>
                  <a:lnTo>
                    <a:pt x="15376" y="48309"/>
                  </a:lnTo>
                  <a:lnTo>
                    <a:pt x="25146" y="50292"/>
                  </a:lnTo>
                  <a:lnTo>
                    <a:pt x="34915" y="48309"/>
                  </a:lnTo>
                  <a:lnTo>
                    <a:pt x="42910" y="42910"/>
                  </a:lnTo>
                  <a:lnTo>
                    <a:pt x="48309" y="34915"/>
                  </a:lnTo>
                  <a:lnTo>
                    <a:pt x="50292" y="25146"/>
                  </a:lnTo>
                  <a:lnTo>
                    <a:pt x="48309" y="15376"/>
                  </a:lnTo>
                  <a:lnTo>
                    <a:pt x="42910" y="7381"/>
                  </a:lnTo>
                  <a:lnTo>
                    <a:pt x="34915" y="1982"/>
                  </a:lnTo>
                  <a:lnTo>
                    <a:pt x="25146" y="0"/>
                  </a:lnTo>
                  <a:close/>
                </a:path>
              </a:pathLst>
            </a:custGeom>
            <a:solidFill>
              <a:srgbClr val="0078D6"/>
            </a:solidFill>
          </p:spPr>
          <p:txBody>
            <a:bodyPr wrap="square" lIns="0" tIns="0" rIns="0" bIns="0" rtlCol="0"/>
            <a:lstStyle/>
            <a:p>
              <a:endParaRPr/>
            </a:p>
          </p:txBody>
        </p:sp>
        <p:sp>
          <p:nvSpPr>
            <p:cNvPr id="18" name="object 18"/>
            <p:cNvSpPr/>
            <p:nvPr/>
          </p:nvSpPr>
          <p:spPr>
            <a:xfrm>
              <a:off x="1525524" y="3377183"/>
              <a:ext cx="26034" cy="30480"/>
            </a:xfrm>
            <a:custGeom>
              <a:avLst/>
              <a:gdLst/>
              <a:ahLst/>
              <a:cxnLst/>
              <a:rect l="l" t="t" r="r" b="b"/>
              <a:pathLst>
                <a:path w="26034" h="30479">
                  <a:moveTo>
                    <a:pt x="24764" y="12191"/>
                  </a:moveTo>
                  <a:lnTo>
                    <a:pt x="1142" y="12191"/>
                  </a:lnTo>
                  <a:lnTo>
                    <a:pt x="0" y="13335"/>
                  </a:lnTo>
                  <a:lnTo>
                    <a:pt x="0" y="29337"/>
                  </a:lnTo>
                  <a:lnTo>
                    <a:pt x="1142" y="30479"/>
                  </a:lnTo>
                  <a:lnTo>
                    <a:pt x="24764" y="30479"/>
                  </a:lnTo>
                  <a:lnTo>
                    <a:pt x="25907" y="29337"/>
                  </a:lnTo>
                  <a:lnTo>
                    <a:pt x="25907" y="27812"/>
                  </a:lnTo>
                  <a:lnTo>
                    <a:pt x="14859" y="27812"/>
                  </a:lnTo>
                  <a:lnTo>
                    <a:pt x="13969" y="27177"/>
                  </a:lnTo>
                  <a:lnTo>
                    <a:pt x="13588" y="26288"/>
                  </a:lnTo>
                  <a:lnTo>
                    <a:pt x="13462" y="25653"/>
                  </a:lnTo>
                  <a:lnTo>
                    <a:pt x="5460" y="22351"/>
                  </a:lnTo>
                  <a:lnTo>
                    <a:pt x="5079" y="22225"/>
                  </a:lnTo>
                  <a:lnTo>
                    <a:pt x="4825" y="21716"/>
                  </a:lnTo>
                  <a:lnTo>
                    <a:pt x="4825" y="20700"/>
                  </a:lnTo>
                  <a:lnTo>
                    <a:pt x="5079" y="20319"/>
                  </a:lnTo>
                  <a:lnTo>
                    <a:pt x="5460" y="20192"/>
                  </a:lnTo>
                  <a:lnTo>
                    <a:pt x="13462" y="16890"/>
                  </a:lnTo>
                  <a:lnTo>
                    <a:pt x="13588" y="16255"/>
                  </a:lnTo>
                  <a:lnTo>
                    <a:pt x="13969" y="15366"/>
                  </a:lnTo>
                  <a:lnTo>
                    <a:pt x="14859" y="14731"/>
                  </a:lnTo>
                  <a:lnTo>
                    <a:pt x="25907" y="14731"/>
                  </a:lnTo>
                  <a:lnTo>
                    <a:pt x="25907" y="13335"/>
                  </a:lnTo>
                  <a:lnTo>
                    <a:pt x="24764" y="12191"/>
                  </a:lnTo>
                  <a:close/>
                </a:path>
                <a:path w="26034" h="30479">
                  <a:moveTo>
                    <a:pt x="25907" y="22732"/>
                  </a:moveTo>
                  <a:lnTo>
                    <a:pt x="17271" y="22732"/>
                  </a:lnTo>
                  <a:lnTo>
                    <a:pt x="18414" y="23875"/>
                  </a:lnTo>
                  <a:lnTo>
                    <a:pt x="18414" y="26669"/>
                  </a:lnTo>
                  <a:lnTo>
                    <a:pt x="17271" y="27812"/>
                  </a:lnTo>
                  <a:lnTo>
                    <a:pt x="25907" y="27812"/>
                  </a:lnTo>
                  <a:lnTo>
                    <a:pt x="25907" y="22732"/>
                  </a:lnTo>
                  <a:close/>
                </a:path>
                <a:path w="26034" h="30479">
                  <a:moveTo>
                    <a:pt x="14223" y="19050"/>
                  </a:moveTo>
                  <a:lnTo>
                    <a:pt x="8889" y="21208"/>
                  </a:lnTo>
                  <a:lnTo>
                    <a:pt x="14223" y="23367"/>
                  </a:lnTo>
                  <a:lnTo>
                    <a:pt x="14478" y="23113"/>
                  </a:lnTo>
                  <a:lnTo>
                    <a:pt x="14859" y="22860"/>
                  </a:lnTo>
                  <a:lnTo>
                    <a:pt x="15366" y="22732"/>
                  </a:lnTo>
                  <a:lnTo>
                    <a:pt x="25907" y="22732"/>
                  </a:lnTo>
                  <a:lnTo>
                    <a:pt x="25907" y="19812"/>
                  </a:lnTo>
                  <a:lnTo>
                    <a:pt x="15366" y="19812"/>
                  </a:lnTo>
                  <a:lnTo>
                    <a:pt x="14859" y="19685"/>
                  </a:lnTo>
                  <a:lnTo>
                    <a:pt x="14223" y="19050"/>
                  </a:lnTo>
                  <a:close/>
                </a:path>
                <a:path w="26034" h="30479">
                  <a:moveTo>
                    <a:pt x="25907" y="14731"/>
                  </a:moveTo>
                  <a:lnTo>
                    <a:pt x="17271" y="14731"/>
                  </a:lnTo>
                  <a:lnTo>
                    <a:pt x="18414" y="15875"/>
                  </a:lnTo>
                  <a:lnTo>
                    <a:pt x="18414" y="18668"/>
                  </a:lnTo>
                  <a:lnTo>
                    <a:pt x="17271" y="19812"/>
                  </a:lnTo>
                  <a:lnTo>
                    <a:pt x="25907" y="19812"/>
                  </a:lnTo>
                  <a:lnTo>
                    <a:pt x="25907" y="14731"/>
                  </a:lnTo>
                  <a:close/>
                </a:path>
                <a:path w="26034" h="30479">
                  <a:moveTo>
                    <a:pt x="19812" y="0"/>
                  </a:moveTo>
                  <a:lnTo>
                    <a:pt x="6095" y="0"/>
                  </a:lnTo>
                  <a:lnTo>
                    <a:pt x="2793" y="3301"/>
                  </a:lnTo>
                  <a:lnTo>
                    <a:pt x="2793" y="12191"/>
                  </a:lnTo>
                  <a:lnTo>
                    <a:pt x="7365" y="12191"/>
                  </a:lnTo>
                  <a:lnTo>
                    <a:pt x="7365" y="5461"/>
                  </a:lnTo>
                  <a:lnTo>
                    <a:pt x="8889" y="3937"/>
                  </a:lnTo>
                  <a:lnTo>
                    <a:pt x="23113" y="3937"/>
                  </a:lnTo>
                  <a:lnTo>
                    <a:pt x="23113" y="3301"/>
                  </a:lnTo>
                  <a:lnTo>
                    <a:pt x="19812" y="0"/>
                  </a:lnTo>
                  <a:close/>
                </a:path>
                <a:path w="26034" h="30479">
                  <a:moveTo>
                    <a:pt x="23113" y="3937"/>
                  </a:moveTo>
                  <a:lnTo>
                    <a:pt x="17017" y="3937"/>
                  </a:lnTo>
                  <a:lnTo>
                    <a:pt x="18541" y="5461"/>
                  </a:lnTo>
                  <a:lnTo>
                    <a:pt x="18541" y="12191"/>
                  </a:lnTo>
                  <a:lnTo>
                    <a:pt x="23113" y="12191"/>
                  </a:lnTo>
                  <a:lnTo>
                    <a:pt x="23113" y="3937"/>
                  </a:lnTo>
                  <a:close/>
                </a:path>
              </a:pathLst>
            </a:custGeom>
            <a:solidFill>
              <a:srgbClr val="FFFFFF"/>
            </a:solidFill>
          </p:spPr>
          <p:txBody>
            <a:bodyPr wrap="square" lIns="0" tIns="0" rIns="0" bIns="0" rtlCol="0"/>
            <a:lstStyle/>
            <a:p>
              <a:endParaRPr/>
            </a:p>
          </p:txBody>
        </p:sp>
      </p:grpSp>
      <p:sp>
        <p:nvSpPr>
          <p:cNvPr id="19" name="object 19"/>
          <p:cNvSpPr/>
          <p:nvPr/>
        </p:nvSpPr>
        <p:spPr>
          <a:xfrm>
            <a:off x="1658111" y="3471671"/>
            <a:ext cx="51815" cy="51815"/>
          </a:xfrm>
          <a:prstGeom prst="rect">
            <a:avLst/>
          </a:prstGeom>
          <a:blipFill>
            <a:blip r:embed="rId2" cstate="print"/>
            <a:stretch>
              <a:fillRect/>
            </a:stretch>
          </a:blipFill>
        </p:spPr>
        <p:txBody>
          <a:bodyPr wrap="square" lIns="0" tIns="0" rIns="0" bIns="0" rtlCol="0"/>
          <a:lstStyle/>
          <a:p>
            <a:endParaRPr/>
          </a:p>
        </p:txBody>
      </p:sp>
      <p:grpSp>
        <p:nvGrpSpPr>
          <p:cNvPr id="20" name="object 20"/>
          <p:cNvGrpSpPr/>
          <p:nvPr/>
        </p:nvGrpSpPr>
        <p:grpSpPr>
          <a:xfrm>
            <a:off x="1600200" y="3300984"/>
            <a:ext cx="52069" cy="50800"/>
            <a:chOff x="1600200" y="3300984"/>
            <a:chExt cx="52069" cy="50800"/>
          </a:xfrm>
        </p:grpSpPr>
        <p:sp>
          <p:nvSpPr>
            <p:cNvPr id="21" name="object 21"/>
            <p:cNvSpPr/>
            <p:nvPr/>
          </p:nvSpPr>
          <p:spPr>
            <a:xfrm>
              <a:off x="1600200" y="3300984"/>
              <a:ext cx="52069" cy="50800"/>
            </a:xfrm>
            <a:custGeom>
              <a:avLst/>
              <a:gdLst/>
              <a:ahLst/>
              <a:cxnLst/>
              <a:rect l="l" t="t" r="r" b="b"/>
              <a:pathLst>
                <a:path w="52069" h="50800">
                  <a:moveTo>
                    <a:pt x="25907" y="0"/>
                  </a:moveTo>
                  <a:lnTo>
                    <a:pt x="15805" y="1982"/>
                  </a:lnTo>
                  <a:lnTo>
                    <a:pt x="7572" y="7381"/>
                  </a:lnTo>
                  <a:lnTo>
                    <a:pt x="2030" y="15376"/>
                  </a:lnTo>
                  <a:lnTo>
                    <a:pt x="0" y="25145"/>
                  </a:lnTo>
                  <a:lnTo>
                    <a:pt x="2030" y="34915"/>
                  </a:lnTo>
                  <a:lnTo>
                    <a:pt x="7572" y="42910"/>
                  </a:lnTo>
                  <a:lnTo>
                    <a:pt x="15805" y="48309"/>
                  </a:lnTo>
                  <a:lnTo>
                    <a:pt x="25907" y="50291"/>
                  </a:lnTo>
                  <a:lnTo>
                    <a:pt x="36010" y="48309"/>
                  </a:lnTo>
                  <a:lnTo>
                    <a:pt x="44243" y="42910"/>
                  </a:lnTo>
                  <a:lnTo>
                    <a:pt x="49785" y="34915"/>
                  </a:lnTo>
                  <a:lnTo>
                    <a:pt x="51816" y="25145"/>
                  </a:lnTo>
                  <a:lnTo>
                    <a:pt x="49785" y="15376"/>
                  </a:lnTo>
                  <a:lnTo>
                    <a:pt x="44243" y="7381"/>
                  </a:lnTo>
                  <a:lnTo>
                    <a:pt x="36010" y="1982"/>
                  </a:lnTo>
                  <a:lnTo>
                    <a:pt x="25907" y="0"/>
                  </a:lnTo>
                  <a:close/>
                </a:path>
              </a:pathLst>
            </a:custGeom>
            <a:solidFill>
              <a:srgbClr val="0078D6"/>
            </a:solidFill>
          </p:spPr>
          <p:txBody>
            <a:bodyPr wrap="square" lIns="0" tIns="0" rIns="0" bIns="0" rtlCol="0"/>
            <a:lstStyle/>
            <a:p>
              <a:endParaRPr/>
            </a:p>
          </p:txBody>
        </p:sp>
        <p:sp>
          <p:nvSpPr>
            <p:cNvPr id="22" name="object 22"/>
            <p:cNvSpPr/>
            <p:nvPr/>
          </p:nvSpPr>
          <p:spPr>
            <a:xfrm>
              <a:off x="1606295" y="3314700"/>
              <a:ext cx="40005" cy="22860"/>
            </a:xfrm>
            <a:custGeom>
              <a:avLst/>
              <a:gdLst/>
              <a:ahLst/>
              <a:cxnLst/>
              <a:rect l="l" t="t" r="r" b="b"/>
              <a:pathLst>
                <a:path w="40005" h="22860">
                  <a:moveTo>
                    <a:pt x="30226" y="0"/>
                  </a:moveTo>
                  <a:lnTo>
                    <a:pt x="23367" y="0"/>
                  </a:lnTo>
                  <a:lnTo>
                    <a:pt x="20573" y="2159"/>
                  </a:lnTo>
                  <a:lnTo>
                    <a:pt x="19684" y="4952"/>
                  </a:lnTo>
                  <a:lnTo>
                    <a:pt x="18541" y="4063"/>
                  </a:lnTo>
                  <a:lnTo>
                    <a:pt x="17144" y="3683"/>
                  </a:lnTo>
                  <a:lnTo>
                    <a:pt x="12065" y="3683"/>
                  </a:lnTo>
                  <a:lnTo>
                    <a:pt x="9270" y="5969"/>
                  </a:lnTo>
                  <a:lnTo>
                    <a:pt x="8635" y="9271"/>
                  </a:lnTo>
                  <a:lnTo>
                    <a:pt x="3301" y="9016"/>
                  </a:lnTo>
                  <a:lnTo>
                    <a:pt x="0" y="12191"/>
                  </a:lnTo>
                  <a:lnTo>
                    <a:pt x="0" y="19685"/>
                  </a:lnTo>
                  <a:lnTo>
                    <a:pt x="3301" y="22860"/>
                  </a:lnTo>
                  <a:lnTo>
                    <a:pt x="36448" y="22860"/>
                  </a:lnTo>
                  <a:lnTo>
                    <a:pt x="39623" y="19812"/>
                  </a:lnTo>
                  <a:lnTo>
                    <a:pt x="39623" y="12319"/>
                  </a:lnTo>
                  <a:lnTo>
                    <a:pt x="36703" y="9271"/>
                  </a:lnTo>
                  <a:lnTo>
                    <a:pt x="33020" y="9016"/>
                  </a:lnTo>
                  <a:lnTo>
                    <a:pt x="33273" y="3175"/>
                  </a:lnTo>
                  <a:close/>
                </a:path>
              </a:pathLst>
            </a:custGeom>
            <a:solidFill>
              <a:srgbClr val="FFFFFF"/>
            </a:solidFill>
          </p:spPr>
          <p:txBody>
            <a:bodyPr wrap="square" lIns="0" tIns="0" rIns="0" bIns="0" rtlCol="0"/>
            <a:lstStyle/>
            <a:p>
              <a:endParaRPr/>
            </a:p>
          </p:txBody>
        </p:sp>
        <p:sp>
          <p:nvSpPr>
            <p:cNvPr id="23" name="object 23"/>
            <p:cNvSpPr/>
            <p:nvPr/>
          </p:nvSpPr>
          <p:spPr>
            <a:xfrm>
              <a:off x="1624583" y="3319272"/>
              <a:ext cx="12700" cy="17145"/>
            </a:xfrm>
            <a:custGeom>
              <a:avLst/>
              <a:gdLst/>
              <a:ahLst/>
              <a:cxnLst/>
              <a:rect l="l" t="t" r="r" b="b"/>
              <a:pathLst>
                <a:path w="12700" h="17145">
                  <a:moveTo>
                    <a:pt x="12191" y="7365"/>
                  </a:moveTo>
                  <a:lnTo>
                    <a:pt x="0" y="7365"/>
                  </a:lnTo>
                  <a:lnTo>
                    <a:pt x="0" y="16763"/>
                  </a:lnTo>
                  <a:lnTo>
                    <a:pt x="12191" y="16763"/>
                  </a:lnTo>
                  <a:lnTo>
                    <a:pt x="12191" y="15748"/>
                  </a:lnTo>
                  <a:lnTo>
                    <a:pt x="1015" y="15748"/>
                  </a:lnTo>
                  <a:lnTo>
                    <a:pt x="1015" y="8381"/>
                  </a:lnTo>
                  <a:lnTo>
                    <a:pt x="12191" y="8381"/>
                  </a:lnTo>
                  <a:lnTo>
                    <a:pt x="12191" y="7365"/>
                  </a:lnTo>
                  <a:close/>
                </a:path>
                <a:path w="12700" h="17145">
                  <a:moveTo>
                    <a:pt x="12191" y="8381"/>
                  </a:moveTo>
                  <a:lnTo>
                    <a:pt x="11176" y="8381"/>
                  </a:lnTo>
                  <a:lnTo>
                    <a:pt x="11176" y="15748"/>
                  </a:lnTo>
                  <a:lnTo>
                    <a:pt x="12191" y="15748"/>
                  </a:lnTo>
                  <a:lnTo>
                    <a:pt x="12191" y="8381"/>
                  </a:lnTo>
                  <a:close/>
                </a:path>
                <a:path w="12700" h="17145">
                  <a:moveTo>
                    <a:pt x="8635" y="0"/>
                  </a:moveTo>
                  <a:lnTo>
                    <a:pt x="3555" y="0"/>
                  </a:lnTo>
                  <a:lnTo>
                    <a:pt x="1523" y="2031"/>
                  </a:lnTo>
                  <a:lnTo>
                    <a:pt x="1523" y="7365"/>
                  </a:lnTo>
                  <a:lnTo>
                    <a:pt x="2540" y="7365"/>
                  </a:lnTo>
                  <a:lnTo>
                    <a:pt x="2540" y="2666"/>
                  </a:lnTo>
                  <a:lnTo>
                    <a:pt x="4064" y="1015"/>
                  </a:lnTo>
                  <a:lnTo>
                    <a:pt x="9652" y="1015"/>
                  </a:lnTo>
                  <a:lnTo>
                    <a:pt x="8635" y="0"/>
                  </a:lnTo>
                  <a:close/>
                </a:path>
                <a:path w="12700" h="17145">
                  <a:moveTo>
                    <a:pt x="9652" y="1015"/>
                  </a:moveTo>
                  <a:lnTo>
                    <a:pt x="8001" y="1015"/>
                  </a:lnTo>
                  <a:lnTo>
                    <a:pt x="9652" y="2666"/>
                  </a:lnTo>
                  <a:lnTo>
                    <a:pt x="9652" y="7365"/>
                  </a:lnTo>
                  <a:lnTo>
                    <a:pt x="10667" y="7365"/>
                  </a:lnTo>
                  <a:lnTo>
                    <a:pt x="10667" y="2031"/>
                  </a:lnTo>
                  <a:lnTo>
                    <a:pt x="9652" y="1015"/>
                  </a:lnTo>
                  <a:close/>
                </a:path>
              </a:pathLst>
            </a:custGeom>
            <a:solidFill>
              <a:srgbClr val="0078D6"/>
            </a:solidFill>
          </p:spPr>
          <p:txBody>
            <a:bodyPr wrap="square" lIns="0" tIns="0" rIns="0" bIns="0" rtlCol="0"/>
            <a:lstStyle/>
            <a:p>
              <a:endParaRPr/>
            </a:p>
          </p:txBody>
        </p:sp>
      </p:grpSp>
      <p:grpSp>
        <p:nvGrpSpPr>
          <p:cNvPr id="24" name="object 24"/>
          <p:cNvGrpSpPr/>
          <p:nvPr/>
        </p:nvGrpSpPr>
        <p:grpSpPr>
          <a:xfrm>
            <a:off x="1040891" y="3480815"/>
            <a:ext cx="58419" cy="56515"/>
            <a:chOff x="1040891" y="3480815"/>
            <a:chExt cx="58419" cy="56515"/>
          </a:xfrm>
        </p:grpSpPr>
        <p:sp>
          <p:nvSpPr>
            <p:cNvPr id="25" name="object 25"/>
            <p:cNvSpPr/>
            <p:nvPr/>
          </p:nvSpPr>
          <p:spPr>
            <a:xfrm>
              <a:off x="1040891" y="3480815"/>
              <a:ext cx="58419" cy="56515"/>
            </a:xfrm>
            <a:custGeom>
              <a:avLst/>
              <a:gdLst/>
              <a:ahLst/>
              <a:cxnLst/>
              <a:rect l="l" t="t" r="r" b="b"/>
              <a:pathLst>
                <a:path w="58419" h="56514">
                  <a:moveTo>
                    <a:pt x="28956" y="0"/>
                  </a:moveTo>
                  <a:lnTo>
                    <a:pt x="17686" y="2208"/>
                  </a:lnTo>
                  <a:lnTo>
                    <a:pt x="8482" y="8239"/>
                  </a:lnTo>
                  <a:lnTo>
                    <a:pt x="2275" y="17198"/>
                  </a:lnTo>
                  <a:lnTo>
                    <a:pt x="0" y="28194"/>
                  </a:lnTo>
                  <a:lnTo>
                    <a:pt x="2275" y="39189"/>
                  </a:lnTo>
                  <a:lnTo>
                    <a:pt x="8482" y="48148"/>
                  </a:lnTo>
                  <a:lnTo>
                    <a:pt x="17686" y="54179"/>
                  </a:lnTo>
                  <a:lnTo>
                    <a:pt x="28956" y="56387"/>
                  </a:lnTo>
                  <a:lnTo>
                    <a:pt x="40225" y="54179"/>
                  </a:lnTo>
                  <a:lnTo>
                    <a:pt x="49429" y="48148"/>
                  </a:lnTo>
                  <a:lnTo>
                    <a:pt x="55636" y="39189"/>
                  </a:lnTo>
                  <a:lnTo>
                    <a:pt x="57912" y="28194"/>
                  </a:lnTo>
                  <a:lnTo>
                    <a:pt x="55636" y="17198"/>
                  </a:lnTo>
                  <a:lnTo>
                    <a:pt x="49429" y="8239"/>
                  </a:lnTo>
                  <a:lnTo>
                    <a:pt x="40225" y="2208"/>
                  </a:lnTo>
                  <a:lnTo>
                    <a:pt x="28956" y="0"/>
                  </a:lnTo>
                  <a:close/>
                </a:path>
              </a:pathLst>
            </a:custGeom>
            <a:solidFill>
              <a:srgbClr val="0078D6"/>
            </a:solidFill>
          </p:spPr>
          <p:txBody>
            <a:bodyPr wrap="square" lIns="0" tIns="0" rIns="0" bIns="0" rtlCol="0"/>
            <a:lstStyle/>
            <a:p>
              <a:endParaRPr/>
            </a:p>
          </p:txBody>
        </p:sp>
        <p:sp>
          <p:nvSpPr>
            <p:cNvPr id="26" name="object 26"/>
            <p:cNvSpPr/>
            <p:nvPr/>
          </p:nvSpPr>
          <p:spPr>
            <a:xfrm>
              <a:off x="1051559" y="3496055"/>
              <a:ext cx="36830" cy="22860"/>
            </a:xfrm>
            <a:custGeom>
              <a:avLst/>
              <a:gdLst/>
              <a:ahLst/>
              <a:cxnLst/>
              <a:rect l="l" t="t" r="r" b="b"/>
              <a:pathLst>
                <a:path w="36830" h="22860">
                  <a:moveTo>
                    <a:pt x="21907" y="6223"/>
                  </a:moveTo>
                  <a:lnTo>
                    <a:pt x="13741" y="8128"/>
                  </a:lnTo>
                  <a:lnTo>
                    <a:pt x="13334" y="12954"/>
                  </a:lnTo>
                  <a:lnTo>
                    <a:pt x="8420" y="13208"/>
                  </a:lnTo>
                  <a:lnTo>
                    <a:pt x="8420" y="20320"/>
                  </a:lnTo>
                  <a:lnTo>
                    <a:pt x="9753" y="22860"/>
                  </a:lnTo>
                  <a:lnTo>
                    <a:pt x="35572" y="22860"/>
                  </a:lnTo>
                  <a:lnTo>
                    <a:pt x="36576" y="20828"/>
                  </a:lnTo>
                  <a:lnTo>
                    <a:pt x="36576" y="15113"/>
                  </a:lnTo>
                  <a:lnTo>
                    <a:pt x="33159" y="14859"/>
                  </a:lnTo>
                  <a:lnTo>
                    <a:pt x="33248" y="12065"/>
                  </a:lnTo>
                  <a:lnTo>
                    <a:pt x="31737" y="10414"/>
                  </a:lnTo>
                  <a:lnTo>
                    <a:pt x="30687" y="9906"/>
                  </a:lnTo>
                  <a:lnTo>
                    <a:pt x="25158" y="9906"/>
                  </a:lnTo>
                  <a:lnTo>
                    <a:pt x="24079" y="8255"/>
                  </a:lnTo>
                  <a:lnTo>
                    <a:pt x="21907" y="6223"/>
                  </a:lnTo>
                  <a:close/>
                </a:path>
                <a:path w="36830" h="22860">
                  <a:moveTo>
                    <a:pt x="10744" y="3429"/>
                  </a:moveTo>
                  <a:lnTo>
                    <a:pt x="5499" y="6223"/>
                  </a:lnTo>
                  <a:lnTo>
                    <a:pt x="4298" y="8509"/>
                  </a:lnTo>
                  <a:lnTo>
                    <a:pt x="4254" y="9652"/>
                  </a:lnTo>
                  <a:lnTo>
                    <a:pt x="4419" y="11303"/>
                  </a:lnTo>
                  <a:lnTo>
                    <a:pt x="0" y="11684"/>
                  </a:lnTo>
                  <a:lnTo>
                    <a:pt x="0" y="19050"/>
                  </a:lnTo>
                  <a:lnTo>
                    <a:pt x="2336" y="21336"/>
                  </a:lnTo>
                  <a:lnTo>
                    <a:pt x="8166" y="21336"/>
                  </a:lnTo>
                  <a:lnTo>
                    <a:pt x="7327" y="20066"/>
                  </a:lnTo>
                  <a:lnTo>
                    <a:pt x="7195" y="19050"/>
                  </a:lnTo>
                  <a:lnTo>
                    <a:pt x="7162" y="12827"/>
                  </a:lnTo>
                  <a:lnTo>
                    <a:pt x="12407" y="12065"/>
                  </a:lnTo>
                  <a:lnTo>
                    <a:pt x="13081" y="7239"/>
                  </a:lnTo>
                  <a:lnTo>
                    <a:pt x="21501" y="5207"/>
                  </a:lnTo>
                  <a:lnTo>
                    <a:pt x="27392" y="5207"/>
                  </a:lnTo>
                  <a:lnTo>
                    <a:pt x="13411" y="5080"/>
                  </a:lnTo>
                  <a:lnTo>
                    <a:pt x="10744" y="3429"/>
                  </a:lnTo>
                  <a:close/>
                </a:path>
                <a:path w="36830" h="22860">
                  <a:moveTo>
                    <a:pt x="27495" y="8509"/>
                  </a:moveTo>
                  <a:lnTo>
                    <a:pt x="25158" y="9906"/>
                  </a:lnTo>
                  <a:lnTo>
                    <a:pt x="30687" y="9906"/>
                  </a:lnTo>
                  <a:lnTo>
                    <a:pt x="30162" y="9652"/>
                  </a:lnTo>
                  <a:lnTo>
                    <a:pt x="27495" y="8509"/>
                  </a:lnTo>
                  <a:close/>
                </a:path>
                <a:path w="36830" h="22860">
                  <a:moveTo>
                    <a:pt x="27392" y="5207"/>
                  </a:moveTo>
                  <a:lnTo>
                    <a:pt x="21501" y="5207"/>
                  </a:lnTo>
                  <a:lnTo>
                    <a:pt x="24244" y="6731"/>
                  </a:lnTo>
                  <a:lnTo>
                    <a:pt x="25412" y="8636"/>
                  </a:lnTo>
                  <a:lnTo>
                    <a:pt x="26250" y="8128"/>
                  </a:lnTo>
                  <a:lnTo>
                    <a:pt x="27990" y="8128"/>
                  </a:lnTo>
                  <a:lnTo>
                    <a:pt x="27825" y="6477"/>
                  </a:lnTo>
                  <a:lnTo>
                    <a:pt x="27392" y="5207"/>
                  </a:lnTo>
                  <a:close/>
                </a:path>
                <a:path w="36830" h="22860">
                  <a:moveTo>
                    <a:pt x="18745" y="0"/>
                  </a:moveTo>
                  <a:lnTo>
                    <a:pt x="15074" y="2032"/>
                  </a:lnTo>
                  <a:lnTo>
                    <a:pt x="13411" y="5080"/>
                  </a:lnTo>
                  <a:lnTo>
                    <a:pt x="27349" y="5080"/>
                  </a:lnTo>
                  <a:lnTo>
                    <a:pt x="26657" y="3048"/>
                  </a:lnTo>
                  <a:lnTo>
                    <a:pt x="18745" y="0"/>
                  </a:lnTo>
                  <a:close/>
                </a:path>
              </a:pathLst>
            </a:custGeom>
            <a:solidFill>
              <a:srgbClr val="FFFFFF"/>
            </a:solidFill>
          </p:spPr>
          <p:txBody>
            <a:bodyPr wrap="square" lIns="0" tIns="0" rIns="0" bIns="0" rtlCol="0"/>
            <a:lstStyle/>
            <a:p>
              <a:endParaRPr/>
            </a:p>
          </p:txBody>
        </p:sp>
      </p:grpSp>
      <p:sp>
        <p:nvSpPr>
          <p:cNvPr id="27" name="object 27"/>
          <p:cNvSpPr/>
          <p:nvPr/>
        </p:nvSpPr>
        <p:spPr>
          <a:xfrm>
            <a:off x="1420367" y="3230879"/>
            <a:ext cx="79247" cy="79248"/>
          </a:xfrm>
          <a:prstGeom prst="rect">
            <a:avLst/>
          </a:prstGeom>
          <a:blipFill>
            <a:blip r:embed="rId3" cstate="print"/>
            <a:stretch>
              <a:fillRect/>
            </a:stretch>
          </a:blipFill>
        </p:spPr>
        <p:txBody>
          <a:bodyPr wrap="square" lIns="0" tIns="0" rIns="0" bIns="0" rtlCol="0"/>
          <a:lstStyle/>
          <a:p>
            <a:endParaRPr/>
          </a:p>
        </p:txBody>
      </p:sp>
      <p:grpSp>
        <p:nvGrpSpPr>
          <p:cNvPr id="28" name="object 28"/>
          <p:cNvGrpSpPr/>
          <p:nvPr/>
        </p:nvGrpSpPr>
        <p:grpSpPr>
          <a:xfrm>
            <a:off x="1074419" y="3247644"/>
            <a:ext cx="67310" cy="67310"/>
            <a:chOff x="1074419" y="3247644"/>
            <a:chExt cx="67310" cy="67310"/>
          </a:xfrm>
        </p:grpSpPr>
        <p:sp>
          <p:nvSpPr>
            <p:cNvPr id="29" name="object 29"/>
            <p:cNvSpPr/>
            <p:nvPr/>
          </p:nvSpPr>
          <p:spPr>
            <a:xfrm>
              <a:off x="1075943" y="3249168"/>
              <a:ext cx="64135" cy="64135"/>
            </a:xfrm>
            <a:custGeom>
              <a:avLst/>
              <a:gdLst/>
              <a:ahLst/>
              <a:cxnLst/>
              <a:rect l="l" t="t" r="r" b="b"/>
              <a:pathLst>
                <a:path w="64134" h="64135">
                  <a:moveTo>
                    <a:pt x="32003" y="0"/>
                  </a:moveTo>
                  <a:lnTo>
                    <a:pt x="19545" y="2518"/>
                  </a:lnTo>
                  <a:lnTo>
                    <a:pt x="9372" y="9382"/>
                  </a:lnTo>
                  <a:lnTo>
                    <a:pt x="2514" y="19556"/>
                  </a:lnTo>
                  <a:lnTo>
                    <a:pt x="0" y="32004"/>
                  </a:lnTo>
                  <a:lnTo>
                    <a:pt x="2514" y="44451"/>
                  </a:lnTo>
                  <a:lnTo>
                    <a:pt x="9372" y="54625"/>
                  </a:lnTo>
                  <a:lnTo>
                    <a:pt x="19545" y="61489"/>
                  </a:lnTo>
                  <a:lnTo>
                    <a:pt x="32003" y="64008"/>
                  </a:lnTo>
                  <a:lnTo>
                    <a:pt x="44462" y="61489"/>
                  </a:lnTo>
                  <a:lnTo>
                    <a:pt x="54635" y="54625"/>
                  </a:lnTo>
                  <a:lnTo>
                    <a:pt x="61493" y="44451"/>
                  </a:lnTo>
                  <a:lnTo>
                    <a:pt x="64008" y="32004"/>
                  </a:lnTo>
                  <a:lnTo>
                    <a:pt x="61493" y="19556"/>
                  </a:lnTo>
                  <a:lnTo>
                    <a:pt x="54635" y="9382"/>
                  </a:lnTo>
                  <a:lnTo>
                    <a:pt x="44462" y="2518"/>
                  </a:lnTo>
                  <a:lnTo>
                    <a:pt x="32003" y="0"/>
                  </a:lnTo>
                  <a:close/>
                </a:path>
              </a:pathLst>
            </a:custGeom>
            <a:solidFill>
              <a:srgbClr val="0078D6"/>
            </a:solidFill>
          </p:spPr>
          <p:txBody>
            <a:bodyPr wrap="square" lIns="0" tIns="0" rIns="0" bIns="0" rtlCol="0"/>
            <a:lstStyle/>
            <a:p>
              <a:endParaRPr/>
            </a:p>
          </p:txBody>
        </p:sp>
        <p:sp>
          <p:nvSpPr>
            <p:cNvPr id="30" name="object 30"/>
            <p:cNvSpPr/>
            <p:nvPr/>
          </p:nvSpPr>
          <p:spPr>
            <a:xfrm>
              <a:off x="1094231" y="3265932"/>
              <a:ext cx="27940" cy="30480"/>
            </a:xfrm>
            <a:custGeom>
              <a:avLst/>
              <a:gdLst/>
              <a:ahLst/>
              <a:cxnLst/>
              <a:rect l="l" t="t" r="r" b="b"/>
              <a:pathLst>
                <a:path w="27940" h="30479">
                  <a:moveTo>
                    <a:pt x="18897" y="0"/>
                  </a:moveTo>
                  <a:lnTo>
                    <a:pt x="8534" y="0"/>
                  </a:lnTo>
                  <a:lnTo>
                    <a:pt x="4140" y="4444"/>
                  </a:lnTo>
                  <a:lnTo>
                    <a:pt x="4140" y="12953"/>
                  </a:lnTo>
                  <a:lnTo>
                    <a:pt x="5689" y="15747"/>
                  </a:lnTo>
                  <a:lnTo>
                    <a:pt x="8534" y="17525"/>
                  </a:lnTo>
                  <a:lnTo>
                    <a:pt x="3365" y="19684"/>
                  </a:lnTo>
                  <a:lnTo>
                    <a:pt x="0" y="24764"/>
                  </a:lnTo>
                  <a:lnTo>
                    <a:pt x="0" y="30479"/>
                  </a:lnTo>
                  <a:lnTo>
                    <a:pt x="2590" y="30479"/>
                  </a:lnTo>
                  <a:lnTo>
                    <a:pt x="2590" y="24002"/>
                  </a:lnTo>
                  <a:lnTo>
                    <a:pt x="7505" y="19176"/>
                  </a:lnTo>
                  <a:lnTo>
                    <a:pt x="22850" y="19176"/>
                  </a:lnTo>
                  <a:lnTo>
                    <a:pt x="18897" y="17525"/>
                  </a:lnTo>
                  <a:lnTo>
                    <a:pt x="20523" y="16509"/>
                  </a:lnTo>
                  <a:lnTo>
                    <a:pt x="9829" y="16509"/>
                  </a:lnTo>
                  <a:lnTo>
                    <a:pt x="6731" y="13462"/>
                  </a:lnTo>
                  <a:lnTo>
                    <a:pt x="6731" y="5714"/>
                  </a:lnTo>
                  <a:lnTo>
                    <a:pt x="9829" y="2539"/>
                  </a:lnTo>
                  <a:lnTo>
                    <a:pt x="21408" y="2539"/>
                  </a:lnTo>
                  <a:lnTo>
                    <a:pt x="18897" y="0"/>
                  </a:lnTo>
                  <a:close/>
                </a:path>
                <a:path w="27940" h="30479">
                  <a:moveTo>
                    <a:pt x="22850" y="19176"/>
                  </a:moveTo>
                  <a:lnTo>
                    <a:pt x="19926" y="19176"/>
                  </a:lnTo>
                  <a:lnTo>
                    <a:pt x="24841" y="24002"/>
                  </a:lnTo>
                  <a:lnTo>
                    <a:pt x="24841" y="30479"/>
                  </a:lnTo>
                  <a:lnTo>
                    <a:pt x="27431" y="30479"/>
                  </a:lnTo>
                  <a:lnTo>
                    <a:pt x="27431" y="24764"/>
                  </a:lnTo>
                  <a:lnTo>
                    <a:pt x="24066" y="19684"/>
                  </a:lnTo>
                  <a:lnTo>
                    <a:pt x="22850" y="19176"/>
                  </a:lnTo>
                  <a:close/>
                </a:path>
                <a:path w="27940" h="30479">
                  <a:moveTo>
                    <a:pt x="21408" y="2539"/>
                  </a:moveTo>
                  <a:lnTo>
                    <a:pt x="17602" y="2539"/>
                  </a:lnTo>
                  <a:lnTo>
                    <a:pt x="20701" y="5714"/>
                  </a:lnTo>
                  <a:lnTo>
                    <a:pt x="20701" y="13462"/>
                  </a:lnTo>
                  <a:lnTo>
                    <a:pt x="17602" y="16509"/>
                  </a:lnTo>
                  <a:lnTo>
                    <a:pt x="20523" y="16509"/>
                  </a:lnTo>
                  <a:lnTo>
                    <a:pt x="21742" y="15747"/>
                  </a:lnTo>
                  <a:lnTo>
                    <a:pt x="23291" y="12953"/>
                  </a:lnTo>
                  <a:lnTo>
                    <a:pt x="23291" y="4444"/>
                  </a:lnTo>
                  <a:lnTo>
                    <a:pt x="21408" y="2539"/>
                  </a:lnTo>
                  <a:close/>
                </a:path>
              </a:pathLst>
            </a:custGeom>
            <a:solidFill>
              <a:srgbClr val="FFFFFF"/>
            </a:solidFill>
          </p:spPr>
          <p:txBody>
            <a:bodyPr wrap="square" lIns="0" tIns="0" rIns="0" bIns="0" rtlCol="0"/>
            <a:lstStyle/>
            <a:p>
              <a:endParaRPr/>
            </a:p>
          </p:txBody>
        </p:sp>
        <p:sp>
          <p:nvSpPr>
            <p:cNvPr id="31" name="object 31"/>
            <p:cNvSpPr/>
            <p:nvPr/>
          </p:nvSpPr>
          <p:spPr>
            <a:xfrm>
              <a:off x="1088897" y="3262122"/>
              <a:ext cx="38100" cy="38100"/>
            </a:xfrm>
            <a:custGeom>
              <a:avLst/>
              <a:gdLst/>
              <a:ahLst/>
              <a:cxnLst/>
              <a:rect l="l" t="t" r="r" b="b"/>
              <a:pathLst>
                <a:path w="38100" h="38100">
                  <a:moveTo>
                    <a:pt x="0" y="19050"/>
                  </a:moveTo>
                  <a:lnTo>
                    <a:pt x="1497" y="11626"/>
                  </a:lnTo>
                  <a:lnTo>
                    <a:pt x="5581" y="5572"/>
                  </a:lnTo>
                  <a:lnTo>
                    <a:pt x="11637" y="1494"/>
                  </a:lnTo>
                  <a:lnTo>
                    <a:pt x="19050" y="0"/>
                  </a:lnTo>
                  <a:lnTo>
                    <a:pt x="26462" y="1494"/>
                  </a:lnTo>
                  <a:lnTo>
                    <a:pt x="32518" y="5572"/>
                  </a:lnTo>
                  <a:lnTo>
                    <a:pt x="36602" y="11626"/>
                  </a:lnTo>
                  <a:lnTo>
                    <a:pt x="38100" y="19050"/>
                  </a:lnTo>
                  <a:lnTo>
                    <a:pt x="36602" y="26473"/>
                  </a:lnTo>
                  <a:lnTo>
                    <a:pt x="32518" y="32527"/>
                  </a:lnTo>
                  <a:lnTo>
                    <a:pt x="26462" y="36605"/>
                  </a:lnTo>
                  <a:lnTo>
                    <a:pt x="19050" y="38100"/>
                  </a:lnTo>
                  <a:lnTo>
                    <a:pt x="11637" y="36605"/>
                  </a:lnTo>
                  <a:lnTo>
                    <a:pt x="5581" y="32527"/>
                  </a:lnTo>
                  <a:lnTo>
                    <a:pt x="1497" y="26473"/>
                  </a:lnTo>
                  <a:lnTo>
                    <a:pt x="0" y="19050"/>
                  </a:lnTo>
                  <a:close/>
                </a:path>
              </a:pathLst>
            </a:custGeom>
            <a:ln w="28956">
              <a:solidFill>
                <a:srgbClr val="FFFFFF"/>
              </a:solidFill>
            </a:ln>
          </p:spPr>
          <p:txBody>
            <a:bodyPr wrap="square" lIns="0" tIns="0" rIns="0" bIns="0" rtlCol="0"/>
            <a:lstStyle/>
            <a:p>
              <a:endParaRPr/>
            </a:p>
          </p:txBody>
        </p:sp>
      </p:grpSp>
      <p:grpSp>
        <p:nvGrpSpPr>
          <p:cNvPr id="32" name="object 32"/>
          <p:cNvGrpSpPr/>
          <p:nvPr/>
        </p:nvGrpSpPr>
        <p:grpSpPr>
          <a:xfrm>
            <a:off x="1546860" y="3471671"/>
            <a:ext cx="50800" cy="52069"/>
            <a:chOff x="1546860" y="3471671"/>
            <a:chExt cx="50800" cy="52069"/>
          </a:xfrm>
        </p:grpSpPr>
        <p:sp>
          <p:nvSpPr>
            <p:cNvPr id="33" name="object 33"/>
            <p:cNvSpPr/>
            <p:nvPr/>
          </p:nvSpPr>
          <p:spPr>
            <a:xfrm>
              <a:off x="1546860" y="3471671"/>
              <a:ext cx="50800" cy="52069"/>
            </a:xfrm>
            <a:custGeom>
              <a:avLst/>
              <a:gdLst/>
              <a:ahLst/>
              <a:cxnLst/>
              <a:rect l="l" t="t" r="r" b="b"/>
              <a:pathLst>
                <a:path w="50800" h="52070">
                  <a:moveTo>
                    <a:pt x="25146" y="0"/>
                  </a:moveTo>
                  <a:lnTo>
                    <a:pt x="15376" y="2030"/>
                  </a:lnTo>
                  <a:lnTo>
                    <a:pt x="7381" y="7572"/>
                  </a:lnTo>
                  <a:lnTo>
                    <a:pt x="1982" y="15805"/>
                  </a:lnTo>
                  <a:lnTo>
                    <a:pt x="0" y="25907"/>
                  </a:lnTo>
                  <a:lnTo>
                    <a:pt x="1982" y="36010"/>
                  </a:lnTo>
                  <a:lnTo>
                    <a:pt x="7381" y="44243"/>
                  </a:lnTo>
                  <a:lnTo>
                    <a:pt x="15376" y="49785"/>
                  </a:lnTo>
                  <a:lnTo>
                    <a:pt x="25146" y="51815"/>
                  </a:lnTo>
                  <a:lnTo>
                    <a:pt x="34915" y="49785"/>
                  </a:lnTo>
                  <a:lnTo>
                    <a:pt x="42910" y="44243"/>
                  </a:lnTo>
                  <a:lnTo>
                    <a:pt x="48309" y="36010"/>
                  </a:lnTo>
                  <a:lnTo>
                    <a:pt x="50292" y="25907"/>
                  </a:lnTo>
                  <a:lnTo>
                    <a:pt x="48309" y="15805"/>
                  </a:lnTo>
                  <a:lnTo>
                    <a:pt x="42910" y="7572"/>
                  </a:lnTo>
                  <a:lnTo>
                    <a:pt x="34915" y="2030"/>
                  </a:lnTo>
                  <a:lnTo>
                    <a:pt x="25146" y="0"/>
                  </a:lnTo>
                  <a:close/>
                </a:path>
              </a:pathLst>
            </a:custGeom>
            <a:solidFill>
              <a:srgbClr val="0078D6"/>
            </a:solidFill>
          </p:spPr>
          <p:txBody>
            <a:bodyPr wrap="square" lIns="0" tIns="0" rIns="0" bIns="0" rtlCol="0"/>
            <a:lstStyle/>
            <a:p>
              <a:endParaRPr/>
            </a:p>
          </p:txBody>
        </p:sp>
        <p:sp>
          <p:nvSpPr>
            <p:cNvPr id="34" name="object 34"/>
            <p:cNvSpPr/>
            <p:nvPr/>
          </p:nvSpPr>
          <p:spPr>
            <a:xfrm>
              <a:off x="1557703" y="3480083"/>
              <a:ext cx="29845" cy="36830"/>
            </a:xfrm>
            <a:custGeom>
              <a:avLst/>
              <a:gdLst/>
              <a:ahLst/>
              <a:cxnLst/>
              <a:rect l="l" t="t" r="r" b="b"/>
              <a:pathLst>
                <a:path w="29844" h="36829">
                  <a:moveTo>
                    <a:pt x="14657" y="0"/>
                  </a:moveTo>
                  <a:lnTo>
                    <a:pt x="6480" y="3098"/>
                  </a:lnTo>
                  <a:lnTo>
                    <a:pt x="0" y="5267"/>
                  </a:lnTo>
                  <a:lnTo>
                    <a:pt x="2160" y="21053"/>
                  </a:lnTo>
                  <a:lnTo>
                    <a:pt x="7213" y="30486"/>
                  </a:lnTo>
                  <a:lnTo>
                    <a:pt x="12324" y="35054"/>
                  </a:lnTo>
                  <a:lnTo>
                    <a:pt x="14657" y="36246"/>
                  </a:lnTo>
                  <a:lnTo>
                    <a:pt x="23303" y="32931"/>
                  </a:lnTo>
                  <a:lnTo>
                    <a:pt x="27704" y="28598"/>
                  </a:lnTo>
                  <a:lnTo>
                    <a:pt x="29227" y="20345"/>
                  </a:lnTo>
                  <a:lnTo>
                    <a:pt x="29238" y="5267"/>
                  </a:lnTo>
                  <a:lnTo>
                    <a:pt x="22757" y="3098"/>
                  </a:lnTo>
                  <a:lnTo>
                    <a:pt x="14657" y="0"/>
                  </a:lnTo>
                  <a:close/>
                </a:path>
              </a:pathLst>
            </a:custGeom>
            <a:solidFill>
              <a:srgbClr val="FDFDFD"/>
            </a:solidFill>
          </p:spPr>
          <p:txBody>
            <a:bodyPr wrap="square" lIns="0" tIns="0" rIns="0" bIns="0" rtlCol="0"/>
            <a:lstStyle/>
            <a:p>
              <a:endParaRPr/>
            </a:p>
          </p:txBody>
        </p:sp>
        <p:sp>
          <p:nvSpPr>
            <p:cNvPr id="35" name="object 35"/>
            <p:cNvSpPr/>
            <p:nvPr/>
          </p:nvSpPr>
          <p:spPr>
            <a:xfrm>
              <a:off x="1558290" y="3480053"/>
              <a:ext cx="29845" cy="37465"/>
            </a:xfrm>
            <a:custGeom>
              <a:avLst/>
              <a:gdLst/>
              <a:ahLst/>
              <a:cxnLst/>
              <a:rect l="l" t="t" r="r" b="b"/>
              <a:pathLst>
                <a:path w="29844" h="37464">
                  <a:moveTo>
                    <a:pt x="29718" y="0"/>
                  </a:moveTo>
                  <a:lnTo>
                    <a:pt x="762" y="0"/>
                  </a:lnTo>
                  <a:lnTo>
                    <a:pt x="762" y="5334"/>
                  </a:lnTo>
                  <a:lnTo>
                    <a:pt x="0" y="5334"/>
                  </a:lnTo>
                  <a:lnTo>
                    <a:pt x="0" y="34290"/>
                  </a:lnTo>
                  <a:lnTo>
                    <a:pt x="762" y="34290"/>
                  </a:lnTo>
                  <a:lnTo>
                    <a:pt x="762" y="36842"/>
                  </a:lnTo>
                  <a:lnTo>
                    <a:pt x="29718" y="36842"/>
                  </a:lnTo>
                  <a:lnTo>
                    <a:pt x="29718" y="0"/>
                  </a:lnTo>
                  <a:close/>
                </a:path>
              </a:pathLst>
            </a:custGeom>
            <a:solidFill>
              <a:srgbClr val="0078D6"/>
            </a:solidFill>
          </p:spPr>
          <p:txBody>
            <a:bodyPr wrap="square" lIns="0" tIns="0" rIns="0" bIns="0" rtlCol="0"/>
            <a:lstStyle/>
            <a:p>
              <a:endParaRPr/>
            </a:p>
          </p:txBody>
        </p:sp>
      </p:grpSp>
      <p:grpSp>
        <p:nvGrpSpPr>
          <p:cNvPr id="36" name="object 36"/>
          <p:cNvGrpSpPr/>
          <p:nvPr/>
        </p:nvGrpSpPr>
        <p:grpSpPr>
          <a:xfrm>
            <a:off x="1693164" y="3364991"/>
            <a:ext cx="52069" cy="53340"/>
            <a:chOff x="1693164" y="3364991"/>
            <a:chExt cx="52069" cy="53340"/>
          </a:xfrm>
        </p:grpSpPr>
        <p:sp>
          <p:nvSpPr>
            <p:cNvPr id="37" name="object 37"/>
            <p:cNvSpPr/>
            <p:nvPr/>
          </p:nvSpPr>
          <p:spPr>
            <a:xfrm>
              <a:off x="1693164" y="3366515"/>
              <a:ext cx="52069" cy="50800"/>
            </a:xfrm>
            <a:custGeom>
              <a:avLst/>
              <a:gdLst/>
              <a:ahLst/>
              <a:cxnLst/>
              <a:rect l="l" t="t" r="r" b="b"/>
              <a:pathLst>
                <a:path w="52069" h="50800">
                  <a:moveTo>
                    <a:pt x="25908" y="0"/>
                  </a:moveTo>
                  <a:lnTo>
                    <a:pt x="15805" y="1982"/>
                  </a:lnTo>
                  <a:lnTo>
                    <a:pt x="7572" y="7381"/>
                  </a:lnTo>
                  <a:lnTo>
                    <a:pt x="2030" y="15376"/>
                  </a:lnTo>
                  <a:lnTo>
                    <a:pt x="0" y="25146"/>
                  </a:lnTo>
                  <a:lnTo>
                    <a:pt x="2030" y="34915"/>
                  </a:lnTo>
                  <a:lnTo>
                    <a:pt x="7572" y="42910"/>
                  </a:lnTo>
                  <a:lnTo>
                    <a:pt x="15805" y="48309"/>
                  </a:lnTo>
                  <a:lnTo>
                    <a:pt x="25908" y="50292"/>
                  </a:lnTo>
                  <a:lnTo>
                    <a:pt x="36010" y="48309"/>
                  </a:lnTo>
                  <a:lnTo>
                    <a:pt x="44243" y="42910"/>
                  </a:lnTo>
                  <a:lnTo>
                    <a:pt x="49785" y="34915"/>
                  </a:lnTo>
                  <a:lnTo>
                    <a:pt x="51816" y="25146"/>
                  </a:lnTo>
                  <a:lnTo>
                    <a:pt x="49785" y="15376"/>
                  </a:lnTo>
                  <a:lnTo>
                    <a:pt x="44243" y="7381"/>
                  </a:lnTo>
                  <a:lnTo>
                    <a:pt x="36010" y="1982"/>
                  </a:lnTo>
                  <a:lnTo>
                    <a:pt x="25908" y="0"/>
                  </a:lnTo>
                  <a:close/>
                </a:path>
              </a:pathLst>
            </a:custGeom>
            <a:solidFill>
              <a:srgbClr val="0078D6"/>
            </a:solidFill>
          </p:spPr>
          <p:txBody>
            <a:bodyPr wrap="square" lIns="0" tIns="0" rIns="0" bIns="0" rtlCol="0"/>
            <a:lstStyle/>
            <a:p>
              <a:endParaRPr/>
            </a:p>
          </p:txBody>
        </p:sp>
        <p:sp>
          <p:nvSpPr>
            <p:cNvPr id="38" name="object 38"/>
            <p:cNvSpPr/>
            <p:nvPr/>
          </p:nvSpPr>
          <p:spPr>
            <a:xfrm>
              <a:off x="1699260" y="3371087"/>
              <a:ext cx="40005" cy="41275"/>
            </a:xfrm>
            <a:custGeom>
              <a:avLst/>
              <a:gdLst/>
              <a:ahLst/>
              <a:cxnLst/>
              <a:rect l="l" t="t" r="r" b="b"/>
              <a:pathLst>
                <a:path w="40005" h="41275">
                  <a:moveTo>
                    <a:pt x="0" y="20574"/>
                  </a:moveTo>
                  <a:lnTo>
                    <a:pt x="1559" y="12590"/>
                  </a:lnTo>
                  <a:lnTo>
                    <a:pt x="5810" y="6048"/>
                  </a:lnTo>
                  <a:lnTo>
                    <a:pt x="12108" y="1625"/>
                  </a:lnTo>
                  <a:lnTo>
                    <a:pt x="19812" y="0"/>
                  </a:lnTo>
                  <a:lnTo>
                    <a:pt x="27515" y="1625"/>
                  </a:lnTo>
                  <a:lnTo>
                    <a:pt x="33813" y="6048"/>
                  </a:lnTo>
                  <a:lnTo>
                    <a:pt x="38064" y="12590"/>
                  </a:lnTo>
                  <a:lnTo>
                    <a:pt x="39623" y="20574"/>
                  </a:lnTo>
                  <a:lnTo>
                    <a:pt x="38064" y="28557"/>
                  </a:lnTo>
                  <a:lnTo>
                    <a:pt x="33813" y="35099"/>
                  </a:lnTo>
                  <a:lnTo>
                    <a:pt x="27515" y="39522"/>
                  </a:lnTo>
                  <a:lnTo>
                    <a:pt x="19812" y="41148"/>
                  </a:lnTo>
                  <a:lnTo>
                    <a:pt x="12108" y="39522"/>
                  </a:lnTo>
                  <a:lnTo>
                    <a:pt x="5810" y="35099"/>
                  </a:lnTo>
                  <a:lnTo>
                    <a:pt x="1559" y="28557"/>
                  </a:lnTo>
                  <a:lnTo>
                    <a:pt x="0" y="20574"/>
                  </a:lnTo>
                  <a:close/>
                </a:path>
                <a:path w="40005" h="41275">
                  <a:moveTo>
                    <a:pt x="4571" y="20574"/>
                  </a:moveTo>
                  <a:lnTo>
                    <a:pt x="4571" y="11684"/>
                  </a:lnTo>
                  <a:lnTo>
                    <a:pt x="11429" y="4572"/>
                  </a:lnTo>
                  <a:lnTo>
                    <a:pt x="19812" y="4572"/>
                  </a:lnTo>
                  <a:lnTo>
                    <a:pt x="28193" y="4572"/>
                  </a:lnTo>
                  <a:lnTo>
                    <a:pt x="35051" y="11684"/>
                  </a:lnTo>
                  <a:lnTo>
                    <a:pt x="35051" y="20574"/>
                  </a:lnTo>
                  <a:lnTo>
                    <a:pt x="35051" y="29463"/>
                  </a:lnTo>
                  <a:lnTo>
                    <a:pt x="28193" y="36575"/>
                  </a:lnTo>
                  <a:lnTo>
                    <a:pt x="19812" y="36575"/>
                  </a:lnTo>
                  <a:lnTo>
                    <a:pt x="11429" y="36575"/>
                  </a:lnTo>
                  <a:lnTo>
                    <a:pt x="4571" y="29463"/>
                  </a:lnTo>
                  <a:lnTo>
                    <a:pt x="4571" y="20574"/>
                  </a:lnTo>
                  <a:close/>
                </a:path>
                <a:path w="40005" h="41275">
                  <a:moveTo>
                    <a:pt x="9143" y="20574"/>
                  </a:moveTo>
                  <a:lnTo>
                    <a:pt x="9143" y="14224"/>
                  </a:lnTo>
                  <a:lnTo>
                    <a:pt x="13969" y="9144"/>
                  </a:lnTo>
                  <a:lnTo>
                    <a:pt x="19812" y="9144"/>
                  </a:lnTo>
                  <a:lnTo>
                    <a:pt x="25653" y="9144"/>
                  </a:lnTo>
                  <a:lnTo>
                    <a:pt x="30479" y="14224"/>
                  </a:lnTo>
                  <a:lnTo>
                    <a:pt x="30479" y="20574"/>
                  </a:lnTo>
                  <a:lnTo>
                    <a:pt x="30479" y="26924"/>
                  </a:lnTo>
                  <a:lnTo>
                    <a:pt x="25653" y="32003"/>
                  </a:lnTo>
                  <a:lnTo>
                    <a:pt x="19812" y="32003"/>
                  </a:lnTo>
                  <a:lnTo>
                    <a:pt x="13969" y="32003"/>
                  </a:lnTo>
                  <a:lnTo>
                    <a:pt x="9143" y="26924"/>
                  </a:lnTo>
                  <a:lnTo>
                    <a:pt x="9143" y="20574"/>
                  </a:lnTo>
                  <a:close/>
                </a:path>
                <a:path w="40005" h="41275">
                  <a:moveTo>
                    <a:pt x="13715" y="21336"/>
                  </a:moveTo>
                  <a:lnTo>
                    <a:pt x="13715" y="17907"/>
                  </a:lnTo>
                  <a:lnTo>
                    <a:pt x="16382" y="15239"/>
                  </a:lnTo>
                  <a:lnTo>
                    <a:pt x="19812" y="15239"/>
                  </a:lnTo>
                  <a:lnTo>
                    <a:pt x="23240" y="15239"/>
                  </a:lnTo>
                  <a:lnTo>
                    <a:pt x="25907" y="17907"/>
                  </a:lnTo>
                  <a:lnTo>
                    <a:pt x="25907" y="21336"/>
                  </a:lnTo>
                  <a:lnTo>
                    <a:pt x="25907" y="24764"/>
                  </a:lnTo>
                  <a:lnTo>
                    <a:pt x="23240" y="27432"/>
                  </a:lnTo>
                  <a:lnTo>
                    <a:pt x="19812" y="27432"/>
                  </a:lnTo>
                  <a:lnTo>
                    <a:pt x="16382" y="27432"/>
                  </a:lnTo>
                  <a:lnTo>
                    <a:pt x="13715" y="24764"/>
                  </a:lnTo>
                  <a:lnTo>
                    <a:pt x="13715" y="21336"/>
                  </a:lnTo>
                  <a:close/>
                </a:path>
              </a:pathLst>
            </a:custGeom>
            <a:ln w="12192">
              <a:solidFill>
                <a:srgbClr val="FFFFFF"/>
              </a:solidFill>
            </a:ln>
          </p:spPr>
          <p:txBody>
            <a:bodyPr wrap="square" lIns="0" tIns="0" rIns="0" bIns="0" rtlCol="0"/>
            <a:lstStyle/>
            <a:p>
              <a:endParaRPr/>
            </a:p>
          </p:txBody>
        </p:sp>
        <p:sp>
          <p:nvSpPr>
            <p:cNvPr id="39" name="object 39"/>
            <p:cNvSpPr/>
            <p:nvPr/>
          </p:nvSpPr>
          <p:spPr>
            <a:xfrm>
              <a:off x="1702308" y="3375659"/>
              <a:ext cx="26034" cy="26034"/>
            </a:xfrm>
            <a:custGeom>
              <a:avLst/>
              <a:gdLst/>
              <a:ahLst/>
              <a:cxnLst/>
              <a:rect l="l" t="t" r="r" b="b"/>
              <a:pathLst>
                <a:path w="26035" h="26035">
                  <a:moveTo>
                    <a:pt x="4572" y="1016"/>
                  </a:moveTo>
                  <a:lnTo>
                    <a:pt x="3556" y="0"/>
                  </a:lnTo>
                  <a:lnTo>
                    <a:pt x="1016" y="0"/>
                  </a:lnTo>
                  <a:lnTo>
                    <a:pt x="0" y="1016"/>
                  </a:lnTo>
                  <a:lnTo>
                    <a:pt x="0" y="3556"/>
                  </a:lnTo>
                  <a:lnTo>
                    <a:pt x="1016" y="4572"/>
                  </a:lnTo>
                  <a:lnTo>
                    <a:pt x="3556" y="4572"/>
                  </a:lnTo>
                  <a:lnTo>
                    <a:pt x="4572" y="3556"/>
                  </a:lnTo>
                  <a:lnTo>
                    <a:pt x="4572" y="1016"/>
                  </a:lnTo>
                  <a:close/>
                </a:path>
                <a:path w="26035" h="26035">
                  <a:moveTo>
                    <a:pt x="13716" y="14732"/>
                  </a:moveTo>
                  <a:lnTo>
                    <a:pt x="12700" y="13716"/>
                  </a:lnTo>
                  <a:lnTo>
                    <a:pt x="10160" y="13716"/>
                  </a:lnTo>
                  <a:lnTo>
                    <a:pt x="9144" y="14732"/>
                  </a:lnTo>
                  <a:lnTo>
                    <a:pt x="9144" y="17272"/>
                  </a:lnTo>
                  <a:lnTo>
                    <a:pt x="10160" y="18288"/>
                  </a:lnTo>
                  <a:lnTo>
                    <a:pt x="12700" y="18288"/>
                  </a:lnTo>
                  <a:lnTo>
                    <a:pt x="13716" y="17272"/>
                  </a:lnTo>
                  <a:lnTo>
                    <a:pt x="13716" y="14732"/>
                  </a:lnTo>
                  <a:close/>
                </a:path>
                <a:path w="26035" h="26035">
                  <a:moveTo>
                    <a:pt x="25908" y="22352"/>
                  </a:moveTo>
                  <a:lnTo>
                    <a:pt x="25273" y="21336"/>
                  </a:lnTo>
                  <a:lnTo>
                    <a:pt x="23495" y="21336"/>
                  </a:lnTo>
                  <a:lnTo>
                    <a:pt x="22860" y="22352"/>
                  </a:lnTo>
                  <a:lnTo>
                    <a:pt x="22860" y="24892"/>
                  </a:lnTo>
                  <a:lnTo>
                    <a:pt x="23495" y="25908"/>
                  </a:lnTo>
                  <a:lnTo>
                    <a:pt x="25273" y="25908"/>
                  </a:lnTo>
                  <a:lnTo>
                    <a:pt x="25908" y="24892"/>
                  </a:lnTo>
                  <a:lnTo>
                    <a:pt x="25908" y="22352"/>
                  </a:lnTo>
                  <a:close/>
                </a:path>
                <a:path w="26035" h="26035">
                  <a:moveTo>
                    <a:pt x="25908" y="1016"/>
                  </a:moveTo>
                  <a:lnTo>
                    <a:pt x="25273" y="0"/>
                  </a:lnTo>
                  <a:lnTo>
                    <a:pt x="23495" y="0"/>
                  </a:lnTo>
                  <a:lnTo>
                    <a:pt x="22860" y="1016"/>
                  </a:lnTo>
                  <a:lnTo>
                    <a:pt x="22860" y="3556"/>
                  </a:lnTo>
                  <a:lnTo>
                    <a:pt x="23495" y="4572"/>
                  </a:lnTo>
                  <a:lnTo>
                    <a:pt x="25273" y="4572"/>
                  </a:lnTo>
                  <a:lnTo>
                    <a:pt x="25908" y="3556"/>
                  </a:lnTo>
                  <a:lnTo>
                    <a:pt x="25908" y="1016"/>
                  </a:lnTo>
                  <a:close/>
                </a:path>
              </a:pathLst>
            </a:custGeom>
            <a:solidFill>
              <a:srgbClr val="FFFFFF"/>
            </a:solidFill>
          </p:spPr>
          <p:txBody>
            <a:bodyPr wrap="square" lIns="0" tIns="0" rIns="0" bIns="0" rtlCol="0"/>
            <a:lstStyle/>
            <a:p>
              <a:endParaRPr/>
            </a:p>
          </p:txBody>
        </p:sp>
      </p:grpSp>
      <p:grpSp>
        <p:nvGrpSpPr>
          <p:cNvPr id="40" name="object 40"/>
          <p:cNvGrpSpPr/>
          <p:nvPr/>
        </p:nvGrpSpPr>
        <p:grpSpPr>
          <a:xfrm>
            <a:off x="1095755" y="3223260"/>
            <a:ext cx="417830" cy="422275"/>
            <a:chOff x="1095755" y="3223260"/>
            <a:chExt cx="417830" cy="422275"/>
          </a:xfrm>
        </p:grpSpPr>
        <p:sp>
          <p:nvSpPr>
            <p:cNvPr id="41" name="object 41"/>
            <p:cNvSpPr/>
            <p:nvPr/>
          </p:nvSpPr>
          <p:spPr>
            <a:xfrm>
              <a:off x="1140713" y="3259074"/>
              <a:ext cx="302260" cy="313055"/>
            </a:xfrm>
            <a:custGeom>
              <a:avLst/>
              <a:gdLst/>
              <a:ahLst/>
              <a:cxnLst/>
              <a:rect l="l" t="t" r="r" b="b"/>
              <a:pathLst>
                <a:path w="302259" h="313054">
                  <a:moveTo>
                    <a:pt x="95656" y="310006"/>
                  </a:moveTo>
                  <a:lnTo>
                    <a:pt x="3048" y="150875"/>
                  </a:lnTo>
                </a:path>
                <a:path w="302259" h="313054">
                  <a:moveTo>
                    <a:pt x="298577" y="268224"/>
                  </a:moveTo>
                  <a:lnTo>
                    <a:pt x="103632" y="312927"/>
                  </a:lnTo>
                </a:path>
                <a:path w="302259" h="313054">
                  <a:moveTo>
                    <a:pt x="217424" y="111251"/>
                  </a:moveTo>
                  <a:lnTo>
                    <a:pt x="102108" y="307466"/>
                  </a:lnTo>
                </a:path>
                <a:path w="302259" h="313054">
                  <a:moveTo>
                    <a:pt x="301879" y="265938"/>
                  </a:moveTo>
                  <a:lnTo>
                    <a:pt x="0" y="150875"/>
                  </a:lnTo>
                </a:path>
                <a:path w="302259" h="313054">
                  <a:moveTo>
                    <a:pt x="6096" y="148843"/>
                  </a:moveTo>
                  <a:lnTo>
                    <a:pt x="91186" y="0"/>
                  </a:lnTo>
                </a:path>
                <a:path w="302259" h="313054">
                  <a:moveTo>
                    <a:pt x="221869" y="113411"/>
                  </a:moveTo>
                  <a:lnTo>
                    <a:pt x="99060" y="7620"/>
                  </a:lnTo>
                </a:path>
                <a:path w="302259" h="313054">
                  <a:moveTo>
                    <a:pt x="220980" y="115824"/>
                  </a:moveTo>
                  <a:lnTo>
                    <a:pt x="300736" y="262889"/>
                  </a:lnTo>
                </a:path>
              </a:pathLst>
            </a:custGeom>
            <a:ln w="19812">
              <a:solidFill>
                <a:srgbClr val="0078D6"/>
              </a:solidFill>
              <a:prstDash val="sysDot"/>
            </a:ln>
          </p:spPr>
          <p:txBody>
            <a:bodyPr wrap="square" lIns="0" tIns="0" rIns="0" bIns="0" rtlCol="0"/>
            <a:lstStyle/>
            <a:p>
              <a:endParaRPr/>
            </a:p>
          </p:txBody>
        </p:sp>
        <p:sp>
          <p:nvSpPr>
            <p:cNvPr id="42" name="object 42"/>
            <p:cNvSpPr/>
            <p:nvPr/>
          </p:nvSpPr>
          <p:spPr>
            <a:xfrm>
              <a:off x="1373123" y="3454908"/>
              <a:ext cx="140207" cy="140207"/>
            </a:xfrm>
            <a:prstGeom prst="rect">
              <a:avLst/>
            </a:prstGeom>
            <a:blipFill>
              <a:blip r:embed="rId4" cstate="print"/>
              <a:stretch>
                <a:fillRect/>
              </a:stretch>
            </a:blipFill>
          </p:spPr>
          <p:txBody>
            <a:bodyPr wrap="square" lIns="0" tIns="0" rIns="0" bIns="0" rtlCol="0"/>
            <a:lstStyle/>
            <a:p>
              <a:endParaRPr/>
            </a:p>
          </p:txBody>
        </p:sp>
        <p:sp>
          <p:nvSpPr>
            <p:cNvPr id="43" name="object 43"/>
            <p:cNvSpPr/>
            <p:nvPr/>
          </p:nvSpPr>
          <p:spPr>
            <a:xfrm>
              <a:off x="1312163" y="3326892"/>
              <a:ext cx="88391" cy="88391"/>
            </a:xfrm>
            <a:prstGeom prst="rect">
              <a:avLst/>
            </a:prstGeom>
            <a:blipFill>
              <a:blip r:embed="rId5" cstate="print"/>
              <a:stretch>
                <a:fillRect/>
              </a:stretch>
            </a:blipFill>
          </p:spPr>
          <p:txBody>
            <a:bodyPr wrap="square" lIns="0" tIns="0" rIns="0" bIns="0" rtlCol="0"/>
            <a:lstStyle/>
            <a:p>
              <a:endParaRPr/>
            </a:p>
          </p:txBody>
        </p:sp>
        <p:sp>
          <p:nvSpPr>
            <p:cNvPr id="44" name="object 44"/>
            <p:cNvSpPr/>
            <p:nvPr/>
          </p:nvSpPr>
          <p:spPr>
            <a:xfrm>
              <a:off x="1199387" y="3223260"/>
              <a:ext cx="64135" cy="64135"/>
            </a:xfrm>
            <a:custGeom>
              <a:avLst/>
              <a:gdLst/>
              <a:ahLst/>
              <a:cxnLst/>
              <a:rect l="l" t="t" r="r" b="b"/>
              <a:pathLst>
                <a:path w="64134" h="64135">
                  <a:moveTo>
                    <a:pt x="32003" y="0"/>
                  </a:moveTo>
                  <a:lnTo>
                    <a:pt x="19545" y="2518"/>
                  </a:lnTo>
                  <a:lnTo>
                    <a:pt x="9372" y="9382"/>
                  </a:lnTo>
                  <a:lnTo>
                    <a:pt x="2514" y="19556"/>
                  </a:lnTo>
                  <a:lnTo>
                    <a:pt x="0" y="32003"/>
                  </a:lnTo>
                  <a:lnTo>
                    <a:pt x="2514" y="44451"/>
                  </a:lnTo>
                  <a:lnTo>
                    <a:pt x="9372" y="54625"/>
                  </a:lnTo>
                  <a:lnTo>
                    <a:pt x="19545" y="61489"/>
                  </a:lnTo>
                  <a:lnTo>
                    <a:pt x="32003" y="64007"/>
                  </a:lnTo>
                  <a:lnTo>
                    <a:pt x="44462" y="61489"/>
                  </a:lnTo>
                  <a:lnTo>
                    <a:pt x="54635" y="54625"/>
                  </a:lnTo>
                  <a:lnTo>
                    <a:pt x="61493" y="44451"/>
                  </a:lnTo>
                  <a:lnTo>
                    <a:pt x="64008" y="32003"/>
                  </a:lnTo>
                  <a:lnTo>
                    <a:pt x="61493" y="19556"/>
                  </a:lnTo>
                  <a:lnTo>
                    <a:pt x="54635" y="9382"/>
                  </a:lnTo>
                  <a:lnTo>
                    <a:pt x="44462" y="2518"/>
                  </a:lnTo>
                  <a:lnTo>
                    <a:pt x="32003" y="0"/>
                  </a:lnTo>
                  <a:close/>
                </a:path>
              </a:pathLst>
            </a:custGeom>
            <a:solidFill>
              <a:srgbClr val="0078D6"/>
            </a:solidFill>
          </p:spPr>
          <p:txBody>
            <a:bodyPr wrap="square" lIns="0" tIns="0" rIns="0" bIns="0" rtlCol="0"/>
            <a:lstStyle/>
            <a:p>
              <a:endParaRPr/>
            </a:p>
          </p:txBody>
        </p:sp>
        <p:sp>
          <p:nvSpPr>
            <p:cNvPr id="45" name="object 45"/>
            <p:cNvSpPr/>
            <p:nvPr/>
          </p:nvSpPr>
          <p:spPr>
            <a:xfrm>
              <a:off x="1208531" y="3233928"/>
              <a:ext cx="44450" cy="44450"/>
            </a:xfrm>
            <a:custGeom>
              <a:avLst/>
              <a:gdLst/>
              <a:ahLst/>
              <a:cxnLst/>
              <a:rect l="l" t="t" r="r" b="b"/>
              <a:pathLst>
                <a:path w="44450" h="44450">
                  <a:moveTo>
                    <a:pt x="22161" y="17018"/>
                  </a:moveTo>
                  <a:lnTo>
                    <a:pt x="21031" y="17780"/>
                  </a:lnTo>
                  <a:lnTo>
                    <a:pt x="5981" y="36957"/>
                  </a:lnTo>
                  <a:lnTo>
                    <a:pt x="6057" y="37211"/>
                  </a:lnTo>
                  <a:lnTo>
                    <a:pt x="10083" y="41529"/>
                  </a:lnTo>
                  <a:lnTo>
                    <a:pt x="15836" y="44196"/>
                  </a:lnTo>
                  <a:lnTo>
                    <a:pt x="28562" y="44196"/>
                  </a:lnTo>
                  <a:lnTo>
                    <a:pt x="34378" y="41401"/>
                  </a:lnTo>
                  <a:lnTo>
                    <a:pt x="38302" y="37084"/>
                  </a:lnTo>
                  <a:lnTo>
                    <a:pt x="38379" y="36322"/>
                  </a:lnTo>
                  <a:lnTo>
                    <a:pt x="38023" y="33147"/>
                  </a:lnTo>
                  <a:lnTo>
                    <a:pt x="34264" y="28829"/>
                  </a:lnTo>
                  <a:lnTo>
                    <a:pt x="30454" y="24637"/>
                  </a:lnTo>
                  <a:lnTo>
                    <a:pt x="27000" y="20955"/>
                  </a:lnTo>
                  <a:lnTo>
                    <a:pt x="23977" y="18542"/>
                  </a:lnTo>
                  <a:lnTo>
                    <a:pt x="22161" y="17018"/>
                  </a:lnTo>
                  <a:close/>
                </a:path>
                <a:path w="44450" h="44450">
                  <a:moveTo>
                    <a:pt x="36626" y="5461"/>
                  </a:moveTo>
                  <a:lnTo>
                    <a:pt x="36004" y="5461"/>
                  </a:lnTo>
                  <a:lnTo>
                    <a:pt x="35814" y="5587"/>
                  </a:lnTo>
                  <a:lnTo>
                    <a:pt x="35585" y="5587"/>
                  </a:lnTo>
                  <a:lnTo>
                    <a:pt x="33832" y="6223"/>
                  </a:lnTo>
                  <a:lnTo>
                    <a:pt x="30619" y="8762"/>
                  </a:lnTo>
                  <a:lnTo>
                    <a:pt x="27470" y="12064"/>
                  </a:lnTo>
                  <a:lnTo>
                    <a:pt x="31508" y="16763"/>
                  </a:lnTo>
                  <a:lnTo>
                    <a:pt x="35082" y="22225"/>
                  </a:lnTo>
                  <a:lnTo>
                    <a:pt x="35890" y="23495"/>
                  </a:lnTo>
                  <a:lnTo>
                    <a:pt x="36693" y="25146"/>
                  </a:lnTo>
                  <a:lnTo>
                    <a:pt x="37363" y="26416"/>
                  </a:lnTo>
                  <a:lnTo>
                    <a:pt x="39230" y="30099"/>
                  </a:lnTo>
                  <a:lnTo>
                    <a:pt x="40398" y="34417"/>
                  </a:lnTo>
                  <a:lnTo>
                    <a:pt x="38963" y="36449"/>
                  </a:lnTo>
                  <a:lnTo>
                    <a:pt x="42214" y="32512"/>
                  </a:lnTo>
                  <a:lnTo>
                    <a:pt x="44196" y="27559"/>
                  </a:lnTo>
                  <a:lnTo>
                    <a:pt x="44196" y="15494"/>
                  </a:lnTo>
                  <a:lnTo>
                    <a:pt x="41325" y="9651"/>
                  </a:lnTo>
                  <a:lnTo>
                    <a:pt x="36741" y="5587"/>
                  </a:lnTo>
                  <a:close/>
                </a:path>
                <a:path w="44450" h="44450">
                  <a:moveTo>
                    <a:pt x="8534" y="5587"/>
                  </a:moveTo>
                  <a:lnTo>
                    <a:pt x="7378" y="5587"/>
                  </a:lnTo>
                  <a:lnTo>
                    <a:pt x="2870" y="9651"/>
                  </a:lnTo>
                  <a:lnTo>
                    <a:pt x="61" y="15494"/>
                  </a:lnTo>
                  <a:lnTo>
                    <a:pt x="0" y="27559"/>
                  </a:lnTo>
                  <a:lnTo>
                    <a:pt x="2019" y="32512"/>
                  </a:lnTo>
                  <a:lnTo>
                    <a:pt x="5283" y="36322"/>
                  </a:lnTo>
                  <a:lnTo>
                    <a:pt x="3962" y="34544"/>
                  </a:lnTo>
                  <a:lnTo>
                    <a:pt x="4965" y="30607"/>
                  </a:lnTo>
                  <a:lnTo>
                    <a:pt x="7716" y="25019"/>
                  </a:lnTo>
                  <a:lnTo>
                    <a:pt x="8577" y="23495"/>
                  </a:lnTo>
                  <a:lnTo>
                    <a:pt x="9462" y="22098"/>
                  </a:lnTo>
                  <a:lnTo>
                    <a:pt x="12725" y="16763"/>
                  </a:lnTo>
                  <a:lnTo>
                    <a:pt x="16878" y="12192"/>
                  </a:lnTo>
                  <a:lnTo>
                    <a:pt x="13970" y="9017"/>
                  </a:lnTo>
                  <a:lnTo>
                    <a:pt x="11137" y="6858"/>
                  </a:lnTo>
                  <a:lnTo>
                    <a:pt x="9664" y="5969"/>
                  </a:lnTo>
                  <a:lnTo>
                    <a:pt x="8534" y="5587"/>
                  </a:lnTo>
                  <a:close/>
                </a:path>
                <a:path w="44450" h="44450">
                  <a:moveTo>
                    <a:pt x="32016" y="3175"/>
                  </a:moveTo>
                  <a:lnTo>
                    <a:pt x="11836" y="3175"/>
                  </a:lnTo>
                  <a:lnTo>
                    <a:pt x="14084" y="3556"/>
                  </a:lnTo>
                  <a:lnTo>
                    <a:pt x="18668" y="5334"/>
                  </a:lnTo>
                  <a:lnTo>
                    <a:pt x="21221" y="6858"/>
                  </a:lnTo>
                  <a:lnTo>
                    <a:pt x="22161" y="7493"/>
                  </a:lnTo>
                  <a:lnTo>
                    <a:pt x="23126" y="6858"/>
                  </a:lnTo>
                  <a:lnTo>
                    <a:pt x="25565" y="5461"/>
                  </a:lnTo>
                  <a:lnTo>
                    <a:pt x="28206" y="4445"/>
                  </a:lnTo>
                  <a:lnTo>
                    <a:pt x="29883" y="3683"/>
                  </a:lnTo>
                  <a:lnTo>
                    <a:pt x="32016" y="3175"/>
                  </a:lnTo>
                  <a:close/>
                </a:path>
                <a:path w="44450" h="44450">
                  <a:moveTo>
                    <a:pt x="8267" y="5461"/>
                  </a:moveTo>
                  <a:lnTo>
                    <a:pt x="7912" y="5461"/>
                  </a:lnTo>
                  <a:lnTo>
                    <a:pt x="7721" y="5587"/>
                  </a:lnTo>
                  <a:lnTo>
                    <a:pt x="8458" y="5587"/>
                  </a:lnTo>
                  <a:lnTo>
                    <a:pt x="8267" y="5461"/>
                  </a:lnTo>
                  <a:close/>
                </a:path>
                <a:path w="44450" h="44450">
                  <a:moveTo>
                    <a:pt x="10013" y="3630"/>
                  </a:moveTo>
                  <a:lnTo>
                    <a:pt x="9855" y="3683"/>
                  </a:lnTo>
                  <a:lnTo>
                    <a:pt x="9588" y="3937"/>
                  </a:lnTo>
                  <a:lnTo>
                    <a:pt x="10013" y="3630"/>
                  </a:lnTo>
                  <a:close/>
                </a:path>
                <a:path w="44450" h="44450">
                  <a:moveTo>
                    <a:pt x="33602" y="3175"/>
                  </a:moveTo>
                  <a:lnTo>
                    <a:pt x="32016" y="3175"/>
                  </a:lnTo>
                  <a:lnTo>
                    <a:pt x="33642" y="3556"/>
                  </a:lnTo>
                  <a:lnTo>
                    <a:pt x="33985" y="3556"/>
                  </a:lnTo>
                  <a:lnTo>
                    <a:pt x="34302" y="3683"/>
                  </a:lnTo>
                  <a:lnTo>
                    <a:pt x="34531" y="3810"/>
                  </a:lnTo>
                  <a:lnTo>
                    <a:pt x="33602" y="3175"/>
                  </a:lnTo>
                  <a:close/>
                </a:path>
                <a:path w="44450" h="44450">
                  <a:moveTo>
                    <a:pt x="26733" y="0"/>
                  </a:moveTo>
                  <a:lnTo>
                    <a:pt x="17462" y="0"/>
                  </a:lnTo>
                  <a:lnTo>
                    <a:pt x="13119" y="1397"/>
                  </a:lnTo>
                  <a:lnTo>
                    <a:pt x="10013" y="3630"/>
                  </a:lnTo>
                  <a:lnTo>
                    <a:pt x="10629" y="3429"/>
                  </a:lnTo>
                  <a:lnTo>
                    <a:pt x="11836" y="3175"/>
                  </a:lnTo>
                  <a:lnTo>
                    <a:pt x="33602" y="3175"/>
                  </a:lnTo>
                  <a:lnTo>
                    <a:pt x="31000" y="1397"/>
                  </a:lnTo>
                  <a:lnTo>
                    <a:pt x="26733" y="0"/>
                  </a:lnTo>
                  <a:close/>
                </a:path>
              </a:pathLst>
            </a:custGeom>
            <a:solidFill>
              <a:srgbClr val="FFFFFF"/>
            </a:solidFill>
          </p:spPr>
          <p:txBody>
            <a:bodyPr wrap="square" lIns="0" tIns="0" rIns="0" bIns="0" rtlCol="0"/>
            <a:lstStyle/>
            <a:p>
              <a:endParaRPr/>
            </a:p>
          </p:txBody>
        </p:sp>
        <p:sp>
          <p:nvSpPr>
            <p:cNvPr id="46" name="object 46"/>
            <p:cNvSpPr/>
            <p:nvPr/>
          </p:nvSpPr>
          <p:spPr>
            <a:xfrm>
              <a:off x="1095755" y="3364992"/>
              <a:ext cx="90170" cy="90170"/>
            </a:xfrm>
            <a:custGeom>
              <a:avLst/>
              <a:gdLst/>
              <a:ahLst/>
              <a:cxnLst/>
              <a:rect l="l" t="t" r="r" b="b"/>
              <a:pathLst>
                <a:path w="90169" h="90170">
                  <a:moveTo>
                    <a:pt x="44957" y="0"/>
                  </a:moveTo>
                  <a:lnTo>
                    <a:pt x="27458" y="3524"/>
                  </a:lnTo>
                  <a:lnTo>
                    <a:pt x="13168" y="13144"/>
                  </a:lnTo>
                  <a:lnTo>
                    <a:pt x="3533" y="27432"/>
                  </a:lnTo>
                  <a:lnTo>
                    <a:pt x="0" y="44958"/>
                  </a:lnTo>
                  <a:lnTo>
                    <a:pt x="3533" y="62484"/>
                  </a:lnTo>
                  <a:lnTo>
                    <a:pt x="13168" y="76771"/>
                  </a:lnTo>
                  <a:lnTo>
                    <a:pt x="27458" y="86391"/>
                  </a:lnTo>
                  <a:lnTo>
                    <a:pt x="44957" y="89916"/>
                  </a:lnTo>
                  <a:lnTo>
                    <a:pt x="62457" y="86391"/>
                  </a:lnTo>
                  <a:lnTo>
                    <a:pt x="76747" y="76771"/>
                  </a:lnTo>
                  <a:lnTo>
                    <a:pt x="86382" y="62484"/>
                  </a:lnTo>
                  <a:lnTo>
                    <a:pt x="89915" y="44958"/>
                  </a:lnTo>
                  <a:lnTo>
                    <a:pt x="86382" y="27432"/>
                  </a:lnTo>
                  <a:lnTo>
                    <a:pt x="76747" y="13144"/>
                  </a:lnTo>
                  <a:lnTo>
                    <a:pt x="62457" y="3524"/>
                  </a:lnTo>
                  <a:lnTo>
                    <a:pt x="44957" y="0"/>
                  </a:lnTo>
                  <a:close/>
                </a:path>
              </a:pathLst>
            </a:custGeom>
            <a:solidFill>
              <a:srgbClr val="0078D6"/>
            </a:solidFill>
          </p:spPr>
          <p:txBody>
            <a:bodyPr wrap="square" lIns="0" tIns="0" rIns="0" bIns="0" rtlCol="0"/>
            <a:lstStyle/>
            <a:p>
              <a:endParaRPr/>
            </a:p>
          </p:txBody>
        </p:sp>
        <p:sp>
          <p:nvSpPr>
            <p:cNvPr id="47" name="object 47"/>
            <p:cNvSpPr/>
            <p:nvPr/>
          </p:nvSpPr>
          <p:spPr>
            <a:xfrm>
              <a:off x="1124711" y="3384804"/>
              <a:ext cx="40005" cy="50800"/>
            </a:xfrm>
            <a:custGeom>
              <a:avLst/>
              <a:gdLst/>
              <a:ahLst/>
              <a:cxnLst/>
              <a:rect l="l" t="t" r="r" b="b"/>
              <a:pathLst>
                <a:path w="40005" h="50800">
                  <a:moveTo>
                    <a:pt x="14922" y="13081"/>
                  </a:moveTo>
                  <a:lnTo>
                    <a:pt x="19812" y="24003"/>
                  </a:lnTo>
                  <a:lnTo>
                    <a:pt x="27343" y="27686"/>
                  </a:lnTo>
                  <a:lnTo>
                    <a:pt x="0" y="42291"/>
                  </a:lnTo>
                  <a:lnTo>
                    <a:pt x="11379" y="50292"/>
                  </a:lnTo>
                  <a:lnTo>
                    <a:pt x="39624" y="33020"/>
                  </a:lnTo>
                  <a:lnTo>
                    <a:pt x="39624" y="20955"/>
                  </a:lnTo>
                  <a:lnTo>
                    <a:pt x="14922" y="13081"/>
                  </a:lnTo>
                  <a:close/>
                </a:path>
                <a:path w="40005" h="50800">
                  <a:moveTo>
                    <a:pt x="0" y="0"/>
                  </a:moveTo>
                  <a:lnTo>
                    <a:pt x="0" y="42291"/>
                  </a:lnTo>
                  <a:lnTo>
                    <a:pt x="11379" y="31876"/>
                  </a:lnTo>
                  <a:lnTo>
                    <a:pt x="11379" y="3556"/>
                  </a:lnTo>
                  <a:lnTo>
                    <a:pt x="0" y="0"/>
                  </a:lnTo>
                  <a:close/>
                </a:path>
              </a:pathLst>
            </a:custGeom>
            <a:solidFill>
              <a:srgbClr val="FFFFFF"/>
            </a:solidFill>
          </p:spPr>
          <p:txBody>
            <a:bodyPr wrap="square" lIns="0" tIns="0" rIns="0" bIns="0" rtlCol="0"/>
            <a:lstStyle/>
            <a:p>
              <a:endParaRPr/>
            </a:p>
          </p:txBody>
        </p:sp>
        <p:sp>
          <p:nvSpPr>
            <p:cNvPr id="48" name="object 48"/>
            <p:cNvSpPr/>
            <p:nvPr/>
          </p:nvSpPr>
          <p:spPr>
            <a:xfrm>
              <a:off x="1168907" y="3502152"/>
              <a:ext cx="143255" cy="143256"/>
            </a:xfrm>
            <a:prstGeom prst="rect">
              <a:avLst/>
            </a:prstGeom>
            <a:blipFill>
              <a:blip r:embed="rId6" cstate="print"/>
              <a:stretch>
                <a:fillRect/>
              </a:stretch>
            </a:blipFill>
          </p:spPr>
          <p:txBody>
            <a:bodyPr wrap="square" lIns="0" tIns="0" rIns="0" bIns="0" rtlCol="0"/>
            <a:lstStyle/>
            <a:p>
              <a:endParaRPr/>
            </a:p>
          </p:txBody>
        </p:sp>
      </p:grpSp>
      <p:sp>
        <p:nvSpPr>
          <p:cNvPr id="49" name="object 49"/>
          <p:cNvSpPr/>
          <p:nvPr/>
        </p:nvSpPr>
        <p:spPr>
          <a:xfrm>
            <a:off x="9734550" y="5348985"/>
            <a:ext cx="2166620" cy="127000"/>
          </a:xfrm>
          <a:custGeom>
            <a:avLst/>
            <a:gdLst/>
            <a:ahLst/>
            <a:cxnLst/>
            <a:rect l="l" t="t" r="r" b="b"/>
            <a:pathLst>
              <a:path w="2166620" h="127000">
                <a:moveTo>
                  <a:pt x="2090039" y="63500"/>
                </a:moveTo>
                <a:lnTo>
                  <a:pt x="2039239" y="127000"/>
                </a:lnTo>
                <a:lnTo>
                  <a:pt x="2146427" y="73405"/>
                </a:lnTo>
                <a:lnTo>
                  <a:pt x="2090039" y="73405"/>
                </a:lnTo>
                <a:lnTo>
                  <a:pt x="2090039" y="63500"/>
                </a:lnTo>
                <a:close/>
              </a:path>
              <a:path w="2166620" h="127000">
                <a:moveTo>
                  <a:pt x="2082114" y="53593"/>
                </a:moveTo>
                <a:lnTo>
                  <a:pt x="0" y="53593"/>
                </a:lnTo>
                <a:lnTo>
                  <a:pt x="0" y="73405"/>
                </a:lnTo>
                <a:lnTo>
                  <a:pt x="2082114" y="73405"/>
                </a:lnTo>
                <a:lnTo>
                  <a:pt x="2090039" y="63500"/>
                </a:lnTo>
                <a:lnTo>
                  <a:pt x="2082114" y="53593"/>
                </a:lnTo>
                <a:close/>
              </a:path>
              <a:path w="2166620" h="127000">
                <a:moveTo>
                  <a:pt x="2146427" y="53593"/>
                </a:moveTo>
                <a:lnTo>
                  <a:pt x="2090039" y="53593"/>
                </a:lnTo>
                <a:lnTo>
                  <a:pt x="2090039" y="73405"/>
                </a:lnTo>
                <a:lnTo>
                  <a:pt x="2146427" y="73405"/>
                </a:lnTo>
                <a:lnTo>
                  <a:pt x="2166239" y="63500"/>
                </a:lnTo>
                <a:lnTo>
                  <a:pt x="2146427" y="53593"/>
                </a:lnTo>
                <a:close/>
              </a:path>
              <a:path w="2166620" h="127000">
                <a:moveTo>
                  <a:pt x="2039239" y="0"/>
                </a:moveTo>
                <a:lnTo>
                  <a:pt x="2090039" y="63500"/>
                </a:lnTo>
                <a:lnTo>
                  <a:pt x="2090039" y="53593"/>
                </a:lnTo>
                <a:lnTo>
                  <a:pt x="2146427" y="53593"/>
                </a:lnTo>
                <a:lnTo>
                  <a:pt x="2039239" y="0"/>
                </a:lnTo>
                <a:close/>
              </a:path>
            </a:pathLst>
          </a:custGeom>
          <a:solidFill>
            <a:srgbClr val="D2D2D2"/>
          </a:solidFill>
        </p:spPr>
        <p:txBody>
          <a:bodyPr wrap="square" lIns="0" tIns="0" rIns="0" bIns="0" rtlCol="0"/>
          <a:lstStyle/>
          <a:p>
            <a:endParaRPr/>
          </a:p>
        </p:txBody>
      </p:sp>
      <p:sp>
        <p:nvSpPr>
          <p:cNvPr id="50" name="object 50"/>
          <p:cNvSpPr/>
          <p:nvPr/>
        </p:nvSpPr>
        <p:spPr>
          <a:xfrm>
            <a:off x="10127742" y="4554982"/>
            <a:ext cx="1167130" cy="127000"/>
          </a:xfrm>
          <a:custGeom>
            <a:avLst/>
            <a:gdLst/>
            <a:ahLst/>
            <a:cxnLst/>
            <a:rect l="l" t="t" r="r" b="b"/>
            <a:pathLst>
              <a:path w="1167129" h="127000">
                <a:moveTo>
                  <a:pt x="1090422" y="63500"/>
                </a:moveTo>
                <a:lnTo>
                  <a:pt x="1039622" y="127000"/>
                </a:lnTo>
                <a:lnTo>
                  <a:pt x="1146809" y="73406"/>
                </a:lnTo>
                <a:lnTo>
                  <a:pt x="1090422" y="73406"/>
                </a:lnTo>
                <a:lnTo>
                  <a:pt x="1090422" y="63500"/>
                </a:lnTo>
                <a:close/>
              </a:path>
              <a:path w="1167129" h="127000">
                <a:moveTo>
                  <a:pt x="1082497" y="53594"/>
                </a:moveTo>
                <a:lnTo>
                  <a:pt x="0" y="53594"/>
                </a:lnTo>
                <a:lnTo>
                  <a:pt x="0" y="73406"/>
                </a:lnTo>
                <a:lnTo>
                  <a:pt x="1082497" y="73406"/>
                </a:lnTo>
                <a:lnTo>
                  <a:pt x="1090422" y="63500"/>
                </a:lnTo>
                <a:lnTo>
                  <a:pt x="1082497" y="53594"/>
                </a:lnTo>
                <a:close/>
              </a:path>
              <a:path w="1167129" h="127000">
                <a:moveTo>
                  <a:pt x="1146809" y="53594"/>
                </a:moveTo>
                <a:lnTo>
                  <a:pt x="1090422" y="53594"/>
                </a:lnTo>
                <a:lnTo>
                  <a:pt x="1090422" y="73406"/>
                </a:lnTo>
                <a:lnTo>
                  <a:pt x="1146809" y="73406"/>
                </a:lnTo>
                <a:lnTo>
                  <a:pt x="1166622" y="63500"/>
                </a:lnTo>
                <a:lnTo>
                  <a:pt x="1146809" y="53594"/>
                </a:lnTo>
                <a:close/>
              </a:path>
              <a:path w="1167129" h="127000">
                <a:moveTo>
                  <a:pt x="1039622" y="0"/>
                </a:moveTo>
                <a:lnTo>
                  <a:pt x="1090422" y="63500"/>
                </a:lnTo>
                <a:lnTo>
                  <a:pt x="1090422" y="53594"/>
                </a:lnTo>
                <a:lnTo>
                  <a:pt x="1146809" y="53594"/>
                </a:lnTo>
                <a:lnTo>
                  <a:pt x="1039622" y="0"/>
                </a:lnTo>
                <a:close/>
              </a:path>
            </a:pathLst>
          </a:custGeom>
          <a:solidFill>
            <a:srgbClr val="D2D2D2"/>
          </a:solidFill>
        </p:spPr>
        <p:txBody>
          <a:bodyPr wrap="square" lIns="0" tIns="0" rIns="0" bIns="0" rtlCol="0"/>
          <a:lstStyle/>
          <a:p>
            <a:endParaRPr/>
          </a:p>
        </p:txBody>
      </p:sp>
      <p:sp>
        <p:nvSpPr>
          <p:cNvPr id="51" name="object 51"/>
          <p:cNvSpPr/>
          <p:nvPr/>
        </p:nvSpPr>
        <p:spPr>
          <a:xfrm>
            <a:off x="9748266" y="4952746"/>
            <a:ext cx="1813560" cy="127000"/>
          </a:xfrm>
          <a:custGeom>
            <a:avLst/>
            <a:gdLst/>
            <a:ahLst/>
            <a:cxnLst/>
            <a:rect l="l" t="t" r="r" b="b"/>
            <a:pathLst>
              <a:path w="1813559" h="127000">
                <a:moveTo>
                  <a:pt x="1736978" y="63499"/>
                </a:moveTo>
                <a:lnTo>
                  <a:pt x="1686178" y="126999"/>
                </a:lnTo>
                <a:lnTo>
                  <a:pt x="1793366" y="73405"/>
                </a:lnTo>
                <a:lnTo>
                  <a:pt x="1736978" y="73405"/>
                </a:lnTo>
                <a:lnTo>
                  <a:pt x="1736978" y="63499"/>
                </a:lnTo>
                <a:close/>
              </a:path>
              <a:path w="1813559" h="127000">
                <a:moveTo>
                  <a:pt x="1729054" y="53593"/>
                </a:moveTo>
                <a:lnTo>
                  <a:pt x="0" y="53593"/>
                </a:lnTo>
                <a:lnTo>
                  <a:pt x="0" y="73405"/>
                </a:lnTo>
                <a:lnTo>
                  <a:pt x="1729054" y="73405"/>
                </a:lnTo>
                <a:lnTo>
                  <a:pt x="1736978" y="63499"/>
                </a:lnTo>
                <a:lnTo>
                  <a:pt x="1729054" y="53593"/>
                </a:lnTo>
                <a:close/>
              </a:path>
              <a:path w="1813559" h="127000">
                <a:moveTo>
                  <a:pt x="1793366" y="53593"/>
                </a:moveTo>
                <a:lnTo>
                  <a:pt x="1736978" y="53593"/>
                </a:lnTo>
                <a:lnTo>
                  <a:pt x="1736978" y="73405"/>
                </a:lnTo>
                <a:lnTo>
                  <a:pt x="1793366" y="73405"/>
                </a:lnTo>
                <a:lnTo>
                  <a:pt x="1813178" y="63499"/>
                </a:lnTo>
                <a:lnTo>
                  <a:pt x="1793366" y="53593"/>
                </a:lnTo>
                <a:close/>
              </a:path>
              <a:path w="1813559" h="127000">
                <a:moveTo>
                  <a:pt x="1686178" y="0"/>
                </a:moveTo>
                <a:lnTo>
                  <a:pt x="1736978" y="63499"/>
                </a:lnTo>
                <a:lnTo>
                  <a:pt x="1736978" y="53593"/>
                </a:lnTo>
                <a:lnTo>
                  <a:pt x="1793366" y="53593"/>
                </a:lnTo>
                <a:lnTo>
                  <a:pt x="1686178" y="0"/>
                </a:lnTo>
                <a:close/>
              </a:path>
            </a:pathLst>
          </a:custGeom>
          <a:solidFill>
            <a:srgbClr val="D2D2D2"/>
          </a:solidFill>
        </p:spPr>
        <p:txBody>
          <a:bodyPr wrap="square" lIns="0" tIns="0" rIns="0" bIns="0" rtlCol="0"/>
          <a:lstStyle/>
          <a:p>
            <a:endParaRPr/>
          </a:p>
        </p:txBody>
      </p:sp>
      <p:sp>
        <p:nvSpPr>
          <p:cNvPr id="52" name="object 52"/>
          <p:cNvSpPr/>
          <p:nvPr/>
        </p:nvSpPr>
        <p:spPr>
          <a:xfrm>
            <a:off x="9822942" y="5150865"/>
            <a:ext cx="1906270" cy="127000"/>
          </a:xfrm>
          <a:custGeom>
            <a:avLst/>
            <a:gdLst/>
            <a:ahLst/>
            <a:cxnLst/>
            <a:rect l="l" t="t" r="r" b="b"/>
            <a:pathLst>
              <a:path w="1906270" h="127000">
                <a:moveTo>
                  <a:pt x="1829561" y="63499"/>
                </a:moveTo>
                <a:lnTo>
                  <a:pt x="1778761" y="126999"/>
                </a:lnTo>
                <a:lnTo>
                  <a:pt x="1885949" y="73405"/>
                </a:lnTo>
                <a:lnTo>
                  <a:pt x="1829561" y="73405"/>
                </a:lnTo>
                <a:lnTo>
                  <a:pt x="1829561" y="63499"/>
                </a:lnTo>
                <a:close/>
              </a:path>
              <a:path w="1906270" h="127000">
                <a:moveTo>
                  <a:pt x="1821637" y="53593"/>
                </a:moveTo>
                <a:lnTo>
                  <a:pt x="0" y="53593"/>
                </a:lnTo>
                <a:lnTo>
                  <a:pt x="0" y="73405"/>
                </a:lnTo>
                <a:lnTo>
                  <a:pt x="1821637" y="73405"/>
                </a:lnTo>
                <a:lnTo>
                  <a:pt x="1829561" y="63499"/>
                </a:lnTo>
                <a:lnTo>
                  <a:pt x="1821637" y="53593"/>
                </a:lnTo>
                <a:close/>
              </a:path>
              <a:path w="1906270" h="127000">
                <a:moveTo>
                  <a:pt x="1885950" y="53593"/>
                </a:moveTo>
                <a:lnTo>
                  <a:pt x="1829561" y="53593"/>
                </a:lnTo>
                <a:lnTo>
                  <a:pt x="1829561" y="73405"/>
                </a:lnTo>
                <a:lnTo>
                  <a:pt x="1885949" y="73405"/>
                </a:lnTo>
                <a:lnTo>
                  <a:pt x="1905761" y="63499"/>
                </a:lnTo>
                <a:lnTo>
                  <a:pt x="1885950" y="53593"/>
                </a:lnTo>
                <a:close/>
              </a:path>
              <a:path w="1906270" h="127000">
                <a:moveTo>
                  <a:pt x="1778761" y="0"/>
                </a:moveTo>
                <a:lnTo>
                  <a:pt x="1829561" y="63499"/>
                </a:lnTo>
                <a:lnTo>
                  <a:pt x="1829561" y="53593"/>
                </a:lnTo>
                <a:lnTo>
                  <a:pt x="1885950" y="53593"/>
                </a:lnTo>
                <a:lnTo>
                  <a:pt x="1778761" y="0"/>
                </a:lnTo>
                <a:close/>
              </a:path>
            </a:pathLst>
          </a:custGeom>
          <a:solidFill>
            <a:srgbClr val="D2D2D2"/>
          </a:solidFill>
        </p:spPr>
        <p:txBody>
          <a:bodyPr wrap="square" lIns="0" tIns="0" rIns="0" bIns="0" rtlCol="0"/>
          <a:lstStyle/>
          <a:p>
            <a:endParaRPr/>
          </a:p>
        </p:txBody>
      </p:sp>
      <p:sp>
        <p:nvSpPr>
          <p:cNvPr id="53" name="object 53"/>
          <p:cNvSpPr/>
          <p:nvPr/>
        </p:nvSpPr>
        <p:spPr>
          <a:xfrm>
            <a:off x="10101833" y="4753102"/>
            <a:ext cx="1360170" cy="127000"/>
          </a:xfrm>
          <a:custGeom>
            <a:avLst/>
            <a:gdLst/>
            <a:ahLst/>
            <a:cxnLst/>
            <a:rect l="l" t="t" r="r" b="b"/>
            <a:pathLst>
              <a:path w="1360170" h="127000">
                <a:moveTo>
                  <a:pt x="1283462" y="63500"/>
                </a:moveTo>
                <a:lnTo>
                  <a:pt x="1232662" y="127000"/>
                </a:lnTo>
                <a:lnTo>
                  <a:pt x="1339850" y="73406"/>
                </a:lnTo>
                <a:lnTo>
                  <a:pt x="1283462" y="73406"/>
                </a:lnTo>
                <a:lnTo>
                  <a:pt x="1283462" y="63500"/>
                </a:lnTo>
                <a:close/>
              </a:path>
              <a:path w="1360170" h="127000">
                <a:moveTo>
                  <a:pt x="1275537" y="53593"/>
                </a:moveTo>
                <a:lnTo>
                  <a:pt x="0" y="53593"/>
                </a:lnTo>
                <a:lnTo>
                  <a:pt x="0" y="73406"/>
                </a:lnTo>
                <a:lnTo>
                  <a:pt x="1275537" y="73406"/>
                </a:lnTo>
                <a:lnTo>
                  <a:pt x="1283462" y="63500"/>
                </a:lnTo>
                <a:lnTo>
                  <a:pt x="1275537" y="53593"/>
                </a:lnTo>
                <a:close/>
              </a:path>
              <a:path w="1360170" h="127000">
                <a:moveTo>
                  <a:pt x="1339850" y="53593"/>
                </a:moveTo>
                <a:lnTo>
                  <a:pt x="1283462" y="53593"/>
                </a:lnTo>
                <a:lnTo>
                  <a:pt x="1283462" y="73406"/>
                </a:lnTo>
                <a:lnTo>
                  <a:pt x="1339850" y="73406"/>
                </a:lnTo>
                <a:lnTo>
                  <a:pt x="1359662" y="63500"/>
                </a:lnTo>
                <a:lnTo>
                  <a:pt x="1339850" y="53593"/>
                </a:lnTo>
                <a:close/>
              </a:path>
              <a:path w="1360170" h="127000">
                <a:moveTo>
                  <a:pt x="1232662" y="0"/>
                </a:moveTo>
                <a:lnTo>
                  <a:pt x="1283462" y="63500"/>
                </a:lnTo>
                <a:lnTo>
                  <a:pt x="1283462" y="53593"/>
                </a:lnTo>
                <a:lnTo>
                  <a:pt x="1339850" y="53593"/>
                </a:lnTo>
                <a:lnTo>
                  <a:pt x="1232662" y="0"/>
                </a:lnTo>
                <a:close/>
              </a:path>
            </a:pathLst>
          </a:custGeom>
          <a:solidFill>
            <a:srgbClr val="D2D2D2"/>
          </a:solidFill>
        </p:spPr>
        <p:txBody>
          <a:bodyPr wrap="square" lIns="0" tIns="0" rIns="0" bIns="0" rtlCol="0"/>
          <a:lstStyle/>
          <a:p>
            <a:endParaRPr/>
          </a:p>
        </p:txBody>
      </p:sp>
      <p:sp>
        <p:nvSpPr>
          <p:cNvPr id="54" name="object 54"/>
          <p:cNvSpPr/>
          <p:nvPr/>
        </p:nvSpPr>
        <p:spPr>
          <a:xfrm>
            <a:off x="9638538" y="1206753"/>
            <a:ext cx="2263140" cy="127000"/>
          </a:xfrm>
          <a:custGeom>
            <a:avLst/>
            <a:gdLst/>
            <a:ahLst/>
            <a:cxnLst/>
            <a:rect l="l" t="t" r="r" b="b"/>
            <a:pathLst>
              <a:path w="2263140" h="127000">
                <a:moveTo>
                  <a:pt x="2186431" y="63500"/>
                </a:moveTo>
                <a:lnTo>
                  <a:pt x="2135631" y="127000"/>
                </a:lnTo>
                <a:lnTo>
                  <a:pt x="2242819" y="73406"/>
                </a:lnTo>
                <a:lnTo>
                  <a:pt x="2186431" y="73406"/>
                </a:lnTo>
                <a:lnTo>
                  <a:pt x="2186431" y="63500"/>
                </a:lnTo>
                <a:close/>
              </a:path>
              <a:path w="2263140" h="127000">
                <a:moveTo>
                  <a:pt x="2178507" y="53594"/>
                </a:moveTo>
                <a:lnTo>
                  <a:pt x="0" y="53594"/>
                </a:lnTo>
                <a:lnTo>
                  <a:pt x="0" y="73406"/>
                </a:lnTo>
                <a:lnTo>
                  <a:pt x="2178507" y="73406"/>
                </a:lnTo>
                <a:lnTo>
                  <a:pt x="2186431" y="63500"/>
                </a:lnTo>
                <a:lnTo>
                  <a:pt x="2178507" y="53594"/>
                </a:lnTo>
                <a:close/>
              </a:path>
              <a:path w="2263140" h="127000">
                <a:moveTo>
                  <a:pt x="2242820" y="53594"/>
                </a:moveTo>
                <a:lnTo>
                  <a:pt x="2186431" y="53594"/>
                </a:lnTo>
                <a:lnTo>
                  <a:pt x="2186431" y="73406"/>
                </a:lnTo>
                <a:lnTo>
                  <a:pt x="2242819" y="73406"/>
                </a:lnTo>
                <a:lnTo>
                  <a:pt x="2262631" y="63500"/>
                </a:lnTo>
                <a:lnTo>
                  <a:pt x="2242820" y="53594"/>
                </a:lnTo>
                <a:close/>
              </a:path>
              <a:path w="2263140" h="127000">
                <a:moveTo>
                  <a:pt x="2135631" y="0"/>
                </a:moveTo>
                <a:lnTo>
                  <a:pt x="2186431" y="63500"/>
                </a:lnTo>
                <a:lnTo>
                  <a:pt x="2186431" y="53594"/>
                </a:lnTo>
                <a:lnTo>
                  <a:pt x="2242820" y="53594"/>
                </a:lnTo>
                <a:lnTo>
                  <a:pt x="2135631" y="0"/>
                </a:lnTo>
                <a:close/>
              </a:path>
            </a:pathLst>
          </a:custGeom>
          <a:solidFill>
            <a:srgbClr val="D2D2D2"/>
          </a:solidFill>
        </p:spPr>
        <p:txBody>
          <a:bodyPr wrap="square" lIns="0" tIns="0" rIns="0" bIns="0" rtlCol="0"/>
          <a:lstStyle/>
          <a:p>
            <a:endParaRPr/>
          </a:p>
        </p:txBody>
      </p:sp>
      <p:sp>
        <p:nvSpPr>
          <p:cNvPr id="55" name="object 55"/>
          <p:cNvSpPr/>
          <p:nvPr/>
        </p:nvSpPr>
        <p:spPr>
          <a:xfrm>
            <a:off x="9673590" y="2000757"/>
            <a:ext cx="1621790" cy="127000"/>
          </a:xfrm>
          <a:custGeom>
            <a:avLst/>
            <a:gdLst/>
            <a:ahLst/>
            <a:cxnLst/>
            <a:rect l="l" t="t" r="r" b="b"/>
            <a:pathLst>
              <a:path w="1621790" h="127000">
                <a:moveTo>
                  <a:pt x="1545462" y="63500"/>
                </a:moveTo>
                <a:lnTo>
                  <a:pt x="1494662" y="127000"/>
                </a:lnTo>
                <a:lnTo>
                  <a:pt x="1601851" y="73405"/>
                </a:lnTo>
                <a:lnTo>
                  <a:pt x="1545462" y="73405"/>
                </a:lnTo>
                <a:lnTo>
                  <a:pt x="1545462" y="63500"/>
                </a:lnTo>
                <a:close/>
              </a:path>
              <a:path w="1621790" h="127000">
                <a:moveTo>
                  <a:pt x="1537538" y="53593"/>
                </a:moveTo>
                <a:lnTo>
                  <a:pt x="0" y="53593"/>
                </a:lnTo>
                <a:lnTo>
                  <a:pt x="0" y="73405"/>
                </a:lnTo>
                <a:lnTo>
                  <a:pt x="1537538" y="73405"/>
                </a:lnTo>
                <a:lnTo>
                  <a:pt x="1545462" y="63500"/>
                </a:lnTo>
                <a:lnTo>
                  <a:pt x="1537538" y="53593"/>
                </a:lnTo>
                <a:close/>
              </a:path>
              <a:path w="1621790" h="127000">
                <a:moveTo>
                  <a:pt x="1601850" y="53593"/>
                </a:moveTo>
                <a:lnTo>
                  <a:pt x="1545462" y="53593"/>
                </a:lnTo>
                <a:lnTo>
                  <a:pt x="1545462" y="73405"/>
                </a:lnTo>
                <a:lnTo>
                  <a:pt x="1601851" y="73405"/>
                </a:lnTo>
                <a:lnTo>
                  <a:pt x="1621662" y="63500"/>
                </a:lnTo>
                <a:lnTo>
                  <a:pt x="1601850" y="53593"/>
                </a:lnTo>
                <a:close/>
              </a:path>
              <a:path w="1621790" h="127000">
                <a:moveTo>
                  <a:pt x="1494662" y="0"/>
                </a:moveTo>
                <a:lnTo>
                  <a:pt x="1545462" y="63500"/>
                </a:lnTo>
                <a:lnTo>
                  <a:pt x="1545462" y="53593"/>
                </a:lnTo>
                <a:lnTo>
                  <a:pt x="1601850" y="53593"/>
                </a:lnTo>
                <a:lnTo>
                  <a:pt x="1494662" y="0"/>
                </a:lnTo>
                <a:close/>
              </a:path>
            </a:pathLst>
          </a:custGeom>
          <a:solidFill>
            <a:srgbClr val="D2D2D2"/>
          </a:solidFill>
        </p:spPr>
        <p:txBody>
          <a:bodyPr wrap="square" lIns="0" tIns="0" rIns="0" bIns="0" rtlCol="0"/>
          <a:lstStyle/>
          <a:p>
            <a:endParaRPr/>
          </a:p>
        </p:txBody>
      </p:sp>
      <p:sp>
        <p:nvSpPr>
          <p:cNvPr id="56" name="object 56"/>
          <p:cNvSpPr/>
          <p:nvPr/>
        </p:nvSpPr>
        <p:spPr>
          <a:xfrm>
            <a:off x="9598914" y="1602994"/>
            <a:ext cx="1962785" cy="127000"/>
          </a:xfrm>
          <a:custGeom>
            <a:avLst/>
            <a:gdLst/>
            <a:ahLst/>
            <a:cxnLst/>
            <a:rect l="l" t="t" r="r" b="b"/>
            <a:pathLst>
              <a:path w="1962784" h="127000">
                <a:moveTo>
                  <a:pt x="1835277" y="0"/>
                </a:moveTo>
                <a:lnTo>
                  <a:pt x="1886077" y="63500"/>
                </a:lnTo>
                <a:lnTo>
                  <a:pt x="1835277" y="127000"/>
                </a:lnTo>
                <a:lnTo>
                  <a:pt x="1942465" y="73405"/>
                </a:lnTo>
                <a:lnTo>
                  <a:pt x="1886203" y="73405"/>
                </a:lnTo>
                <a:lnTo>
                  <a:pt x="1886203" y="53593"/>
                </a:lnTo>
                <a:lnTo>
                  <a:pt x="1942464" y="53593"/>
                </a:lnTo>
                <a:lnTo>
                  <a:pt x="1835277" y="0"/>
                </a:lnTo>
                <a:close/>
              </a:path>
              <a:path w="1962784" h="127000">
                <a:moveTo>
                  <a:pt x="1878152" y="53593"/>
                </a:moveTo>
                <a:lnTo>
                  <a:pt x="0" y="53593"/>
                </a:lnTo>
                <a:lnTo>
                  <a:pt x="0" y="73405"/>
                </a:lnTo>
                <a:lnTo>
                  <a:pt x="1878152" y="73405"/>
                </a:lnTo>
                <a:lnTo>
                  <a:pt x="1886077" y="63500"/>
                </a:lnTo>
                <a:lnTo>
                  <a:pt x="1878152" y="53593"/>
                </a:lnTo>
                <a:close/>
              </a:path>
              <a:path w="1962784" h="127000">
                <a:moveTo>
                  <a:pt x="1942464" y="53593"/>
                </a:moveTo>
                <a:lnTo>
                  <a:pt x="1886203" y="53593"/>
                </a:lnTo>
                <a:lnTo>
                  <a:pt x="1886203" y="73405"/>
                </a:lnTo>
                <a:lnTo>
                  <a:pt x="1942465" y="73405"/>
                </a:lnTo>
                <a:lnTo>
                  <a:pt x="1962277" y="63500"/>
                </a:lnTo>
                <a:lnTo>
                  <a:pt x="1942464" y="53593"/>
                </a:lnTo>
                <a:close/>
              </a:path>
            </a:pathLst>
          </a:custGeom>
          <a:solidFill>
            <a:srgbClr val="D2D2D2"/>
          </a:solidFill>
        </p:spPr>
        <p:txBody>
          <a:bodyPr wrap="square" lIns="0" tIns="0" rIns="0" bIns="0" rtlCol="0"/>
          <a:lstStyle/>
          <a:p>
            <a:endParaRPr/>
          </a:p>
        </p:txBody>
      </p:sp>
      <p:sp>
        <p:nvSpPr>
          <p:cNvPr id="57" name="object 57"/>
          <p:cNvSpPr/>
          <p:nvPr/>
        </p:nvSpPr>
        <p:spPr>
          <a:xfrm>
            <a:off x="9696450" y="1404874"/>
            <a:ext cx="2032000" cy="127000"/>
          </a:xfrm>
          <a:custGeom>
            <a:avLst/>
            <a:gdLst/>
            <a:ahLst/>
            <a:cxnLst/>
            <a:rect l="l" t="t" r="r" b="b"/>
            <a:pathLst>
              <a:path w="2032000" h="127000">
                <a:moveTo>
                  <a:pt x="1955546" y="63500"/>
                </a:moveTo>
                <a:lnTo>
                  <a:pt x="1904746" y="127000"/>
                </a:lnTo>
                <a:lnTo>
                  <a:pt x="2011934" y="73405"/>
                </a:lnTo>
                <a:lnTo>
                  <a:pt x="1955546" y="73405"/>
                </a:lnTo>
                <a:lnTo>
                  <a:pt x="1955546" y="63500"/>
                </a:lnTo>
                <a:close/>
              </a:path>
              <a:path w="2032000" h="127000">
                <a:moveTo>
                  <a:pt x="1947621" y="53593"/>
                </a:moveTo>
                <a:lnTo>
                  <a:pt x="0" y="53593"/>
                </a:lnTo>
                <a:lnTo>
                  <a:pt x="0" y="73405"/>
                </a:lnTo>
                <a:lnTo>
                  <a:pt x="1947621" y="73405"/>
                </a:lnTo>
                <a:lnTo>
                  <a:pt x="1955546" y="63500"/>
                </a:lnTo>
                <a:lnTo>
                  <a:pt x="1947621" y="53593"/>
                </a:lnTo>
                <a:close/>
              </a:path>
              <a:path w="2032000" h="127000">
                <a:moveTo>
                  <a:pt x="2011933" y="53593"/>
                </a:moveTo>
                <a:lnTo>
                  <a:pt x="1955546" y="53593"/>
                </a:lnTo>
                <a:lnTo>
                  <a:pt x="1955546" y="73405"/>
                </a:lnTo>
                <a:lnTo>
                  <a:pt x="2011934" y="73405"/>
                </a:lnTo>
                <a:lnTo>
                  <a:pt x="2031746" y="63500"/>
                </a:lnTo>
                <a:lnTo>
                  <a:pt x="2011933" y="53593"/>
                </a:lnTo>
                <a:close/>
              </a:path>
              <a:path w="2032000" h="127000">
                <a:moveTo>
                  <a:pt x="1904746" y="0"/>
                </a:moveTo>
                <a:lnTo>
                  <a:pt x="1955546" y="63500"/>
                </a:lnTo>
                <a:lnTo>
                  <a:pt x="1955546" y="53593"/>
                </a:lnTo>
                <a:lnTo>
                  <a:pt x="2011933" y="53593"/>
                </a:lnTo>
                <a:lnTo>
                  <a:pt x="1904746" y="0"/>
                </a:lnTo>
                <a:close/>
              </a:path>
            </a:pathLst>
          </a:custGeom>
          <a:solidFill>
            <a:srgbClr val="D2D2D2"/>
          </a:solidFill>
        </p:spPr>
        <p:txBody>
          <a:bodyPr wrap="square" lIns="0" tIns="0" rIns="0" bIns="0" rtlCol="0"/>
          <a:lstStyle/>
          <a:p>
            <a:endParaRPr/>
          </a:p>
        </p:txBody>
      </p:sp>
      <p:sp>
        <p:nvSpPr>
          <p:cNvPr id="58" name="object 58"/>
          <p:cNvSpPr/>
          <p:nvPr/>
        </p:nvSpPr>
        <p:spPr>
          <a:xfrm>
            <a:off x="9673590" y="1802638"/>
            <a:ext cx="1788795" cy="127000"/>
          </a:xfrm>
          <a:custGeom>
            <a:avLst/>
            <a:gdLst/>
            <a:ahLst/>
            <a:cxnLst/>
            <a:rect l="l" t="t" r="r" b="b"/>
            <a:pathLst>
              <a:path w="1788795" h="127000">
                <a:moveTo>
                  <a:pt x="1712086" y="63500"/>
                </a:moveTo>
                <a:lnTo>
                  <a:pt x="1661286" y="127000"/>
                </a:lnTo>
                <a:lnTo>
                  <a:pt x="1768474" y="73406"/>
                </a:lnTo>
                <a:lnTo>
                  <a:pt x="1712086" y="73406"/>
                </a:lnTo>
                <a:lnTo>
                  <a:pt x="1712086" y="63500"/>
                </a:lnTo>
                <a:close/>
              </a:path>
              <a:path w="1788795" h="127000">
                <a:moveTo>
                  <a:pt x="1704162" y="53594"/>
                </a:moveTo>
                <a:lnTo>
                  <a:pt x="0" y="53594"/>
                </a:lnTo>
                <a:lnTo>
                  <a:pt x="0" y="73406"/>
                </a:lnTo>
                <a:lnTo>
                  <a:pt x="1704162" y="73406"/>
                </a:lnTo>
                <a:lnTo>
                  <a:pt x="1712086" y="63500"/>
                </a:lnTo>
                <a:lnTo>
                  <a:pt x="1704162" y="53594"/>
                </a:lnTo>
                <a:close/>
              </a:path>
              <a:path w="1788795" h="127000">
                <a:moveTo>
                  <a:pt x="1768475" y="53594"/>
                </a:moveTo>
                <a:lnTo>
                  <a:pt x="1712086" y="53594"/>
                </a:lnTo>
                <a:lnTo>
                  <a:pt x="1712086" y="73406"/>
                </a:lnTo>
                <a:lnTo>
                  <a:pt x="1768474" y="73406"/>
                </a:lnTo>
                <a:lnTo>
                  <a:pt x="1788286" y="63500"/>
                </a:lnTo>
                <a:lnTo>
                  <a:pt x="1768475" y="53594"/>
                </a:lnTo>
                <a:close/>
              </a:path>
              <a:path w="1788795" h="127000">
                <a:moveTo>
                  <a:pt x="1661286" y="0"/>
                </a:moveTo>
                <a:lnTo>
                  <a:pt x="1712086" y="63500"/>
                </a:lnTo>
                <a:lnTo>
                  <a:pt x="1712086" y="53594"/>
                </a:lnTo>
                <a:lnTo>
                  <a:pt x="1768475" y="53594"/>
                </a:lnTo>
                <a:lnTo>
                  <a:pt x="1661286" y="0"/>
                </a:lnTo>
                <a:close/>
              </a:path>
            </a:pathLst>
          </a:custGeom>
          <a:solidFill>
            <a:srgbClr val="D2D2D2"/>
          </a:solidFill>
        </p:spPr>
        <p:txBody>
          <a:bodyPr wrap="square" lIns="0" tIns="0" rIns="0" bIns="0" rtlCol="0"/>
          <a:lstStyle/>
          <a:p>
            <a:endParaRPr/>
          </a:p>
        </p:txBody>
      </p:sp>
      <p:grpSp>
        <p:nvGrpSpPr>
          <p:cNvPr id="59" name="object 59"/>
          <p:cNvGrpSpPr/>
          <p:nvPr/>
        </p:nvGrpSpPr>
        <p:grpSpPr>
          <a:xfrm>
            <a:off x="3276600" y="12696"/>
            <a:ext cx="7244080" cy="6845300"/>
            <a:chOff x="3276600" y="12696"/>
            <a:chExt cx="7244080" cy="6845300"/>
          </a:xfrm>
        </p:grpSpPr>
        <p:sp>
          <p:nvSpPr>
            <p:cNvPr id="60" name="object 60"/>
            <p:cNvSpPr/>
            <p:nvPr/>
          </p:nvSpPr>
          <p:spPr>
            <a:xfrm>
              <a:off x="4587239" y="1142491"/>
              <a:ext cx="4594860" cy="4584700"/>
            </a:xfrm>
            <a:custGeom>
              <a:avLst/>
              <a:gdLst/>
              <a:ahLst/>
              <a:cxnLst/>
              <a:rect l="l" t="t" r="r" b="b"/>
              <a:pathLst>
                <a:path w="4594859" h="4584700">
                  <a:moveTo>
                    <a:pt x="1545589" y="3949700"/>
                  </a:moveTo>
                  <a:lnTo>
                    <a:pt x="1322705" y="3949700"/>
                  </a:lnTo>
                  <a:lnTo>
                    <a:pt x="1322705" y="4140200"/>
                  </a:lnTo>
                  <a:lnTo>
                    <a:pt x="1282957" y="4178300"/>
                  </a:lnTo>
                  <a:lnTo>
                    <a:pt x="1248561" y="4216400"/>
                  </a:lnTo>
                  <a:lnTo>
                    <a:pt x="1221517" y="4254500"/>
                  </a:lnTo>
                  <a:lnTo>
                    <a:pt x="1203824" y="4305300"/>
                  </a:lnTo>
                  <a:lnTo>
                    <a:pt x="1197483" y="4356100"/>
                  </a:lnTo>
                  <a:lnTo>
                    <a:pt x="1202513" y="4394200"/>
                  </a:lnTo>
                  <a:lnTo>
                    <a:pt x="1216844" y="4445000"/>
                  </a:lnTo>
                  <a:lnTo>
                    <a:pt x="1239334" y="4483100"/>
                  </a:lnTo>
                  <a:lnTo>
                    <a:pt x="1268841" y="4521200"/>
                  </a:lnTo>
                  <a:lnTo>
                    <a:pt x="1304223" y="4546600"/>
                  </a:lnTo>
                  <a:lnTo>
                    <a:pt x="1344340" y="4572000"/>
                  </a:lnTo>
                  <a:lnTo>
                    <a:pt x="1388050" y="4584700"/>
                  </a:lnTo>
                  <a:lnTo>
                    <a:pt x="1480329" y="4584700"/>
                  </a:lnTo>
                  <a:lnTo>
                    <a:pt x="1524007" y="4572000"/>
                  </a:lnTo>
                  <a:lnTo>
                    <a:pt x="1564102" y="4546600"/>
                  </a:lnTo>
                  <a:lnTo>
                    <a:pt x="1599469" y="4521200"/>
                  </a:lnTo>
                  <a:lnTo>
                    <a:pt x="1628967" y="4483100"/>
                  </a:lnTo>
                  <a:lnTo>
                    <a:pt x="1651452" y="4445000"/>
                  </a:lnTo>
                  <a:lnTo>
                    <a:pt x="1665781" y="4394200"/>
                  </a:lnTo>
                  <a:lnTo>
                    <a:pt x="1670812" y="4356100"/>
                  </a:lnTo>
                  <a:lnTo>
                    <a:pt x="1664470" y="4305300"/>
                  </a:lnTo>
                  <a:lnTo>
                    <a:pt x="1646777" y="4254500"/>
                  </a:lnTo>
                  <a:lnTo>
                    <a:pt x="1619733" y="4216400"/>
                  </a:lnTo>
                  <a:lnTo>
                    <a:pt x="1585337" y="4178300"/>
                  </a:lnTo>
                  <a:lnTo>
                    <a:pt x="1545589" y="4140200"/>
                  </a:lnTo>
                  <a:lnTo>
                    <a:pt x="1545589" y="3949700"/>
                  </a:lnTo>
                  <a:close/>
                </a:path>
                <a:path w="4594859" h="4584700">
                  <a:moveTo>
                    <a:pt x="2116455" y="3949700"/>
                  </a:moveTo>
                  <a:lnTo>
                    <a:pt x="1907539" y="3949700"/>
                  </a:lnTo>
                  <a:lnTo>
                    <a:pt x="1907539" y="4140200"/>
                  </a:lnTo>
                  <a:lnTo>
                    <a:pt x="1862414" y="4178300"/>
                  </a:lnTo>
                  <a:lnTo>
                    <a:pt x="1827316" y="4216400"/>
                  </a:lnTo>
                  <a:lnTo>
                    <a:pt x="1802246" y="4254500"/>
                  </a:lnTo>
                  <a:lnTo>
                    <a:pt x="1787204" y="4305300"/>
                  </a:lnTo>
                  <a:lnTo>
                    <a:pt x="1782190" y="4356100"/>
                  </a:lnTo>
                  <a:lnTo>
                    <a:pt x="1786626" y="4394200"/>
                  </a:lnTo>
                  <a:lnTo>
                    <a:pt x="1799389" y="4445000"/>
                  </a:lnTo>
                  <a:lnTo>
                    <a:pt x="1819662" y="4483100"/>
                  </a:lnTo>
                  <a:lnTo>
                    <a:pt x="1846627" y="4521200"/>
                  </a:lnTo>
                  <a:lnTo>
                    <a:pt x="1879468" y="4546600"/>
                  </a:lnTo>
                  <a:lnTo>
                    <a:pt x="1917368" y="4572000"/>
                  </a:lnTo>
                  <a:lnTo>
                    <a:pt x="1959510" y="4584700"/>
                  </a:lnTo>
                  <a:lnTo>
                    <a:pt x="2055205" y="4584700"/>
                  </a:lnTo>
                  <a:lnTo>
                    <a:pt x="2100766" y="4572000"/>
                  </a:lnTo>
                  <a:lnTo>
                    <a:pt x="2141106" y="4546600"/>
                  </a:lnTo>
                  <a:lnTo>
                    <a:pt x="2175573" y="4521200"/>
                  </a:lnTo>
                  <a:lnTo>
                    <a:pt x="2203515" y="4483100"/>
                  </a:lnTo>
                  <a:lnTo>
                    <a:pt x="2224281" y="4445000"/>
                  </a:lnTo>
                  <a:lnTo>
                    <a:pt x="2237219" y="4394200"/>
                  </a:lnTo>
                  <a:lnTo>
                    <a:pt x="2241677" y="4356100"/>
                  </a:lnTo>
                  <a:lnTo>
                    <a:pt x="2236676" y="4305300"/>
                  </a:lnTo>
                  <a:lnTo>
                    <a:pt x="2221665" y="4254500"/>
                  </a:lnTo>
                  <a:lnTo>
                    <a:pt x="2196633" y="4216400"/>
                  </a:lnTo>
                  <a:lnTo>
                    <a:pt x="2161567" y="4178300"/>
                  </a:lnTo>
                  <a:lnTo>
                    <a:pt x="2116455" y="4140200"/>
                  </a:lnTo>
                  <a:lnTo>
                    <a:pt x="2116455" y="3949700"/>
                  </a:lnTo>
                  <a:close/>
                </a:path>
                <a:path w="4594859" h="4584700">
                  <a:moveTo>
                    <a:pt x="2701163" y="3949700"/>
                  </a:moveTo>
                  <a:lnTo>
                    <a:pt x="2478405" y="3949700"/>
                  </a:lnTo>
                  <a:lnTo>
                    <a:pt x="2478405" y="4140200"/>
                  </a:lnTo>
                  <a:lnTo>
                    <a:pt x="2438657" y="4178300"/>
                  </a:lnTo>
                  <a:lnTo>
                    <a:pt x="2404261" y="4216400"/>
                  </a:lnTo>
                  <a:lnTo>
                    <a:pt x="2377217" y="4254500"/>
                  </a:lnTo>
                  <a:lnTo>
                    <a:pt x="2359524" y="4305300"/>
                  </a:lnTo>
                  <a:lnTo>
                    <a:pt x="2353183" y="4356100"/>
                  </a:lnTo>
                  <a:lnTo>
                    <a:pt x="2358213" y="4394200"/>
                  </a:lnTo>
                  <a:lnTo>
                    <a:pt x="2372542" y="4445000"/>
                  </a:lnTo>
                  <a:lnTo>
                    <a:pt x="2395027" y="4483100"/>
                  </a:lnTo>
                  <a:lnTo>
                    <a:pt x="2424525" y="4521200"/>
                  </a:lnTo>
                  <a:lnTo>
                    <a:pt x="2459892" y="4546600"/>
                  </a:lnTo>
                  <a:lnTo>
                    <a:pt x="2499987" y="4572000"/>
                  </a:lnTo>
                  <a:lnTo>
                    <a:pt x="2543665" y="4584700"/>
                  </a:lnTo>
                  <a:lnTo>
                    <a:pt x="2635944" y="4584700"/>
                  </a:lnTo>
                  <a:lnTo>
                    <a:pt x="2679654" y="4572000"/>
                  </a:lnTo>
                  <a:lnTo>
                    <a:pt x="2719771" y="4546600"/>
                  </a:lnTo>
                  <a:lnTo>
                    <a:pt x="2755153" y="4521200"/>
                  </a:lnTo>
                  <a:lnTo>
                    <a:pt x="2784660" y="4483100"/>
                  </a:lnTo>
                  <a:lnTo>
                    <a:pt x="2807150" y="4445000"/>
                  </a:lnTo>
                  <a:lnTo>
                    <a:pt x="2821481" y="4394200"/>
                  </a:lnTo>
                  <a:lnTo>
                    <a:pt x="2826512" y="4356100"/>
                  </a:lnTo>
                  <a:lnTo>
                    <a:pt x="2820169" y="4305300"/>
                  </a:lnTo>
                  <a:lnTo>
                    <a:pt x="2802469" y="4254500"/>
                  </a:lnTo>
                  <a:lnTo>
                    <a:pt x="2775406" y="4216400"/>
                  </a:lnTo>
                  <a:lnTo>
                    <a:pt x="2740972" y="4178300"/>
                  </a:lnTo>
                  <a:lnTo>
                    <a:pt x="2701163" y="4140200"/>
                  </a:lnTo>
                  <a:lnTo>
                    <a:pt x="2701163" y="3949700"/>
                  </a:lnTo>
                  <a:close/>
                </a:path>
                <a:path w="4594859" h="4584700">
                  <a:moveTo>
                    <a:pt x="3272155" y="3949700"/>
                  </a:moveTo>
                  <a:lnTo>
                    <a:pt x="3049269" y="3949700"/>
                  </a:lnTo>
                  <a:lnTo>
                    <a:pt x="3049269" y="4140200"/>
                  </a:lnTo>
                  <a:lnTo>
                    <a:pt x="3010961" y="4178300"/>
                  </a:lnTo>
                  <a:lnTo>
                    <a:pt x="2979999" y="4216400"/>
                  </a:lnTo>
                  <a:lnTo>
                    <a:pt x="2957052" y="4254500"/>
                  </a:lnTo>
                  <a:lnTo>
                    <a:pt x="2942793" y="4305300"/>
                  </a:lnTo>
                  <a:lnTo>
                    <a:pt x="2937891" y="4356100"/>
                  </a:lnTo>
                  <a:lnTo>
                    <a:pt x="2942326" y="4394200"/>
                  </a:lnTo>
                  <a:lnTo>
                    <a:pt x="2955087" y="4445000"/>
                  </a:lnTo>
                  <a:lnTo>
                    <a:pt x="2975355" y="4483100"/>
                  </a:lnTo>
                  <a:lnTo>
                    <a:pt x="3002311" y="4521200"/>
                  </a:lnTo>
                  <a:lnTo>
                    <a:pt x="3035137" y="4546600"/>
                  </a:lnTo>
                  <a:lnTo>
                    <a:pt x="3073015" y="4572000"/>
                  </a:lnTo>
                  <a:lnTo>
                    <a:pt x="3115124" y="4584700"/>
                  </a:lnTo>
                  <a:lnTo>
                    <a:pt x="3210820" y="4584700"/>
                  </a:lnTo>
                  <a:lnTo>
                    <a:pt x="3256412" y="4572000"/>
                  </a:lnTo>
                  <a:lnTo>
                    <a:pt x="3296775" y="4546600"/>
                  </a:lnTo>
                  <a:lnTo>
                    <a:pt x="3331257" y="4521200"/>
                  </a:lnTo>
                  <a:lnTo>
                    <a:pt x="3359209" y="4483100"/>
                  </a:lnTo>
                  <a:lnTo>
                    <a:pt x="3379979" y="4445000"/>
                  </a:lnTo>
                  <a:lnTo>
                    <a:pt x="3392919" y="4394200"/>
                  </a:lnTo>
                  <a:lnTo>
                    <a:pt x="3397377" y="4356100"/>
                  </a:lnTo>
                  <a:lnTo>
                    <a:pt x="3391035" y="4305300"/>
                  </a:lnTo>
                  <a:lnTo>
                    <a:pt x="3373342" y="4254500"/>
                  </a:lnTo>
                  <a:lnTo>
                    <a:pt x="3346298" y="4216400"/>
                  </a:lnTo>
                  <a:lnTo>
                    <a:pt x="3311902" y="4178300"/>
                  </a:lnTo>
                  <a:lnTo>
                    <a:pt x="3272155" y="4140200"/>
                  </a:lnTo>
                  <a:lnTo>
                    <a:pt x="3272155" y="3949700"/>
                  </a:lnTo>
                  <a:close/>
                </a:path>
                <a:path w="4594859" h="4584700">
                  <a:moveTo>
                    <a:pt x="3477318" y="3937000"/>
                  </a:moveTo>
                  <a:lnTo>
                    <a:pt x="1120905" y="3937000"/>
                  </a:lnTo>
                  <a:lnTo>
                    <a:pt x="1165718" y="3949700"/>
                  </a:lnTo>
                  <a:lnTo>
                    <a:pt x="3431015" y="3949700"/>
                  </a:lnTo>
                  <a:lnTo>
                    <a:pt x="3477318" y="3937000"/>
                  </a:lnTo>
                  <a:close/>
                </a:path>
                <a:path w="4594859" h="4584700">
                  <a:moveTo>
                    <a:pt x="1263967" y="3263900"/>
                  </a:moveTo>
                  <a:lnTo>
                    <a:pt x="640461" y="3263900"/>
                  </a:lnTo>
                  <a:lnTo>
                    <a:pt x="640461" y="3378200"/>
                  </a:lnTo>
                  <a:lnTo>
                    <a:pt x="642417" y="3429000"/>
                  </a:lnTo>
                  <a:lnTo>
                    <a:pt x="648174" y="3467100"/>
                  </a:lnTo>
                  <a:lnTo>
                    <a:pt x="657565" y="3517900"/>
                  </a:lnTo>
                  <a:lnTo>
                    <a:pt x="670423" y="3556000"/>
                  </a:lnTo>
                  <a:lnTo>
                    <a:pt x="686581" y="3606800"/>
                  </a:lnTo>
                  <a:lnTo>
                    <a:pt x="705872" y="3644900"/>
                  </a:lnTo>
                  <a:lnTo>
                    <a:pt x="728129" y="3683000"/>
                  </a:lnTo>
                  <a:lnTo>
                    <a:pt x="753184" y="3721100"/>
                  </a:lnTo>
                  <a:lnTo>
                    <a:pt x="780870" y="3759200"/>
                  </a:lnTo>
                  <a:lnTo>
                    <a:pt x="811022" y="3784600"/>
                  </a:lnTo>
                  <a:lnTo>
                    <a:pt x="843470" y="3810000"/>
                  </a:lnTo>
                  <a:lnTo>
                    <a:pt x="878049" y="3835400"/>
                  </a:lnTo>
                  <a:lnTo>
                    <a:pt x="914591" y="3860800"/>
                  </a:lnTo>
                  <a:lnTo>
                    <a:pt x="952930" y="3886200"/>
                  </a:lnTo>
                  <a:lnTo>
                    <a:pt x="992897" y="3911600"/>
                  </a:lnTo>
                  <a:lnTo>
                    <a:pt x="1077052" y="3937000"/>
                  </a:lnTo>
                  <a:lnTo>
                    <a:pt x="3522308" y="3937000"/>
                  </a:lnTo>
                  <a:lnTo>
                    <a:pt x="3565848" y="3924300"/>
                  </a:lnTo>
                  <a:lnTo>
                    <a:pt x="3607802" y="3911600"/>
                  </a:lnTo>
                  <a:lnTo>
                    <a:pt x="3648034" y="3886200"/>
                  </a:lnTo>
                  <a:lnTo>
                    <a:pt x="3686409" y="3860800"/>
                  </a:lnTo>
                  <a:lnTo>
                    <a:pt x="3722790" y="3835400"/>
                  </a:lnTo>
                  <a:lnTo>
                    <a:pt x="3757042" y="3810000"/>
                  </a:lnTo>
                  <a:lnTo>
                    <a:pt x="3789029" y="3784600"/>
                  </a:lnTo>
                  <a:lnTo>
                    <a:pt x="3818614" y="3759200"/>
                  </a:lnTo>
                  <a:lnTo>
                    <a:pt x="3845662" y="3721100"/>
                  </a:lnTo>
                  <a:lnTo>
                    <a:pt x="3853787" y="3708400"/>
                  </a:lnTo>
                  <a:lnTo>
                    <a:pt x="2155886" y="3708400"/>
                  </a:lnTo>
                  <a:lnTo>
                    <a:pt x="2109521" y="3695700"/>
                  </a:lnTo>
                  <a:lnTo>
                    <a:pt x="2063606" y="3695700"/>
                  </a:lnTo>
                  <a:lnTo>
                    <a:pt x="1973229" y="3670300"/>
                  </a:lnTo>
                  <a:lnTo>
                    <a:pt x="1928818" y="3670300"/>
                  </a:lnTo>
                  <a:lnTo>
                    <a:pt x="1884960" y="3657600"/>
                  </a:lnTo>
                  <a:lnTo>
                    <a:pt x="1841680" y="3632200"/>
                  </a:lnTo>
                  <a:lnTo>
                    <a:pt x="1756958" y="3606800"/>
                  </a:lnTo>
                  <a:lnTo>
                    <a:pt x="1715566" y="3581400"/>
                  </a:lnTo>
                  <a:lnTo>
                    <a:pt x="1674854" y="3568700"/>
                  </a:lnTo>
                  <a:lnTo>
                    <a:pt x="1634848" y="3543300"/>
                  </a:lnTo>
                  <a:lnTo>
                    <a:pt x="1595574" y="3530600"/>
                  </a:lnTo>
                  <a:lnTo>
                    <a:pt x="1557057" y="3505200"/>
                  </a:lnTo>
                  <a:lnTo>
                    <a:pt x="1519323" y="3479800"/>
                  </a:lnTo>
                  <a:lnTo>
                    <a:pt x="1482397" y="3454400"/>
                  </a:lnTo>
                  <a:lnTo>
                    <a:pt x="1446304" y="3429000"/>
                  </a:lnTo>
                  <a:lnTo>
                    <a:pt x="1411071" y="3403600"/>
                  </a:lnTo>
                  <a:lnTo>
                    <a:pt x="1376723" y="3365500"/>
                  </a:lnTo>
                  <a:lnTo>
                    <a:pt x="1343285" y="3340100"/>
                  </a:lnTo>
                  <a:lnTo>
                    <a:pt x="1310783" y="3314700"/>
                  </a:lnTo>
                  <a:lnTo>
                    <a:pt x="1279243" y="3276600"/>
                  </a:lnTo>
                  <a:lnTo>
                    <a:pt x="1263967" y="3263900"/>
                  </a:lnTo>
                  <a:close/>
                </a:path>
                <a:path w="4594859" h="4584700">
                  <a:moveTo>
                    <a:pt x="3845662" y="876300"/>
                  </a:moveTo>
                  <a:lnTo>
                    <a:pt x="2438973" y="876300"/>
                  </a:lnTo>
                  <a:lnTo>
                    <a:pt x="2485338" y="889000"/>
                  </a:lnTo>
                  <a:lnTo>
                    <a:pt x="2531253" y="889000"/>
                  </a:lnTo>
                  <a:lnTo>
                    <a:pt x="2621630" y="914400"/>
                  </a:lnTo>
                  <a:lnTo>
                    <a:pt x="2837901" y="977900"/>
                  </a:lnTo>
                  <a:lnTo>
                    <a:pt x="2879293" y="1003300"/>
                  </a:lnTo>
                  <a:lnTo>
                    <a:pt x="2920005" y="1016000"/>
                  </a:lnTo>
                  <a:lnTo>
                    <a:pt x="2960011" y="1041400"/>
                  </a:lnTo>
                  <a:lnTo>
                    <a:pt x="2999285" y="1054100"/>
                  </a:lnTo>
                  <a:lnTo>
                    <a:pt x="3037802" y="1079500"/>
                  </a:lnTo>
                  <a:lnTo>
                    <a:pt x="3075536" y="1104900"/>
                  </a:lnTo>
                  <a:lnTo>
                    <a:pt x="3112462" y="1130300"/>
                  </a:lnTo>
                  <a:lnTo>
                    <a:pt x="3148555" y="1155700"/>
                  </a:lnTo>
                  <a:lnTo>
                    <a:pt x="3183788" y="1181100"/>
                  </a:lnTo>
                  <a:lnTo>
                    <a:pt x="3218136" y="1219200"/>
                  </a:lnTo>
                  <a:lnTo>
                    <a:pt x="3251574" y="1244600"/>
                  </a:lnTo>
                  <a:lnTo>
                    <a:pt x="3284076" y="1270000"/>
                  </a:lnTo>
                  <a:lnTo>
                    <a:pt x="3315616" y="1308100"/>
                  </a:lnTo>
                  <a:lnTo>
                    <a:pt x="3346169" y="1333500"/>
                  </a:lnTo>
                  <a:lnTo>
                    <a:pt x="3375710" y="1371600"/>
                  </a:lnTo>
                  <a:lnTo>
                    <a:pt x="3404212" y="1409700"/>
                  </a:lnTo>
                  <a:lnTo>
                    <a:pt x="3431650" y="1435100"/>
                  </a:lnTo>
                  <a:lnTo>
                    <a:pt x="3458000" y="1473200"/>
                  </a:lnTo>
                  <a:lnTo>
                    <a:pt x="3483234" y="1511300"/>
                  </a:lnTo>
                  <a:lnTo>
                    <a:pt x="3507328" y="1549400"/>
                  </a:lnTo>
                  <a:lnTo>
                    <a:pt x="3530256" y="1587500"/>
                  </a:lnTo>
                  <a:lnTo>
                    <a:pt x="3551992" y="1625600"/>
                  </a:lnTo>
                  <a:lnTo>
                    <a:pt x="3572511" y="1676400"/>
                  </a:lnTo>
                  <a:lnTo>
                    <a:pt x="3591788" y="1714500"/>
                  </a:lnTo>
                  <a:lnTo>
                    <a:pt x="3609796" y="1752600"/>
                  </a:lnTo>
                  <a:lnTo>
                    <a:pt x="3626511" y="1790700"/>
                  </a:lnTo>
                  <a:lnTo>
                    <a:pt x="3641906" y="1841500"/>
                  </a:lnTo>
                  <a:lnTo>
                    <a:pt x="3655956" y="1879600"/>
                  </a:lnTo>
                  <a:lnTo>
                    <a:pt x="3668636" y="1930400"/>
                  </a:lnTo>
                  <a:lnTo>
                    <a:pt x="3679920" y="1968500"/>
                  </a:lnTo>
                  <a:lnTo>
                    <a:pt x="3689782" y="2019300"/>
                  </a:lnTo>
                  <a:lnTo>
                    <a:pt x="3698197" y="2057400"/>
                  </a:lnTo>
                  <a:lnTo>
                    <a:pt x="3705139" y="2108200"/>
                  </a:lnTo>
                  <a:lnTo>
                    <a:pt x="3710583" y="2146300"/>
                  </a:lnTo>
                  <a:lnTo>
                    <a:pt x="3714504" y="2197100"/>
                  </a:lnTo>
                  <a:lnTo>
                    <a:pt x="3716875" y="2247900"/>
                  </a:lnTo>
                  <a:lnTo>
                    <a:pt x="3717670" y="2298700"/>
                  </a:lnTo>
                  <a:lnTo>
                    <a:pt x="3716875" y="2336800"/>
                  </a:lnTo>
                  <a:lnTo>
                    <a:pt x="3714504" y="2387600"/>
                  </a:lnTo>
                  <a:lnTo>
                    <a:pt x="3710583" y="2438400"/>
                  </a:lnTo>
                  <a:lnTo>
                    <a:pt x="3705139" y="2476500"/>
                  </a:lnTo>
                  <a:lnTo>
                    <a:pt x="3698197" y="2527300"/>
                  </a:lnTo>
                  <a:lnTo>
                    <a:pt x="3689782" y="2578100"/>
                  </a:lnTo>
                  <a:lnTo>
                    <a:pt x="3679920" y="2616200"/>
                  </a:lnTo>
                  <a:lnTo>
                    <a:pt x="3668636" y="2667000"/>
                  </a:lnTo>
                  <a:lnTo>
                    <a:pt x="3655956" y="2705100"/>
                  </a:lnTo>
                  <a:lnTo>
                    <a:pt x="3641906" y="2743200"/>
                  </a:lnTo>
                  <a:lnTo>
                    <a:pt x="3626511" y="2794000"/>
                  </a:lnTo>
                  <a:lnTo>
                    <a:pt x="3609796" y="2832100"/>
                  </a:lnTo>
                  <a:lnTo>
                    <a:pt x="3591788" y="2870200"/>
                  </a:lnTo>
                  <a:lnTo>
                    <a:pt x="3572511" y="2921000"/>
                  </a:lnTo>
                  <a:lnTo>
                    <a:pt x="3551992" y="2959100"/>
                  </a:lnTo>
                  <a:lnTo>
                    <a:pt x="3530256" y="2997200"/>
                  </a:lnTo>
                  <a:lnTo>
                    <a:pt x="3507328" y="3035300"/>
                  </a:lnTo>
                  <a:lnTo>
                    <a:pt x="3483234" y="3073400"/>
                  </a:lnTo>
                  <a:lnTo>
                    <a:pt x="3458000" y="3111500"/>
                  </a:lnTo>
                  <a:lnTo>
                    <a:pt x="3431650" y="3149600"/>
                  </a:lnTo>
                  <a:lnTo>
                    <a:pt x="3404212" y="3175000"/>
                  </a:lnTo>
                  <a:lnTo>
                    <a:pt x="3375710" y="3213100"/>
                  </a:lnTo>
                  <a:lnTo>
                    <a:pt x="3346169" y="3251200"/>
                  </a:lnTo>
                  <a:lnTo>
                    <a:pt x="3315616" y="3276600"/>
                  </a:lnTo>
                  <a:lnTo>
                    <a:pt x="3284076" y="3314700"/>
                  </a:lnTo>
                  <a:lnTo>
                    <a:pt x="3251574" y="3340100"/>
                  </a:lnTo>
                  <a:lnTo>
                    <a:pt x="3218136" y="3365500"/>
                  </a:lnTo>
                  <a:lnTo>
                    <a:pt x="3183788" y="3403600"/>
                  </a:lnTo>
                  <a:lnTo>
                    <a:pt x="3148555" y="3429000"/>
                  </a:lnTo>
                  <a:lnTo>
                    <a:pt x="3112462" y="3454400"/>
                  </a:lnTo>
                  <a:lnTo>
                    <a:pt x="3075536" y="3479800"/>
                  </a:lnTo>
                  <a:lnTo>
                    <a:pt x="3037802" y="3505200"/>
                  </a:lnTo>
                  <a:lnTo>
                    <a:pt x="2999285" y="3530600"/>
                  </a:lnTo>
                  <a:lnTo>
                    <a:pt x="2960011" y="3543300"/>
                  </a:lnTo>
                  <a:lnTo>
                    <a:pt x="2920005" y="3568700"/>
                  </a:lnTo>
                  <a:lnTo>
                    <a:pt x="2879293" y="3581400"/>
                  </a:lnTo>
                  <a:lnTo>
                    <a:pt x="2837901" y="3606800"/>
                  </a:lnTo>
                  <a:lnTo>
                    <a:pt x="2753179" y="3632200"/>
                  </a:lnTo>
                  <a:lnTo>
                    <a:pt x="2709899" y="3657600"/>
                  </a:lnTo>
                  <a:lnTo>
                    <a:pt x="2666041" y="3670300"/>
                  </a:lnTo>
                  <a:lnTo>
                    <a:pt x="2621630" y="3670300"/>
                  </a:lnTo>
                  <a:lnTo>
                    <a:pt x="2531253" y="3695700"/>
                  </a:lnTo>
                  <a:lnTo>
                    <a:pt x="2485338" y="3695700"/>
                  </a:lnTo>
                  <a:lnTo>
                    <a:pt x="2438973" y="3708400"/>
                  </a:lnTo>
                  <a:lnTo>
                    <a:pt x="3853787" y="3708400"/>
                  </a:lnTo>
                  <a:lnTo>
                    <a:pt x="3870037" y="3683000"/>
                  </a:lnTo>
                  <a:lnTo>
                    <a:pt x="3891603" y="3644900"/>
                  </a:lnTo>
                  <a:lnTo>
                    <a:pt x="3910224" y="3606800"/>
                  </a:lnTo>
                  <a:lnTo>
                    <a:pt x="3925765" y="3556000"/>
                  </a:lnTo>
                  <a:lnTo>
                    <a:pt x="3938088" y="3517900"/>
                  </a:lnTo>
                  <a:lnTo>
                    <a:pt x="3947059" y="3467100"/>
                  </a:lnTo>
                  <a:lnTo>
                    <a:pt x="3952541" y="3429000"/>
                  </a:lnTo>
                  <a:lnTo>
                    <a:pt x="3954399" y="3378200"/>
                  </a:lnTo>
                  <a:lnTo>
                    <a:pt x="3954399" y="3263900"/>
                  </a:lnTo>
                  <a:lnTo>
                    <a:pt x="4568001" y="3263900"/>
                  </a:lnTo>
                  <a:lnTo>
                    <a:pt x="4575498" y="3251200"/>
                  </a:lnTo>
                  <a:lnTo>
                    <a:pt x="4589829" y="3200400"/>
                  </a:lnTo>
                  <a:lnTo>
                    <a:pt x="4594860" y="3162300"/>
                  </a:lnTo>
                  <a:lnTo>
                    <a:pt x="4589829" y="3111500"/>
                  </a:lnTo>
                  <a:lnTo>
                    <a:pt x="4575498" y="3073400"/>
                  </a:lnTo>
                  <a:lnTo>
                    <a:pt x="4560505" y="3048000"/>
                  </a:lnTo>
                  <a:lnTo>
                    <a:pt x="3954399" y="3048000"/>
                  </a:lnTo>
                  <a:lnTo>
                    <a:pt x="3954399" y="2692400"/>
                  </a:lnTo>
                  <a:lnTo>
                    <a:pt x="4568001" y="2692400"/>
                  </a:lnTo>
                  <a:lnTo>
                    <a:pt x="4575498" y="2679700"/>
                  </a:lnTo>
                  <a:lnTo>
                    <a:pt x="4589829" y="2628900"/>
                  </a:lnTo>
                  <a:lnTo>
                    <a:pt x="4594860" y="2590800"/>
                  </a:lnTo>
                  <a:lnTo>
                    <a:pt x="4589829" y="2540000"/>
                  </a:lnTo>
                  <a:lnTo>
                    <a:pt x="4575498" y="2489200"/>
                  </a:lnTo>
                  <a:lnTo>
                    <a:pt x="4568001" y="2476500"/>
                  </a:lnTo>
                  <a:lnTo>
                    <a:pt x="3954399" y="2476500"/>
                  </a:lnTo>
                  <a:lnTo>
                    <a:pt x="3954399" y="2108200"/>
                  </a:lnTo>
                  <a:lnTo>
                    <a:pt x="4568001" y="2108200"/>
                  </a:lnTo>
                  <a:lnTo>
                    <a:pt x="4575498" y="2095500"/>
                  </a:lnTo>
                  <a:lnTo>
                    <a:pt x="4589829" y="2044700"/>
                  </a:lnTo>
                  <a:lnTo>
                    <a:pt x="4594860" y="2006600"/>
                  </a:lnTo>
                  <a:lnTo>
                    <a:pt x="4589829" y="1955800"/>
                  </a:lnTo>
                  <a:lnTo>
                    <a:pt x="4575498" y="1917700"/>
                  </a:lnTo>
                  <a:lnTo>
                    <a:pt x="4568001" y="1905000"/>
                  </a:lnTo>
                  <a:lnTo>
                    <a:pt x="3954399" y="1905000"/>
                  </a:lnTo>
                  <a:lnTo>
                    <a:pt x="3954399" y="1536700"/>
                  </a:lnTo>
                  <a:lnTo>
                    <a:pt x="4568001" y="1536700"/>
                  </a:lnTo>
                  <a:lnTo>
                    <a:pt x="4575498" y="1524000"/>
                  </a:lnTo>
                  <a:lnTo>
                    <a:pt x="4589829" y="1473200"/>
                  </a:lnTo>
                  <a:lnTo>
                    <a:pt x="4594860" y="1435100"/>
                  </a:lnTo>
                  <a:lnTo>
                    <a:pt x="4589829" y="1384300"/>
                  </a:lnTo>
                  <a:lnTo>
                    <a:pt x="4575498" y="1333500"/>
                  </a:lnTo>
                  <a:lnTo>
                    <a:pt x="4568001" y="1320800"/>
                  </a:lnTo>
                  <a:lnTo>
                    <a:pt x="3954399" y="1320800"/>
                  </a:lnTo>
                  <a:lnTo>
                    <a:pt x="3954399" y="1206500"/>
                  </a:lnTo>
                  <a:lnTo>
                    <a:pt x="3952541" y="1155700"/>
                  </a:lnTo>
                  <a:lnTo>
                    <a:pt x="3947059" y="1117600"/>
                  </a:lnTo>
                  <a:lnTo>
                    <a:pt x="3938088" y="1066800"/>
                  </a:lnTo>
                  <a:lnTo>
                    <a:pt x="3925765" y="1028700"/>
                  </a:lnTo>
                  <a:lnTo>
                    <a:pt x="3910224" y="990600"/>
                  </a:lnTo>
                  <a:lnTo>
                    <a:pt x="3891603" y="952500"/>
                  </a:lnTo>
                  <a:lnTo>
                    <a:pt x="3870037" y="914400"/>
                  </a:lnTo>
                  <a:lnTo>
                    <a:pt x="3845662" y="876300"/>
                  </a:lnTo>
                  <a:close/>
                </a:path>
                <a:path w="4594859" h="4584700">
                  <a:moveTo>
                    <a:pt x="286520" y="2933700"/>
                  </a:moveTo>
                  <a:lnTo>
                    <a:pt x="190567" y="2933700"/>
                  </a:lnTo>
                  <a:lnTo>
                    <a:pt x="146857" y="2946400"/>
                  </a:lnTo>
                  <a:lnTo>
                    <a:pt x="106740" y="2971800"/>
                  </a:lnTo>
                  <a:lnTo>
                    <a:pt x="71358" y="2997200"/>
                  </a:lnTo>
                  <a:lnTo>
                    <a:pt x="41851" y="3035300"/>
                  </a:lnTo>
                  <a:lnTo>
                    <a:pt x="19361" y="3073400"/>
                  </a:lnTo>
                  <a:lnTo>
                    <a:pt x="5030" y="3111500"/>
                  </a:lnTo>
                  <a:lnTo>
                    <a:pt x="0" y="3162300"/>
                  </a:lnTo>
                  <a:lnTo>
                    <a:pt x="5030" y="3200400"/>
                  </a:lnTo>
                  <a:lnTo>
                    <a:pt x="19361" y="3251200"/>
                  </a:lnTo>
                  <a:lnTo>
                    <a:pt x="41851" y="3289300"/>
                  </a:lnTo>
                  <a:lnTo>
                    <a:pt x="71358" y="3327400"/>
                  </a:lnTo>
                  <a:lnTo>
                    <a:pt x="106740" y="3352800"/>
                  </a:lnTo>
                  <a:lnTo>
                    <a:pt x="146857" y="3378200"/>
                  </a:lnTo>
                  <a:lnTo>
                    <a:pt x="190567" y="3390900"/>
                  </a:lnTo>
                  <a:lnTo>
                    <a:pt x="286520" y="3390900"/>
                  </a:lnTo>
                  <a:lnTo>
                    <a:pt x="334288" y="3365500"/>
                  </a:lnTo>
                  <a:lnTo>
                    <a:pt x="378039" y="3340100"/>
                  </a:lnTo>
                  <a:lnTo>
                    <a:pt x="415779" y="3302000"/>
                  </a:lnTo>
                  <a:lnTo>
                    <a:pt x="445515" y="3263900"/>
                  </a:lnTo>
                  <a:lnTo>
                    <a:pt x="1263967" y="3263900"/>
                  </a:lnTo>
                  <a:lnTo>
                    <a:pt x="1248690" y="3251200"/>
                  </a:lnTo>
                  <a:lnTo>
                    <a:pt x="1219149" y="3213100"/>
                  </a:lnTo>
                  <a:lnTo>
                    <a:pt x="1190647" y="3175000"/>
                  </a:lnTo>
                  <a:lnTo>
                    <a:pt x="1163209" y="3149600"/>
                  </a:lnTo>
                  <a:lnTo>
                    <a:pt x="1136859" y="3111500"/>
                  </a:lnTo>
                  <a:lnTo>
                    <a:pt x="1111625" y="3073400"/>
                  </a:lnTo>
                  <a:lnTo>
                    <a:pt x="1095562" y="3048000"/>
                  </a:lnTo>
                  <a:lnTo>
                    <a:pt x="445515" y="3048000"/>
                  </a:lnTo>
                  <a:lnTo>
                    <a:pt x="415779" y="3009900"/>
                  </a:lnTo>
                  <a:lnTo>
                    <a:pt x="378039" y="2971800"/>
                  </a:lnTo>
                  <a:lnTo>
                    <a:pt x="334288" y="2946400"/>
                  </a:lnTo>
                  <a:lnTo>
                    <a:pt x="286520" y="2933700"/>
                  </a:lnTo>
                  <a:close/>
                </a:path>
                <a:path w="4594859" h="4584700">
                  <a:moveTo>
                    <a:pt x="4568001" y="3263900"/>
                  </a:moveTo>
                  <a:lnTo>
                    <a:pt x="4149343" y="3263900"/>
                  </a:lnTo>
                  <a:lnTo>
                    <a:pt x="4179080" y="3302000"/>
                  </a:lnTo>
                  <a:lnTo>
                    <a:pt x="4216820" y="3340100"/>
                  </a:lnTo>
                  <a:lnTo>
                    <a:pt x="4260571" y="3365500"/>
                  </a:lnTo>
                  <a:lnTo>
                    <a:pt x="4308339" y="3390900"/>
                  </a:lnTo>
                  <a:lnTo>
                    <a:pt x="4404292" y="3390900"/>
                  </a:lnTo>
                  <a:lnTo>
                    <a:pt x="4448002" y="3378200"/>
                  </a:lnTo>
                  <a:lnTo>
                    <a:pt x="4488119" y="3352800"/>
                  </a:lnTo>
                  <a:lnTo>
                    <a:pt x="4523501" y="3327400"/>
                  </a:lnTo>
                  <a:lnTo>
                    <a:pt x="4553008" y="3289300"/>
                  </a:lnTo>
                  <a:lnTo>
                    <a:pt x="4568001" y="3263900"/>
                  </a:lnTo>
                  <a:close/>
                </a:path>
                <a:path w="4594859" h="4584700">
                  <a:moveTo>
                    <a:pt x="934676" y="2692400"/>
                  </a:moveTo>
                  <a:lnTo>
                    <a:pt x="640461" y="2692400"/>
                  </a:lnTo>
                  <a:lnTo>
                    <a:pt x="640461" y="3048000"/>
                  </a:lnTo>
                  <a:lnTo>
                    <a:pt x="1095562" y="3048000"/>
                  </a:lnTo>
                  <a:lnTo>
                    <a:pt x="1087531" y="3035300"/>
                  </a:lnTo>
                  <a:lnTo>
                    <a:pt x="1064603" y="2997200"/>
                  </a:lnTo>
                  <a:lnTo>
                    <a:pt x="1042867" y="2959100"/>
                  </a:lnTo>
                  <a:lnTo>
                    <a:pt x="1022348" y="2921000"/>
                  </a:lnTo>
                  <a:lnTo>
                    <a:pt x="1003071" y="2870200"/>
                  </a:lnTo>
                  <a:lnTo>
                    <a:pt x="985063" y="2832100"/>
                  </a:lnTo>
                  <a:lnTo>
                    <a:pt x="968348" y="2794000"/>
                  </a:lnTo>
                  <a:lnTo>
                    <a:pt x="952953" y="2743200"/>
                  </a:lnTo>
                  <a:lnTo>
                    <a:pt x="938903" y="2705100"/>
                  </a:lnTo>
                  <a:lnTo>
                    <a:pt x="934676" y="2692400"/>
                  </a:lnTo>
                  <a:close/>
                </a:path>
                <a:path w="4594859" h="4584700">
                  <a:moveTo>
                    <a:pt x="4404292" y="2933700"/>
                  </a:moveTo>
                  <a:lnTo>
                    <a:pt x="4308339" y="2933700"/>
                  </a:lnTo>
                  <a:lnTo>
                    <a:pt x="4260571" y="2946400"/>
                  </a:lnTo>
                  <a:lnTo>
                    <a:pt x="4216820" y="2971800"/>
                  </a:lnTo>
                  <a:lnTo>
                    <a:pt x="4179080" y="3009900"/>
                  </a:lnTo>
                  <a:lnTo>
                    <a:pt x="4149343" y="3048000"/>
                  </a:lnTo>
                  <a:lnTo>
                    <a:pt x="4560505" y="3048000"/>
                  </a:lnTo>
                  <a:lnTo>
                    <a:pt x="4523501" y="2997200"/>
                  </a:lnTo>
                  <a:lnTo>
                    <a:pt x="4488119" y="2971800"/>
                  </a:lnTo>
                  <a:lnTo>
                    <a:pt x="4448002" y="2946400"/>
                  </a:lnTo>
                  <a:lnTo>
                    <a:pt x="4404292" y="2933700"/>
                  </a:lnTo>
                  <a:close/>
                </a:path>
                <a:path w="4594859" h="4584700">
                  <a:moveTo>
                    <a:pt x="286520" y="2349500"/>
                  </a:moveTo>
                  <a:lnTo>
                    <a:pt x="190567" y="2349500"/>
                  </a:lnTo>
                  <a:lnTo>
                    <a:pt x="146857" y="2362200"/>
                  </a:lnTo>
                  <a:lnTo>
                    <a:pt x="106740" y="2387600"/>
                  </a:lnTo>
                  <a:lnTo>
                    <a:pt x="71358" y="2425700"/>
                  </a:lnTo>
                  <a:lnTo>
                    <a:pt x="41851" y="2451100"/>
                  </a:lnTo>
                  <a:lnTo>
                    <a:pt x="19361" y="2489200"/>
                  </a:lnTo>
                  <a:lnTo>
                    <a:pt x="5030" y="2540000"/>
                  </a:lnTo>
                  <a:lnTo>
                    <a:pt x="0" y="2590800"/>
                  </a:lnTo>
                  <a:lnTo>
                    <a:pt x="5030" y="2628900"/>
                  </a:lnTo>
                  <a:lnTo>
                    <a:pt x="19361" y="2679700"/>
                  </a:lnTo>
                  <a:lnTo>
                    <a:pt x="41851" y="2717800"/>
                  </a:lnTo>
                  <a:lnTo>
                    <a:pt x="71358" y="2755900"/>
                  </a:lnTo>
                  <a:lnTo>
                    <a:pt x="106740" y="2781300"/>
                  </a:lnTo>
                  <a:lnTo>
                    <a:pt x="146857" y="2806700"/>
                  </a:lnTo>
                  <a:lnTo>
                    <a:pt x="190567" y="2819400"/>
                  </a:lnTo>
                  <a:lnTo>
                    <a:pt x="286520" y="2819400"/>
                  </a:lnTo>
                  <a:lnTo>
                    <a:pt x="334288" y="2794000"/>
                  </a:lnTo>
                  <a:lnTo>
                    <a:pt x="378039" y="2768600"/>
                  </a:lnTo>
                  <a:lnTo>
                    <a:pt x="415779" y="2730500"/>
                  </a:lnTo>
                  <a:lnTo>
                    <a:pt x="445515" y="2692400"/>
                  </a:lnTo>
                  <a:lnTo>
                    <a:pt x="934676" y="2692400"/>
                  </a:lnTo>
                  <a:lnTo>
                    <a:pt x="926223" y="2667000"/>
                  </a:lnTo>
                  <a:lnTo>
                    <a:pt x="914939" y="2616200"/>
                  </a:lnTo>
                  <a:lnTo>
                    <a:pt x="905077" y="2578100"/>
                  </a:lnTo>
                  <a:lnTo>
                    <a:pt x="896662" y="2527300"/>
                  </a:lnTo>
                  <a:lnTo>
                    <a:pt x="889720" y="2476500"/>
                  </a:lnTo>
                  <a:lnTo>
                    <a:pt x="445515" y="2476500"/>
                  </a:lnTo>
                  <a:lnTo>
                    <a:pt x="415779" y="2438400"/>
                  </a:lnTo>
                  <a:lnTo>
                    <a:pt x="378039" y="2400300"/>
                  </a:lnTo>
                  <a:lnTo>
                    <a:pt x="334288" y="2374900"/>
                  </a:lnTo>
                  <a:lnTo>
                    <a:pt x="286520" y="2349500"/>
                  </a:lnTo>
                  <a:close/>
                </a:path>
                <a:path w="4594859" h="4584700">
                  <a:moveTo>
                    <a:pt x="4568001" y="2692400"/>
                  </a:moveTo>
                  <a:lnTo>
                    <a:pt x="4149343" y="2692400"/>
                  </a:lnTo>
                  <a:lnTo>
                    <a:pt x="4179080" y="2730500"/>
                  </a:lnTo>
                  <a:lnTo>
                    <a:pt x="4216820" y="2768600"/>
                  </a:lnTo>
                  <a:lnTo>
                    <a:pt x="4260571" y="2794000"/>
                  </a:lnTo>
                  <a:lnTo>
                    <a:pt x="4308339" y="2819400"/>
                  </a:lnTo>
                  <a:lnTo>
                    <a:pt x="4404292" y="2819400"/>
                  </a:lnTo>
                  <a:lnTo>
                    <a:pt x="4448002" y="2806700"/>
                  </a:lnTo>
                  <a:lnTo>
                    <a:pt x="4488119" y="2781300"/>
                  </a:lnTo>
                  <a:lnTo>
                    <a:pt x="4523501" y="2755900"/>
                  </a:lnTo>
                  <a:lnTo>
                    <a:pt x="4553008" y="2717800"/>
                  </a:lnTo>
                  <a:lnTo>
                    <a:pt x="4568001" y="2692400"/>
                  </a:lnTo>
                  <a:close/>
                </a:path>
                <a:path w="4594859" h="4584700">
                  <a:moveTo>
                    <a:pt x="889720" y="2108200"/>
                  </a:moveTo>
                  <a:lnTo>
                    <a:pt x="640461" y="2108200"/>
                  </a:lnTo>
                  <a:lnTo>
                    <a:pt x="640461" y="2476500"/>
                  </a:lnTo>
                  <a:lnTo>
                    <a:pt x="889720" y="2476500"/>
                  </a:lnTo>
                  <a:lnTo>
                    <a:pt x="884276" y="2438400"/>
                  </a:lnTo>
                  <a:lnTo>
                    <a:pt x="880355" y="2387600"/>
                  </a:lnTo>
                  <a:lnTo>
                    <a:pt x="877984" y="2336800"/>
                  </a:lnTo>
                  <a:lnTo>
                    <a:pt x="877188" y="2298700"/>
                  </a:lnTo>
                  <a:lnTo>
                    <a:pt x="877984" y="2247900"/>
                  </a:lnTo>
                  <a:lnTo>
                    <a:pt x="880355" y="2197100"/>
                  </a:lnTo>
                  <a:lnTo>
                    <a:pt x="884276" y="2146300"/>
                  </a:lnTo>
                  <a:lnTo>
                    <a:pt x="889720" y="2108200"/>
                  </a:lnTo>
                  <a:close/>
                </a:path>
                <a:path w="4594859" h="4584700">
                  <a:moveTo>
                    <a:pt x="4404292" y="2349500"/>
                  </a:moveTo>
                  <a:lnTo>
                    <a:pt x="4308339" y="2349500"/>
                  </a:lnTo>
                  <a:lnTo>
                    <a:pt x="4260571" y="2374900"/>
                  </a:lnTo>
                  <a:lnTo>
                    <a:pt x="4216820" y="2400300"/>
                  </a:lnTo>
                  <a:lnTo>
                    <a:pt x="4179080" y="2438400"/>
                  </a:lnTo>
                  <a:lnTo>
                    <a:pt x="4149343" y="2476500"/>
                  </a:lnTo>
                  <a:lnTo>
                    <a:pt x="4568001" y="2476500"/>
                  </a:lnTo>
                  <a:lnTo>
                    <a:pt x="4553008" y="2451100"/>
                  </a:lnTo>
                  <a:lnTo>
                    <a:pt x="4523501" y="2425700"/>
                  </a:lnTo>
                  <a:lnTo>
                    <a:pt x="4488119" y="2387600"/>
                  </a:lnTo>
                  <a:lnTo>
                    <a:pt x="4448002" y="2362200"/>
                  </a:lnTo>
                  <a:lnTo>
                    <a:pt x="4404292" y="2349500"/>
                  </a:lnTo>
                  <a:close/>
                </a:path>
                <a:path w="4594859" h="4584700">
                  <a:moveTo>
                    <a:pt x="286520" y="1778000"/>
                  </a:moveTo>
                  <a:lnTo>
                    <a:pt x="190567" y="1778000"/>
                  </a:lnTo>
                  <a:lnTo>
                    <a:pt x="146857" y="1790700"/>
                  </a:lnTo>
                  <a:lnTo>
                    <a:pt x="106740" y="1816100"/>
                  </a:lnTo>
                  <a:lnTo>
                    <a:pt x="71358" y="1841500"/>
                  </a:lnTo>
                  <a:lnTo>
                    <a:pt x="41851" y="1879600"/>
                  </a:lnTo>
                  <a:lnTo>
                    <a:pt x="19361" y="1917700"/>
                  </a:lnTo>
                  <a:lnTo>
                    <a:pt x="5030" y="1955800"/>
                  </a:lnTo>
                  <a:lnTo>
                    <a:pt x="0" y="2006600"/>
                  </a:lnTo>
                  <a:lnTo>
                    <a:pt x="5030" y="2044700"/>
                  </a:lnTo>
                  <a:lnTo>
                    <a:pt x="19361" y="2095500"/>
                  </a:lnTo>
                  <a:lnTo>
                    <a:pt x="41851" y="2133600"/>
                  </a:lnTo>
                  <a:lnTo>
                    <a:pt x="71358" y="2171700"/>
                  </a:lnTo>
                  <a:lnTo>
                    <a:pt x="106740" y="2197100"/>
                  </a:lnTo>
                  <a:lnTo>
                    <a:pt x="146857" y="2222500"/>
                  </a:lnTo>
                  <a:lnTo>
                    <a:pt x="190567" y="2235200"/>
                  </a:lnTo>
                  <a:lnTo>
                    <a:pt x="286520" y="2235200"/>
                  </a:lnTo>
                  <a:lnTo>
                    <a:pt x="334288" y="2222500"/>
                  </a:lnTo>
                  <a:lnTo>
                    <a:pt x="378039" y="2197100"/>
                  </a:lnTo>
                  <a:lnTo>
                    <a:pt x="415779" y="2159000"/>
                  </a:lnTo>
                  <a:lnTo>
                    <a:pt x="445515" y="2108200"/>
                  </a:lnTo>
                  <a:lnTo>
                    <a:pt x="889720" y="2108200"/>
                  </a:lnTo>
                  <a:lnTo>
                    <a:pt x="896662" y="2057400"/>
                  </a:lnTo>
                  <a:lnTo>
                    <a:pt x="905077" y="2019300"/>
                  </a:lnTo>
                  <a:lnTo>
                    <a:pt x="914939" y="1968500"/>
                  </a:lnTo>
                  <a:lnTo>
                    <a:pt x="926223" y="1930400"/>
                  </a:lnTo>
                  <a:lnTo>
                    <a:pt x="932563" y="1905000"/>
                  </a:lnTo>
                  <a:lnTo>
                    <a:pt x="445515" y="1905000"/>
                  </a:lnTo>
                  <a:lnTo>
                    <a:pt x="415779" y="1854200"/>
                  </a:lnTo>
                  <a:lnTo>
                    <a:pt x="378039" y="1828800"/>
                  </a:lnTo>
                  <a:lnTo>
                    <a:pt x="334288" y="1803400"/>
                  </a:lnTo>
                  <a:lnTo>
                    <a:pt x="286520" y="1778000"/>
                  </a:lnTo>
                  <a:close/>
                </a:path>
                <a:path w="4594859" h="4584700">
                  <a:moveTo>
                    <a:pt x="4568001" y="2108200"/>
                  </a:moveTo>
                  <a:lnTo>
                    <a:pt x="4149343" y="2108200"/>
                  </a:lnTo>
                  <a:lnTo>
                    <a:pt x="4179080" y="2159000"/>
                  </a:lnTo>
                  <a:lnTo>
                    <a:pt x="4216820" y="2197100"/>
                  </a:lnTo>
                  <a:lnTo>
                    <a:pt x="4260571" y="2222500"/>
                  </a:lnTo>
                  <a:lnTo>
                    <a:pt x="4308339" y="2235200"/>
                  </a:lnTo>
                  <a:lnTo>
                    <a:pt x="4404292" y="2235200"/>
                  </a:lnTo>
                  <a:lnTo>
                    <a:pt x="4448002" y="2222500"/>
                  </a:lnTo>
                  <a:lnTo>
                    <a:pt x="4488119" y="2197100"/>
                  </a:lnTo>
                  <a:lnTo>
                    <a:pt x="4523501" y="2171700"/>
                  </a:lnTo>
                  <a:lnTo>
                    <a:pt x="4553008" y="2133600"/>
                  </a:lnTo>
                  <a:lnTo>
                    <a:pt x="4568001" y="2108200"/>
                  </a:lnTo>
                  <a:close/>
                </a:path>
                <a:path w="4594859" h="4584700">
                  <a:moveTo>
                    <a:pt x="1095562" y="1536700"/>
                  </a:moveTo>
                  <a:lnTo>
                    <a:pt x="640461" y="1536700"/>
                  </a:lnTo>
                  <a:lnTo>
                    <a:pt x="640461" y="1905000"/>
                  </a:lnTo>
                  <a:lnTo>
                    <a:pt x="932563" y="1905000"/>
                  </a:lnTo>
                  <a:lnTo>
                    <a:pt x="938903" y="1879600"/>
                  </a:lnTo>
                  <a:lnTo>
                    <a:pt x="952953" y="1841500"/>
                  </a:lnTo>
                  <a:lnTo>
                    <a:pt x="968348" y="1790700"/>
                  </a:lnTo>
                  <a:lnTo>
                    <a:pt x="985063" y="1752600"/>
                  </a:lnTo>
                  <a:lnTo>
                    <a:pt x="1003071" y="1714500"/>
                  </a:lnTo>
                  <a:lnTo>
                    <a:pt x="1022348" y="1676400"/>
                  </a:lnTo>
                  <a:lnTo>
                    <a:pt x="1042867" y="1625600"/>
                  </a:lnTo>
                  <a:lnTo>
                    <a:pt x="1064603" y="1587500"/>
                  </a:lnTo>
                  <a:lnTo>
                    <a:pt x="1087531" y="1549400"/>
                  </a:lnTo>
                  <a:lnTo>
                    <a:pt x="1095562" y="1536700"/>
                  </a:lnTo>
                  <a:close/>
                </a:path>
                <a:path w="4594859" h="4584700">
                  <a:moveTo>
                    <a:pt x="4404292" y="1778000"/>
                  </a:moveTo>
                  <a:lnTo>
                    <a:pt x="4308339" y="1778000"/>
                  </a:lnTo>
                  <a:lnTo>
                    <a:pt x="4260571" y="1803400"/>
                  </a:lnTo>
                  <a:lnTo>
                    <a:pt x="4216820" y="1828800"/>
                  </a:lnTo>
                  <a:lnTo>
                    <a:pt x="4179080" y="1854200"/>
                  </a:lnTo>
                  <a:lnTo>
                    <a:pt x="4149343" y="1905000"/>
                  </a:lnTo>
                  <a:lnTo>
                    <a:pt x="4568001" y="1905000"/>
                  </a:lnTo>
                  <a:lnTo>
                    <a:pt x="4523501" y="1841500"/>
                  </a:lnTo>
                  <a:lnTo>
                    <a:pt x="4488119" y="1816100"/>
                  </a:lnTo>
                  <a:lnTo>
                    <a:pt x="4448002" y="1790700"/>
                  </a:lnTo>
                  <a:lnTo>
                    <a:pt x="4404292" y="1778000"/>
                  </a:lnTo>
                  <a:close/>
                </a:path>
                <a:path w="4594859" h="4584700">
                  <a:moveTo>
                    <a:pt x="286520" y="1193800"/>
                  </a:moveTo>
                  <a:lnTo>
                    <a:pt x="190567" y="1193800"/>
                  </a:lnTo>
                  <a:lnTo>
                    <a:pt x="146857" y="1206500"/>
                  </a:lnTo>
                  <a:lnTo>
                    <a:pt x="106740" y="1231900"/>
                  </a:lnTo>
                  <a:lnTo>
                    <a:pt x="71358" y="1270000"/>
                  </a:lnTo>
                  <a:lnTo>
                    <a:pt x="41851" y="1295400"/>
                  </a:lnTo>
                  <a:lnTo>
                    <a:pt x="19361" y="1333500"/>
                  </a:lnTo>
                  <a:lnTo>
                    <a:pt x="5030" y="1384300"/>
                  </a:lnTo>
                  <a:lnTo>
                    <a:pt x="0" y="1435100"/>
                  </a:lnTo>
                  <a:lnTo>
                    <a:pt x="5030" y="1473200"/>
                  </a:lnTo>
                  <a:lnTo>
                    <a:pt x="19361" y="1524000"/>
                  </a:lnTo>
                  <a:lnTo>
                    <a:pt x="41851" y="1562100"/>
                  </a:lnTo>
                  <a:lnTo>
                    <a:pt x="71358" y="1600200"/>
                  </a:lnTo>
                  <a:lnTo>
                    <a:pt x="106740" y="1625600"/>
                  </a:lnTo>
                  <a:lnTo>
                    <a:pt x="146857" y="1651000"/>
                  </a:lnTo>
                  <a:lnTo>
                    <a:pt x="190567" y="1663700"/>
                  </a:lnTo>
                  <a:lnTo>
                    <a:pt x="286520" y="1663700"/>
                  </a:lnTo>
                  <a:lnTo>
                    <a:pt x="334288" y="1638300"/>
                  </a:lnTo>
                  <a:lnTo>
                    <a:pt x="378039" y="1612900"/>
                  </a:lnTo>
                  <a:lnTo>
                    <a:pt x="415779" y="1574800"/>
                  </a:lnTo>
                  <a:lnTo>
                    <a:pt x="445515" y="1536700"/>
                  </a:lnTo>
                  <a:lnTo>
                    <a:pt x="1095562" y="1536700"/>
                  </a:lnTo>
                  <a:lnTo>
                    <a:pt x="1111625" y="1511300"/>
                  </a:lnTo>
                  <a:lnTo>
                    <a:pt x="1136859" y="1473200"/>
                  </a:lnTo>
                  <a:lnTo>
                    <a:pt x="1163209" y="1435100"/>
                  </a:lnTo>
                  <a:lnTo>
                    <a:pt x="1190647" y="1409700"/>
                  </a:lnTo>
                  <a:lnTo>
                    <a:pt x="1219149" y="1371600"/>
                  </a:lnTo>
                  <a:lnTo>
                    <a:pt x="1248690" y="1333500"/>
                  </a:lnTo>
                  <a:lnTo>
                    <a:pt x="1263967" y="1320800"/>
                  </a:lnTo>
                  <a:lnTo>
                    <a:pt x="445515" y="1320800"/>
                  </a:lnTo>
                  <a:lnTo>
                    <a:pt x="415779" y="1282700"/>
                  </a:lnTo>
                  <a:lnTo>
                    <a:pt x="378039" y="1244600"/>
                  </a:lnTo>
                  <a:lnTo>
                    <a:pt x="334288" y="1219200"/>
                  </a:lnTo>
                  <a:lnTo>
                    <a:pt x="286520" y="1193800"/>
                  </a:lnTo>
                  <a:close/>
                </a:path>
                <a:path w="4594859" h="4584700">
                  <a:moveTo>
                    <a:pt x="4568001" y="1536700"/>
                  </a:moveTo>
                  <a:lnTo>
                    <a:pt x="4149343" y="1536700"/>
                  </a:lnTo>
                  <a:lnTo>
                    <a:pt x="4179080" y="1574800"/>
                  </a:lnTo>
                  <a:lnTo>
                    <a:pt x="4216820" y="1612900"/>
                  </a:lnTo>
                  <a:lnTo>
                    <a:pt x="4260571" y="1638300"/>
                  </a:lnTo>
                  <a:lnTo>
                    <a:pt x="4308339" y="1663700"/>
                  </a:lnTo>
                  <a:lnTo>
                    <a:pt x="4404292" y="1663700"/>
                  </a:lnTo>
                  <a:lnTo>
                    <a:pt x="4448002" y="1651000"/>
                  </a:lnTo>
                  <a:lnTo>
                    <a:pt x="4488119" y="1625600"/>
                  </a:lnTo>
                  <a:lnTo>
                    <a:pt x="4523501" y="1600200"/>
                  </a:lnTo>
                  <a:lnTo>
                    <a:pt x="4553008" y="1562100"/>
                  </a:lnTo>
                  <a:lnTo>
                    <a:pt x="4568001" y="1536700"/>
                  </a:lnTo>
                  <a:close/>
                </a:path>
                <a:path w="4594859" h="4584700">
                  <a:moveTo>
                    <a:pt x="3431015" y="635000"/>
                  </a:moveTo>
                  <a:lnTo>
                    <a:pt x="1163338" y="635000"/>
                  </a:lnTo>
                  <a:lnTo>
                    <a:pt x="1070227" y="660400"/>
                  </a:lnTo>
                  <a:lnTo>
                    <a:pt x="982231" y="685800"/>
                  </a:lnTo>
                  <a:lnTo>
                    <a:pt x="940639" y="711200"/>
                  </a:lnTo>
                  <a:lnTo>
                    <a:pt x="900911" y="736600"/>
                  </a:lnTo>
                  <a:lnTo>
                    <a:pt x="863241" y="762000"/>
                  </a:lnTo>
                  <a:lnTo>
                    <a:pt x="827824" y="787400"/>
                  </a:lnTo>
                  <a:lnTo>
                    <a:pt x="794855" y="825500"/>
                  </a:lnTo>
                  <a:lnTo>
                    <a:pt x="764530" y="863600"/>
                  </a:lnTo>
                  <a:lnTo>
                    <a:pt x="737043" y="901700"/>
                  </a:lnTo>
                  <a:lnTo>
                    <a:pt x="712588" y="939800"/>
                  </a:lnTo>
                  <a:lnTo>
                    <a:pt x="691361" y="977900"/>
                  </a:lnTo>
                  <a:lnTo>
                    <a:pt x="673556" y="1016000"/>
                  </a:lnTo>
                  <a:lnTo>
                    <a:pt x="659369" y="1066800"/>
                  </a:lnTo>
                  <a:lnTo>
                    <a:pt x="648994" y="1117600"/>
                  </a:lnTo>
                  <a:lnTo>
                    <a:pt x="642626" y="1155700"/>
                  </a:lnTo>
                  <a:lnTo>
                    <a:pt x="640461" y="1206500"/>
                  </a:lnTo>
                  <a:lnTo>
                    <a:pt x="640461" y="1320800"/>
                  </a:lnTo>
                  <a:lnTo>
                    <a:pt x="1263967" y="1320800"/>
                  </a:lnTo>
                  <a:lnTo>
                    <a:pt x="1279243" y="1308100"/>
                  </a:lnTo>
                  <a:lnTo>
                    <a:pt x="1310783" y="1270000"/>
                  </a:lnTo>
                  <a:lnTo>
                    <a:pt x="1343285" y="1244600"/>
                  </a:lnTo>
                  <a:lnTo>
                    <a:pt x="1376723" y="1219200"/>
                  </a:lnTo>
                  <a:lnTo>
                    <a:pt x="1411071" y="1181100"/>
                  </a:lnTo>
                  <a:lnTo>
                    <a:pt x="1446304" y="1155700"/>
                  </a:lnTo>
                  <a:lnTo>
                    <a:pt x="1482397" y="1130300"/>
                  </a:lnTo>
                  <a:lnTo>
                    <a:pt x="1519323" y="1104900"/>
                  </a:lnTo>
                  <a:lnTo>
                    <a:pt x="1557057" y="1079500"/>
                  </a:lnTo>
                  <a:lnTo>
                    <a:pt x="1595574" y="1054100"/>
                  </a:lnTo>
                  <a:lnTo>
                    <a:pt x="1634848" y="1041400"/>
                  </a:lnTo>
                  <a:lnTo>
                    <a:pt x="1674854" y="1016000"/>
                  </a:lnTo>
                  <a:lnTo>
                    <a:pt x="1715566" y="1003300"/>
                  </a:lnTo>
                  <a:lnTo>
                    <a:pt x="1756958" y="977900"/>
                  </a:lnTo>
                  <a:lnTo>
                    <a:pt x="1973229" y="914400"/>
                  </a:lnTo>
                  <a:lnTo>
                    <a:pt x="2063606" y="889000"/>
                  </a:lnTo>
                  <a:lnTo>
                    <a:pt x="2109521" y="889000"/>
                  </a:lnTo>
                  <a:lnTo>
                    <a:pt x="2155886" y="876300"/>
                  </a:lnTo>
                  <a:lnTo>
                    <a:pt x="3845662" y="876300"/>
                  </a:lnTo>
                  <a:lnTo>
                    <a:pt x="3818614" y="838200"/>
                  </a:lnTo>
                  <a:lnTo>
                    <a:pt x="3789029" y="800100"/>
                  </a:lnTo>
                  <a:lnTo>
                    <a:pt x="3757042" y="774700"/>
                  </a:lnTo>
                  <a:lnTo>
                    <a:pt x="3722790" y="749300"/>
                  </a:lnTo>
                  <a:lnTo>
                    <a:pt x="3686409" y="723900"/>
                  </a:lnTo>
                  <a:lnTo>
                    <a:pt x="3648034" y="698500"/>
                  </a:lnTo>
                  <a:lnTo>
                    <a:pt x="3607802" y="685800"/>
                  </a:lnTo>
                  <a:lnTo>
                    <a:pt x="3565848" y="660400"/>
                  </a:lnTo>
                  <a:lnTo>
                    <a:pt x="3522308" y="647700"/>
                  </a:lnTo>
                  <a:lnTo>
                    <a:pt x="3477318" y="647700"/>
                  </a:lnTo>
                  <a:lnTo>
                    <a:pt x="3431015" y="635000"/>
                  </a:lnTo>
                  <a:close/>
                </a:path>
                <a:path w="4594859" h="4584700">
                  <a:moveTo>
                    <a:pt x="4404292" y="1193800"/>
                  </a:moveTo>
                  <a:lnTo>
                    <a:pt x="4308339" y="1193800"/>
                  </a:lnTo>
                  <a:lnTo>
                    <a:pt x="4260571" y="1219200"/>
                  </a:lnTo>
                  <a:lnTo>
                    <a:pt x="4216820" y="1244600"/>
                  </a:lnTo>
                  <a:lnTo>
                    <a:pt x="4179080" y="1282700"/>
                  </a:lnTo>
                  <a:lnTo>
                    <a:pt x="4149343" y="1320800"/>
                  </a:lnTo>
                  <a:lnTo>
                    <a:pt x="4568001" y="1320800"/>
                  </a:lnTo>
                  <a:lnTo>
                    <a:pt x="4553008" y="1295400"/>
                  </a:lnTo>
                  <a:lnTo>
                    <a:pt x="4523501" y="1270000"/>
                  </a:lnTo>
                  <a:lnTo>
                    <a:pt x="4488119" y="1231900"/>
                  </a:lnTo>
                  <a:lnTo>
                    <a:pt x="4448002" y="1206500"/>
                  </a:lnTo>
                  <a:lnTo>
                    <a:pt x="4404292" y="1193800"/>
                  </a:lnTo>
                  <a:close/>
                </a:path>
                <a:path w="4594859" h="4584700">
                  <a:moveTo>
                    <a:pt x="1480329" y="0"/>
                  </a:moveTo>
                  <a:lnTo>
                    <a:pt x="1388050" y="0"/>
                  </a:lnTo>
                  <a:lnTo>
                    <a:pt x="1344340" y="12700"/>
                  </a:lnTo>
                  <a:lnTo>
                    <a:pt x="1304223" y="38100"/>
                  </a:lnTo>
                  <a:lnTo>
                    <a:pt x="1268841" y="63500"/>
                  </a:lnTo>
                  <a:lnTo>
                    <a:pt x="1239334" y="101600"/>
                  </a:lnTo>
                  <a:lnTo>
                    <a:pt x="1216844" y="139700"/>
                  </a:lnTo>
                  <a:lnTo>
                    <a:pt x="1202513" y="190500"/>
                  </a:lnTo>
                  <a:lnTo>
                    <a:pt x="1197483" y="228600"/>
                  </a:lnTo>
                  <a:lnTo>
                    <a:pt x="1203824" y="279400"/>
                  </a:lnTo>
                  <a:lnTo>
                    <a:pt x="1221517" y="330200"/>
                  </a:lnTo>
                  <a:lnTo>
                    <a:pt x="1248561" y="368300"/>
                  </a:lnTo>
                  <a:lnTo>
                    <a:pt x="1282957" y="406400"/>
                  </a:lnTo>
                  <a:lnTo>
                    <a:pt x="1322705" y="444500"/>
                  </a:lnTo>
                  <a:lnTo>
                    <a:pt x="1322705" y="635000"/>
                  </a:lnTo>
                  <a:lnTo>
                    <a:pt x="1545589" y="635000"/>
                  </a:lnTo>
                  <a:lnTo>
                    <a:pt x="1545589" y="444500"/>
                  </a:lnTo>
                  <a:lnTo>
                    <a:pt x="1585337" y="406400"/>
                  </a:lnTo>
                  <a:lnTo>
                    <a:pt x="1619733" y="368300"/>
                  </a:lnTo>
                  <a:lnTo>
                    <a:pt x="1646777" y="330200"/>
                  </a:lnTo>
                  <a:lnTo>
                    <a:pt x="1664470" y="279400"/>
                  </a:lnTo>
                  <a:lnTo>
                    <a:pt x="1670812" y="228600"/>
                  </a:lnTo>
                  <a:lnTo>
                    <a:pt x="1665781" y="190500"/>
                  </a:lnTo>
                  <a:lnTo>
                    <a:pt x="1651452" y="139700"/>
                  </a:lnTo>
                  <a:lnTo>
                    <a:pt x="1628967" y="101600"/>
                  </a:lnTo>
                  <a:lnTo>
                    <a:pt x="1599469" y="63500"/>
                  </a:lnTo>
                  <a:lnTo>
                    <a:pt x="1564102" y="38100"/>
                  </a:lnTo>
                  <a:lnTo>
                    <a:pt x="1524007" y="12700"/>
                  </a:lnTo>
                  <a:lnTo>
                    <a:pt x="1480329" y="0"/>
                  </a:lnTo>
                  <a:close/>
                </a:path>
                <a:path w="4594859" h="4584700">
                  <a:moveTo>
                    <a:pt x="2055205" y="0"/>
                  </a:moveTo>
                  <a:lnTo>
                    <a:pt x="1959510" y="0"/>
                  </a:lnTo>
                  <a:lnTo>
                    <a:pt x="1917368" y="12700"/>
                  </a:lnTo>
                  <a:lnTo>
                    <a:pt x="1879468" y="38100"/>
                  </a:lnTo>
                  <a:lnTo>
                    <a:pt x="1846627" y="63500"/>
                  </a:lnTo>
                  <a:lnTo>
                    <a:pt x="1819662" y="101600"/>
                  </a:lnTo>
                  <a:lnTo>
                    <a:pt x="1799389" y="139700"/>
                  </a:lnTo>
                  <a:lnTo>
                    <a:pt x="1786626" y="190500"/>
                  </a:lnTo>
                  <a:lnTo>
                    <a:pt x="1782190" y="228600"/>
                  </a:lnTo>
                  <a:lnTo>
                    <a:pt x="1787204" y="279400"/>
                  </a:lnTo>
                  <a:lnTo>
                    <a:pt x="1802246" y="330200"/>
                  </a:lnTo>
                  <a:lnTo>
                    <a:pt x="1827316" y="368300"/>
                  </a:lnTo>
                  <a:lnTo>
                    <a:pt x="1862414" y="406400"/>
                  </a:lnTo>
                  <a:lnTo>
                    <a:pt x="1907539" y="444500"/>
                  </a:lnTo>
                  <a:lnTo>
                    <a:pt x="1907539" y="635000"/>
                  </a:lnTo>
                  <a:lnTo>
                    <a:pt x="2116455" y="635000"/>
                  </a:lnTo>
                  <a:lnTo>
                    <a:pt x="2116455" y="444500"/>
                  </a:lnTo>
                  <a:lnTo>
                    <a:pt x="2161567" y="406400"/>
                  </a:lnTo>
                  <a:lnTo>
                    <a:pt x="2196633" y="368300"/>
                  </a:lnTo>
                  <a:lnTo>
                    <a:pt x="2221665" y="330200"/>
                  </a:lnTo>
                  <a:lnTo>
                    <a:pt x="2236676" y="279400"/>
                  </a:lnTo>
                  <a:lnTo>
                    <a:pt x="2241677" y="228600"/>
                  </a:lnTo>
                  <a:lnTo>
                    <a:pt x="2237219" y="190500"/>
                  </a:lnTo>
                  <a:lnTo>
                    <a:pt x="2224281" y="139700"/>
                  </a:lnTo>
                  <a:lnTo>
                    <a:pt x="2203515" y="101600"/>
                  </a:lnTo>
                  <a:lnTo>
                    <a:pt x="2175573" y="63500"/>
                  </a:lnTo>
                  <a:lnTo>
                    <a:pt x="2141106" y="38100"/>
                  </a:lnTo>
                  <a:lnTo>
                    <a:pt x="2100766" y="12700"/>
                  </a:lnTo>
                  <a:lnTo>
                    <a:pt x="2055205" y="0"/>
                  </a:lnTo>
                  <a:close/>
                </a:path>
                <a:path w="4594859" h="4584700">
                  <a:moveTo>
                    <a:pt x="2635944" y="0"/>
                  </a:moveTo>
                  <a:lnTo>
                    <a:pt x="2543665" y="0"/>
                  </a:lnTo>
                  <a:lnTo>
                    <a:pt x="2499987" y="12700"/>
                  </a:lnTo>
                  <a:lnTo>
                    <a:pt x="2459892" y="38100"/>
                  </a:lnTo>
                  <a:lnTo>
                    <a:pt x="2424525" y="63500"/>
                  </a:lnTo>
                  <a:lnTo>
                    <a:pt x="2395027" y="101600"/>
                  </a:lnTo>
                  <a:lnTo>
                    <a:pt x="2372542" y="139700"/>
                  </a:lnTo>
                  <a:lnTo>
                    <a:pt x="2358213" y="190500"/>
                  </a:lnTo>
                  <a:lnTo>
                    <a:pt x="2353183" y="228600"/>
                  </a:lnTo>
                  <a:lnTo>
                    <a:pt x="2359524" y="279400"/>
                  </a:lnTo>
                  <a:lnTo>
                    <a:pt x="2377217" y="330200"/>
                  </a:lnTo>
                  <a:lnTo>
                    <a:pt x="2404261" y="368300"/>
                  </a:lnTo>
                  <a:lnTo>
                    <a:pt x="2438657" y="406400"/>
                  </a:lnTo>
                  <a:lnTo>
                    <a:pt x="2478405" y="444500"/>
                  </a:lnTo>
                  <a:lnTo>
                    <a:pt x="2478405" y="635000"/>
                  </a:lnTo>
                  <a:lnTo>
                    <a:pt x="2701163" y="635000"/>
                  </a:lnTo>
                  <a:lnTo>
                    <a:pt x="2701163" y="444500"/>
                  </a:lnTo>
                  <a:lnTo>
                    <a:pt x="2740972" y="406400"/>
                  </a:lnTo>
                  <a:lnTo>
                    <a:pt x="2775406" y="368300"/>
                  </a:lnTo>
                  <a:lnTo>
                    <a:pt x="2802469" y="330200"/>
                  </a:lnTo>
                  <a:lnTo>
                    <a:pt x="2820169" y="279400"/>
                  </a:lnTo>
                  <a:lnTo>
                    <a:pt x="2826512" y="228600"/>
                  </a:lnTo>
                  <a:lnTo>
                    <a:pt x="2821481" y="190500"/>
                  </a:lnTo>
                  <a:lnTo>
                    <a:pt x="2807150" y="139700"/>
                  </a:lnTo>
                  <a:lnTo>
                    <a:pt x="2784660" y="101600"/>
                  </a:lnTo>
                  <a:lnTo>
                    <a:pt x="2755153" y="63500"/>
                  </a:lnTo>
                  <a:lnTo>
                    <a:pt x="2719771" y="38100"/>
                  </a:lnTo>
                  <a:lnTo>
                    <a:pt x="2679654" y="12700"/>
                  </a:lnTo>
                  <a:lnTo>
                    <a:pt x="2635944" y="0"/>
                  </a:lnTo>
                  <a:close/>
                </a:path>
                <a:path w="4594859" h="4584700">
                  <a:moveTo>
                    <a:pt x="3210820" y="0"/>
                  </a:moveTo>
                  <a:lnTo>
                    <a:pt x="3115124" y="0"/>
                  </a:lnTo>
                  <a:lnTo>
                    <a:pt x="3073015" y="12700"/>
                  </a:lnTo>
                  <a:lnTo>
                    <a:pt x="3035137" y="38100"/>
                  </a:lnTo>
                  <a:lnTo>
                    <a:pt x="3002311" y="63500"/>
                  </a:lnTo>
                  <a:lnTo>
                    <a:pt x="2975355" y="101600"/>
                  </a:lnTo>
                  <a:lnTo>
                    <a:pt x="2955087" y="139700"/>
                  </a:lnTo>
                  <a:lnTo>
                    <a:pt x="2942326" y="190500"/>
                  </a:lnTo>
                  <a:lnTo>
                    <a:pt x="2937891" y="228600"/>
                  </a:lnTo>
                  <a:lnTo>
                    <a:pt x="2942793" y="279400"/>
                  </a:lnTo>
                  <a:lnTo>
                    <a:pt x="2957052" y="330200"/>
                  </a:lnTo>
                  <a:lnTo>
                    <a:pt x="2979999" y="368300"/>
                  </a:lnTo>
                  <a:lnTo>
                    <a:pt x="3010961" y="406400"/>
                  </a:lnTo>
                  <a:lnTo>
                    <a:pt x="3049269" y="444500"/>
                  </a:lnTo>
                  <a:lnTo>
                    <a:pt x="3049269" y="635000"/>
                  </a:lnTo>
                  <a:lnTo>
                    <a:pt x="3272155" y="635000"/>
                  </a:lnTo>
                  <a:lnTo>
                    <a:pt x="3272155" y="444500"/>
                  </a:lnTo>
                  <a:lnTo>
                    <a:pt x="3311902" y="406400"/>
                  </a:lnTo>
                  <a:lnTo>
                    <a:pt x="3346298" y="368300"/>
                  </a:lnTo>
                  <a:lnTo>
                    <a:pt x="3373342" y="330200"/>
                  </a:lnTo>
                  <a:lnTo>
                    <a:pt x="3391035" y="279400"/>
                  </a:lnTo>
                  <a:lnTo>
                    <a:pt x="3397377" y="228600"/>
                  </a:lnTo>
                  <a:lnTo>
                    <a:pt x="3392919" y="190500"/>
                  </a:lnTo>
                  <a:lnTo>
                    <a:pt x="3379979" y="139700"/>
                  </a:lnTo>
                  <a:lnTo>
                    <a:pt x="3359209" y="101600"/>
                  </a:lnTo>
                  <a:lnTo>
                    <a:pt x="3331257" y="63500"/>
                  </a:lnTo>
                  <a:lnTo>
                    <a:pt x="3296775" y="38100"/>
                  </a:lnTo>
                  <a:lnTo>
                    <a:pt x="3256412" y="12700"/>
                  </a:lnTo>
                  <a:lnTo>
                    <a:pt x="3210820" y="0"/>
                  </a:lnTo>
                  <a:close/>
                </a:path>
              </a:pathLst>
            </a:custGeom>
            <a:solidFill>
              <a:srgbClr val="F5F5F5"/>
            </a:solidFill>
          </p:spPr>
          <p:txBody>
            <a:bodyPr wrap="square" lIns="0" tIns="0" rIns="0" bIns="0" rtlCol="0"/>
            <a:lstStyle/>
            <a:p>
              <a:endParaRPr/>
            </a:p>
          </p:txBody>
        </p:sp>
        <p:sp>
          <p:nvSpPr>
            <p:cNvPr id="61" name="object 61"/>
            <p:cNvSpPr/>
            <p:nvPr/>
          </p:nvSpPr>
          <p:spPr>
            <a:xfrm>
              <a:off x="7546847" y="888491"/>
              <a:ext cx="1880870" cy="5001895"/>
            </a:xfrm>
            <a:custGeom>
              <a:avLst/>
              <a:gdLst/>
              <a:ahLst/>
              <a:cxnLst/>
              <a:rect l="l" t="t" r="r" b="b"/>
              <a:pathLst>
                <a:path w="1880870" h="5001895">
                  <a:moveTo>
                    <a:pt x="1880616" y="0"/>
                  </a:moveTo>
                  <a:lnTo>
                    <a:pt x="0" y="0"/>
                  </a:lnTo>
                  <a:lnTo>
                    <a:pt x="0" y="5001768"/>
                  </a:lnTo>
                  <a:lnTo>
                    <a:pt x="1880616" y="5001768"/>
                  </a:lnTo>
                  <a:lnTo>
                    <a:pt x="1880616" y="0"/>
                  </a:lnTo>
                  <a:close/>
                </a:path>
              </a:pathLst>
            </a:custGeom>
            <a:solidFill>
              <a:srgbClr val="D2D2D2">
                <a:alpha val="34117"/>
              </a:srgbClr>
            </a:solidFill>
          </p:spPr>
          <p:txBody>
            <a:bodyPr wrap="square" lIns="0" tIns="0" rIns="0" bIns="0" rtlCol="0"/>
            <a:lstStyle/>
            <a:p>
              <a:endParaRPr/>
            </a:p>
          </p:txBody>
        </p:sp>
        <p:sp>
          <p:nvSpPr>
            <p:cNvPr id="62" name="object 62"/>
            <p:cNvSpPr/>
            <p:nvPr/>
          </p:nvSpPr>
          <p:spPr>
            <a:xfrm>
              <a:off x="3276600" y="12696"/>
              <a:ext cx="7243572" cy="6845300"/>
            </a:xfrm>
            <a:prstGeom prst="rect">
              <a:avLst/>
            </a:prstGeom>
            <a:blipFill>
              <a:blip r:embed="rId7" cstate="print"/>
              <a:stretch>
                <a:fillRect/>
              </a:stretch>
            </a:blipFill>
          </p:spPr>
          <p:txBody>
            <a:bodyPr wrap="square" lIns="0" tIns="0" rIns="0" bIns="0" rtlCol="0"/>
            <a:lstStyle/>
            <a:p>
              <a:endParaRPr/>
            </a:p>
          </p:txBody>
        </p:sp>
      </p:grpSp>
      <p:sp>
        <p:nvSpPr>
          <p:cNvPr id="63" name="object 63"/>
          <p:cNvSpPr txBox="1"/>
          <p:nvPr/>
        </p:nvSpPr>
        <p:spPr>
          <a:xfrm>
            <a:off x="5111877" y="437515"/>
            <a:ext cx="261620" cy="391160"/>
          </a:xfrm>
          <a:prstGeom prst="rect">
            <a:avLst/>
          </a:prstGeom>
        </p:spPr>
        <p:txBody>
          <a:bodyPr vert="horz" wrap="square" lIns="0" tIns="12700" rIns="0" bIns="0" rtlCol="0">
            <a:spAutoFit/>
          </a:bodyPr>
          <a:lstStyle/>
          <a:p>
            <a:pPr marL="12700">
              <a:lnSpc>
                <a:spcPct val="100000"/>
              </a:lnSpc>
              <a:spcBef>
                <a:spcPts val="100"/>
              </a:spcBef>
            </a:pPr>
            <a:r>
              <a:rPr sz="2400" b="1" spc="-145" dirty="0">
                <a:solidFill>
                  <a:srgbClr val="353535"/>
                </a:solidFill>
                <a:latin typeface="Arial"/>
                <a:cs typeface="Arial"/>
              </a:rPr>
              <a:t>IF</a:t>
            </a:r>
            <a:endParaRPr sz="2400">
              <a:latin typeface="Arial"/>
              <a:cs typeface="Arial"/>
            </a:endParaRPr>
          </a:p>
        </p:txBody>
      </p:sp>
      <p:sp>
        <p:nvSpPr>
          <p:cNvPr id="64" name="object 64"/>
          <p:cNvSpPr txBox="1"/>
          <p:nvPr/>
        </p:nvSpPr>
        <p:spPr>
          <a:xfrm>
            <a:off x="5072634" y="1798726"/>
            <a:ext cx="2430145" cy="790575"/>
          </a:xfrm>
          <a:prstGeom prst="rect">
            <a:avLst/>
          </a:prstGeom>
        </p:spPr>
        <p:txBody>
          <a:bodyPr vert="horz" wrap="square" lIns="0" tIns="151130" rIns="0" bIns="0" rtlCol="0">
            <a:spAutoFit/>
          </a:bodyPr>
          <a:lstStyle/>
          <a:p>
            <a:pPr marL="12700">
              <a:lnSpc>
                <a:spcPct val="100000"/>
              </a:lnSpc>
              <a:spcBef>
                <a:spcPts val="1190"/>
              </a:spcBef>
            </a:pPr>
            <a:r>
              <a:rPr sz="1600" b="1" spc="-90" dirty="0">
                <a:solidFill>
                  <a:srgbClr val="505050"/>
                </a:solidFill>
                <a:latin typeface="Arial"/>
                <a:cs typeface="Arial"/>
              </a:rPr>
              <a:t>Privileged</a:t>
            </a:r>
            <a:r>
              <a:rPr sz="1600" b="1" spc="-140" dirty="0">
                <a:solidFill>
                  <a:srgbClr val="505050"/>
                </a:solidFill>
                <a:latin typeface="Arial"/>
                <a:cs typeface="Arial"/>
              </a:rPr>
              <a:t> </a:t>
            </a:r>
            <a:r>
              <a:rPr sz="1600" b="1" spc="-160" dirty="0">
                <a:solidFill>
                  <a:srgbClr val="505050"/>
                </a:solidFill>
                <a:latin typeface="Arial"/>
                <a:cs typeface="Arial"/>
              </a:rPr>
              <a:t>user?</a:t>
            </a:r>
            <a:endParaRPr sz="1600">
              <a:latin typeface="Arial"/>
              <a:cs typeface="Arial"/>
            </a:endParaRPr>
          </a:p>
          <a:p>
            <a:pPr marL="12700">
              <a:lnSpc>
                <a:spcPct val="100000"/>
              </a:lnSpc>
              <a:spcBef>
                <a:spcPts val="1095"/>
              </a:spcBef>
            </a:pPr>
            <a:r>
              <a:rPr sz="1600" b="1" spc="-105" dirty="0">
                <a:solidFill>
                  <a:srgbClr val="505050"/>
                </a:solidFill>
                <a:latin typeface="Arial"/>
                <a:cs typeface="Arial"/>
              </a:rPr>
              <a:t>Credentials </a:t>
            </a:r>
            <a:r>
              <a:rPr sz="1600" b="1" spc="-65" dirty="0">
                <a:solidFill>
                  <a:srgbClr val="505050"/>
                </a:solidFill>
                <a:latin typeface="Arial"/>
                <a:cs typeface="Arial"/>
              </a:rPr>
              <a:t>found in</a:t>
            </a:r>
            <a:r>
              <a:rPr sz="1600" b="1" spc="-190" dirty="0">
                <a:solidFill>
                  <a:srgbClr val="505050"/>
                </a:solidFill>
                <a:latin typeface="Arial"/>
                <a:cs typeface="Arial"/>
              </a:rPr>
              <a:t> </a:t>
            </a:r>
            <a:r>
              <a:rPr sz="1600" b="1" spc="-125" dirty="0">
                <a:solidFill>
                  <a:srgbClr val="505050"/>
                </a:solidFill>
                <a:latin typeface="Arial"/>
                <a:cs typeface="Arial"/>
              </a:rPr>
              <a:t>public?</a:t>
            </a:r>
            <a:endParaRPr sz="1600">
              <a:latin typeface="Arial"/>
              <a:cs typeface="Arial"/>
            </a:endParaRPr>
          </a:p>
        </p:txBody>
      </p:sp>
      <p:sp>
        <p:nvSpPr>
          <p:cNvPr id="65" name="object 65"/>
          <p:cNvSpPr txBox="1"/>
          <p:nvPr/>
        </p:nvSpPr>
        <p:spPr>
          <a:xfrm>
            <a:off x="5072634" y="2564028"/>
            <a:ext cx="2124075" cy="2320925"/>
          </a:xfrm>
          <a:prstGeom prst="rect">
            <a:avLst/>
          </a:prstGeom>
        </p:spPr>
        <p:txBody>
          <a:bodyPr vert="horz" wrap="square" lIns="0" tIns="12700" rIns="0" bIns="0" rtlCol="0">
            <a:spAutoFit/>
          </a:bodyPr>
          <a:lstStyle/>
          <a:p>
            <a:pPr marL="12700" marR="5080">
              <a:lnSpc>
                <a:spcPct val="156900"/>
              </a:lnSpc>
              <a:spcBef>
                <a:spcPts val="100"/>
              </a:spcBef>
            </a:pPr>
            <a:r>
              <a:rPr sz="1600" b="1" spc="-145" dirty="0">
                <a:solidFill>
                  <a:srgbClr val="505050"/>
                </a:solidFill>
                <a:latin typeface="Arial"/>
                <a:cs typeface="Arial"/>
              </a:rPr>
              <a:t>Accessing </a:t>
            </a:r>
            <a:r>
              <a:rPr sz="1600" b="1" spc="-114" dirty="0">
                <a:solidFill>
                  <a:srgbClr val="505050"/>
                </a:solidFill>
                <a:latin typeface="Arial"/>
                <a:cs typeface="Arial"/>
              </a:rPr>
              <a:t>sensitive </a:t>
            </a:r>
            <a:r>
              <a:rPr sz="1600" b="1" spc="-135" dirty="0">
                <a:solidFill>
                  <a:srgbClr val="505050"/>
                </a:solidFill>
                <a:latin typeface="Arial"/>
                <a:cs typeface="Arial"/>
              </a:rPr>
              <a:t>app?  </a:t>
            </a:r>
            <a:r>
              <a:rPr sz="1600" b="1" spc="-80" dirty="0">
                <a:solidFill>
                  <a:srgbClr val="505050"/>
                </a:solidFill>
                <a:latin typeface="Arial"/>
                <a:cs typeface="Arial"/>
              </a:rPr>
              <a:t>Unmanaged</a:t>
            </a:r>
            <a:r>
              <a:rPr sz="1600" b="1" spc="-125" dirty="0">
                <a:solidFill>
                  <a:srgbClr val="505050"/>
                </a:solidFill>
                <a:latin typeface="Arial"/>
                <a:cs typeface="Arial"/>
              </a:rPr>
              <a:t> </a:t>
            </a:r>
            <a:r>
              <a:rPr sz="1600" b="1" spc="-135" dirty="0">
                <a:solidFill>
                  <a:srgbClr val="505050"/>
                </a:solidFill>
                <a:latin typeface="Arial"/>
                <a:cs typeface="Arial"/>
              </a:rPr>
              <a:t>device?</a:t>
            </a:r>
            <a:endParaRPr sz="1600">
              <a:latin typeface="Arial"/>
              <a:cs typeface="Arial"/>
            </a:endParaRPr>
          </a:p>
          <a:p>
            <a:pPr marL="12700">
              <a:lnSpc>
                <a:spcPct val="100000"/>
              </a:lnSpc>
              <a:spcBef>
                <a:spcPts val="1090"/>
              </a:spcBef>
            </a:pPr>
            <a:r>
              <a:rPr sz="1600" b="1" spc="-60" dirty="0">
                <a:solidFill>
                  <a:srgbClr val="505050"/>
                </a:solidFill>
                <a:latin typeface="Arial"/>
                <a:cs typeface="Arial"/>
              </a:rPr>
              <a:t>Malware</a:t>
            </a:r>
            <a:r>
              <a:rPr sz="1600" b="1" spc="-114" dirty="0">
                <a:solidFill>
                  <a:srgbClr val="505050"/>
                </a:solidFill>
                <a:latin typeface="Arial"/>
                <a:cs typeface="Arial"/>
              </a:rPr>
              <a:t> </a:t>
            </a:r>
            <a:r>
              <a:rPr sz="1600" b="1" spc="-100" dirty="0">
                <a:solidFill>
                  <a:srgbClr val="505050"/>
                </a:solidFill>
                <a:latin typeface="Arial"/>
                <a:cs typeface="Arial"/>
              </a:rPr>
              <a:t>detected?</a:t>
            </a:r>
            <a:endParaRPr sz="1600">
              <a:latin typeface="Arial"/>
              <a:cs typeface="Arial"/>
            </a:endParaRPr>
          </a:p>
          <a:p>
            <a:pPr marL="12700" marR="203835">
              <a:lnSpc>
                <a:spcPts val="3020"/>
              </a:lnSpc>
              <a:spcBef>
                <a:spcPts val="275"/>
              </a:spcBef>
            </a:pPr>
            <a:r>
              <a:rPr sz="1600" b="1" spc="-85" dirty="0">
                <a:solidFill>
                  <a:srgbClr val="505050"/>
                </a:solidFill>
                <a:latin typeface="Arial"/>
                <a:cs typeface="Arial"/>
              </a:rPr>
              <a:t>IP </a:t>
            </a:r>
            <a:r>
              <a:rPr sz="1600" b="1" spc="-70" dirty="0">
                <a:solidFill>
                  <a:srgbClr val="505050"/>
                </a:solidFill>
                <a:latin typeface="Arial"/>
                <a:cs typeface="Arial"/>
              </a:rPr>
              <a:t>detected </a:t>
            </a:r>
            <a:r>
              <a:rPr sz="1600" b="1" spc="-65" dirty="0">
                <a:solidFill>
                  <a:srgbClr val="505050"/>
                </a:solidFill>
                <a:latin typeface="Arial"/>
                <a:cs typeface="Arial"/>
              </a:rPr>
              <a:t>in</a:t>
            </a:r>
            <a:r>
              <a:rPr sz="1600" b="1" spc="-260" dirty="0">
                <a:solidFill>
                  <a:srgbClr val="505050"/>
                </a:solidFill>
                <a:latin typeface="Arial"/>
                <a:cs typeface="Arial"/>
              </a:rPr>
              <a:t> </a:t>
            </a:r>
            <a:r>
              <a:rPr sz="1600" b="1" spc="-114" dirty="0">
                <a:solidFill>
                  <a:srgbClr val="505050"/>
                </a:solidFill>
                <a:latin typeface="Arial"/>
                <a:cs typeface="Arial"/>
              </a:rPr>
              <a:t>Botnet?  </a:t>
            </a:r>
            <a:r>
              <a:rPr sz="1600" b="1" spc="-105" dirty="0">
                <a:solidFill>
                  <a:srgbClr val="505050"/>
                </a:solidFill>
                <a:latin typeface="Arial"/>
                <a:cs typeface="Arial"/>
              </a:rPr>
              <a:t>Impossible</a:t>
            </a:r>
            <a:r>
              <a:rPr sz="1600" b="1" spc="-135" dirty="0">
                <a:solidFill>
                  <a:srgbClr val="505050"/>
                </a:solidFill>
                <a:latin typeface="Arial"/>
                <a:cs typeface="Arial"/>
              </a:rPr>
              <a:t> </a:t>
            </a:r>
            <a:r>
              <a:rPr sz="1600" b="1" spc="-114" dirty="0">
                <a:solidFill>
                  <a:srgbClr val="505050"/>
                </a:solidFill>
                <a:latin typeface="Arial"/>
                <a:cs typeface="Arial"/>
              </a:rPr>
              <a:t>travel?</a:t>
            </a:r>
            <a:endParaRPr sz="1600">
              <a:latin typeface="Arial"/>
              <a:cs typeface="Arial"/>
            </a:endParaRPr>
          </a:p>
          <a:p>
            <a:pPr marL="12700">
              <a:lnSpc>
                <a:spcPct val="100000"/>
              </a:lnSpc>
              <a:spcBef>
                <a:spcPts val="805"/>
              </a:spcBef>
            </a:pPr>
            <a:r>
              <a:rPr sz="1600" b="1" spc="-110" dirty="0">
                <a:solidFill>
                  <a:srgbClr val="505050"/>
                </a:solidFill>
                <a:latin typeface="Arial"/>
                <a:cs typeface="Arial"/>
              </a:rPr>
              <a:t>Anonymous</a:t>
            </a:r>
            <a:r>
              <a:rPr sz="1600" b="1" spc="-120" dirty="0">
                <a:solidFill>
                  <a:srgbClr val="505050"/>
                </a:solidFill>
                <a:latin typeface="Arial"/>
                <a:cs typeface="Arial"/>
              </a:rPr>
              <a:t> </a:t>
            </a:r>
            <a:r>
              <a:rPr sz="1600" b="1" spc="-114" dirty="0">
                <a:solidFill>
                  <a:srgbClr val="505050"/>
                </a:solidFill>
                <a:latin typeface="Arial"/>
                <a:cs typeface="Arial"/>
              </a:rPr>
              <a:t>client?</a:t>
            </a:r>
            <a:endParaRPr sz="1600">
              <a:latin typeface="Arial"/>
              <a:cs typeface="Arial"/>
            </a:endParaRPr>
          </a:p>
        </p:txBody>
      </p:sp>
      <p:sp>
        <p:nvSpPr>
          <p:cNvPr id="66" name="object 66"/>
          <p:cNvSpPr txBox="1"/>
          <p:nvPr/>
        </p:nvSpPr>
        <p:spPr>
          <a:xfrm>
            <a:off x="7630414" y="1605153"/>
            <a:ext cx="1007744" cy="1614170"/>
          </a:xfrm>
          <a:prstGeom prst="rect">
            <a:avLst/>
          </a:prstGeom>
        </p:spPr>
        <p:txBody>
          <a:bodyPr vert="horz" wrap="square" lIns="0" tIns="12700" rIns="0" bIns="0" rtlCol="0">
            <a:spAutoFit/>
          </a:bodyPr>
          <a:lstStyle/>
          <a:p>
            <a:pPr marR="131445" algn="ctr">
              <a:lnSpc>
                <a:spcPct val="100000"/>
              </a:lnSpc>
              <a:spcBef>
                <a:spcPts val="100"/>
              </a:spcBef>
            </a:pPr>
            <a:r>
              <a:rPr sz="1800" b="1" spc="-125" dirty="0">
                <a:solidFill>
                  <a:srgbClr val="353535"/>
                </a:solidFill>
                <a:latin typeface="Arial"/>
                <a:cs typeface="Arial"/>
              </a:rPr>
              <a:t>User</a:t>
            </a:r>
            <a:r>
              <a:rPr sz="1800" b="1" spc="-170" dirty="0">
                <a:solidFill>
                  <a:srgbClr val="353535"/>
                </a:solidFill>
                <a:latin typeface="Arial"/>
                <a:cs typeface="Arial"/>
              </a:rPr>
              <a:t> </a:t>
            </a:r>
            <a:r>
              <a:rPr sz="1800" b="1" spc="-125" dirty="0">
                <a:solidFill>
                  <a:srgbClr val="353535"/>
                </a:solidFill>
                <a:latin typeface="Arial"/>
                <a:cs typeface="Arial"/>
              </a:rPr>
              <a:t>risk</a:t>
            </a:r>
            <a:endParaRPr sz="1800">
              <a:latin typeface="Arial"/>
              <a:cs typeface="Arial"/>
            </a:endParaRPr>
          </a:p>
          <a:p>
            <a:pPr marR="64135" algn="ctr">
              <a:lnSpc>
                <a:spcPct val="100000"/>
              </a:lnSpc>
              <a:spcBef>
                <a:spcPts val="1155"/>
              </a:spcBef>
            </a:pPr>
            <a:r>
              <a:rPr sz="1600" b="1" spc="-60" dirty="0">
                <a:solidFill>
                  <a:srgbClr val="505050"/>
                </a:solidFill>
                <a:latin typeface="Arial"/>
                <a:cs typeface="Arial"/>
              </a:rPr>
              <a:t>High</a:t>
            </a:r>
            <a:endParaRPr sz="1600">
              <a:latin typeface="Arial"/>
              <a:cs typeface="Arial"/>
            </a:endParaRPr>
          </a:p>
          <a:p>
            <a:pPr marL="255270">
              <a:lnSpc>
                <a:spcPct val="100000"/>
              </a:lnSpc>
              <a:spcBef>
                <a:spcPts val="1714"/>
              </a:spcBef>
            </a:pPr>
            <a:r>
              <a:rPr sz="1600" b="1" spc="-45" dirty="0">
                <a:solidFill>
                  <a:srgbClr val="505050"/>
                </a:solidFill>
                <a:latin typeface="Arial"/>
                <a:cs typeface="Arial"/>
              </a:rPr>
              <a:t>Medium</a:t>
            </a:r>
            <a:endParaRPr sz="1600">
              <a:latin typeface="Arial"/>
              <a:cs typeface="Arial"/>
            </a:endParaRPr>
          </a:p>
          <a:p>
            <a:pPr marL="255270">
              <a:lnSpc>
                <a:spcPct val="100000"/>
              </a:lnSpc>
              <a:spcBef>
                <a:spcPts val="1714"/>
              </a:spcBef>
            </a:pPr>
            <a:r>
              <a:rPr sz="1600" b="1" spc="-125" dirty="0">
                <a:solidFill>
                  <a:srgbClr val="505050"/>
                </a:solidFill>
                <a:latin typeface="Arial"/>
                <a:cs typeface="Arial"/>
              </a:rPr>
              <a:t>Low</a:t>
            </a:r>
            <a:endParaRPr sz="1600">
              <a:latin typeface="Arial"/>
              <a:cs typeface="Arial"/>
            </a:endParaRPr>
          </a:p>
        </p:txBody>
      </p:sp>
      <p:grpSp>
        <p:nvGrpSpPr>
          <p:cNvPr id="67" name="object 67"/>
          <p:cNvGrpSpPr/>
          <p:nvPr/>
        </p:nvGrpSpPr>
        <p:grpSpPr>
          <a:xfrm>
            <a:off x="1528572" y="2695955"/>
            <a:ext cx="2798445" cy="1466215"/>
            <a:chOff x="1528572" y="2695955"/>
            <a:chExt cx="2798445" cy="1466215"/>
          </a:xfrm>
        </p:grpSpPr>
        <p:sp>
          <p:nvSpPr>
            <p:cNvPr id="68" name="object 68"/>
            <p:cNvSpPr/>
            <p:nvPr/>
          </p:nvSpPr>
          <p:spPr>
            <a:xfrm>
              <a:off x="1528572" y="3174491"/>
              <a:ext cx="2798445" cy="509270"/>
            </a:xfrm>
            <a:custGeom>
              <a:avLst/>
              <a:gdLst/>
              <a:ahLst/>
              <a:cxnLst/>
              <a:rect l="l" t="t" r="r" b="b"/>
              <a:pathLst>
                <a:path w="2798445" h="509270">
                  <a:moveTo>
                    <a:pt x="2798064" y="0"/>
                  </a:moveTo>
                  <a:lnTo>
                    <a:pt x="0" y="0"/>
                  </a:lnTo>
                  <a:lnTo>
                    <a:pt x="0" y="509016"/>
                  </a:lnTo>
                  <a:lnTo>
                    <a:pt x="2798064" y="509016"/>
                  </a:lnTo>
                  <a:lnTo>
                    <a:pt x="2798064" y="0"/>
                  </a:lnTo>
                  <a:close/>
                </a:path>
              </a:pathLst>
            </a:custGeom>
            <a:solidFill>
              <a:srgbClr val="D2D2D2"/>
            </a:solidFill>
          </p:spPr>
          <p:txBody>
            <a:bodyPr wrap="square" lIns="0" tIns="0" rIns="0" bIns="0" rtlCol="0"/>
            <a:lstStyle/>
            <a:p>
              <a:endParaRPr/>
            </a:p>
          </p:txBody>
        </p:sp>
        <p:sp>
          <p:nvSpPr>
            <p:cNvPr id="69" name="object 69"/>
            <p:cNvSpPr/>
            <p:nvPr/>
          </p:nvSpPr>
          <p:spPr>
            <a:xfrm>
              <a:off x="2810255" y="3246119"/>
              <a:ext cx="1463040" cy="365759"/>
            </a:xfrm>
            <a:prstGeom prst="rect">
              <a:avLst/>
            </a:prstGeom>
            <a:blipFill>
              <a:blip r:embed="rId8" cstate="print"/>
              <a:stretch>
                <a:fillRect/>
              </a:stretch>
            </a:blipFill>
          </p:spPr>
          <p:txBody>
            <a:bodyPr wrap="square" lIns="0" tIns="0" rIns="0" bIns="0" rtlCol="0"/>
            <a:lstStyle/>
            <a:p>
              <a:endParaRPr/>
            </a:p>
          </p:txBody>
        </p:sp>
        <p:sp>
          <p:nvSpPr>
            <p:cNvPr id="70" name="object 70"/>
            <p:cNvSpPr/>
            <p:nvPr/>
          </p:nvSpPr>
          <p:spPr>
            <a:xfrm>
              <a:off x="2194559" y="2695955"/>
              <a:ext cx="1461515" cy="1466088"/>
            </a:xfrm>
            <a:prstGeom prst="rect">
              <a:avLst/>
            </a:prstGeom>
            <a:blipFill>
              <a:blip r:embed="rId9" cstate="print"/>
              <a:stretch>
                <a:fillRect/>
              </a:stretch>
            </a:blipFill>
          </p:spPr>
          <p:txBody>
            <a:bodyPr wrap="square" lIns="0" tIns="0" rIns="0" bIns="0" rtlCol="0"/>
            <a:lstStyle/>
            <a:p>
              <a:endParaRPr/>
            </a:p>
          </p:txBody>
        </p:sp>
      </p:grpSp>
      <p:sp>
        <p:nvSpPr>
          <p:cNvPr id="71" name="object 71"/>
          <p:cNvSpPr txBox="1"/>
          <p:nvPr/>
        </p:nvSpPr>
        <p:spPr>
          <a:xfrm>
            <a:off x="2332101" y="2866466"/>
            <a:ext cx="1199515" cy="832485"/>
          </a:xfrm>
          <a:prstGeom prst="rect">
            <a:avLst/>
          </a:prstGeom>
        </p:spPr>
        <p:txBody>
          <a:bodyPr vert="horz" wrap="square" lIns="0" tIns="12065" rIns="0" bIns="0" rtlCol="0">
            <a:spAutoFit/>
          </a:bodyPr>
          <a:lstStyle/>
          <a:p>
            <a:pPr marL="12700">
              <a:lnSpc>
                <a:spcPct val="100000"/>
              </a:lnSpc>
              <a:spcBef>
                <a:spcPts val="95"/>
              </a:spcBef>
            </a:pPr>
            <a:r>
              <a:rPr sz="5300" b="1" spc="-525" dirty="0">
                <a:solidFill>
                  <a:srgbClr val="FFFFFF"/>
                </a:solidFill>
                <a:latin typeface="Arial"/>
                <a:cs typeface="Arial"/>
              </a:rPr>
              <a:t>10</a:t>
            </a:r>
            <a:r>
              <a:rPr sz="3500" spc="-525" dirty="0">
                <a:solidFill>
                  <a:srgbClr val="FFFFFF"/>
                </a:solidFill>
                <a:latin typeface="Arial Black"/>
                <a:cs typeface="Arial Black"/>
              </a:rPr>
              <a:t>TB</a:t>
            </a:r>
            <a:endParaRPr sz="3500">
              <a:latin typeface="Arial Black"/>
              <a:cs typeface="Arial Black"/>
            </a:endParaRPr>
          </a:p>
        </p:txBody>
      </p:sp>
      <p:sp>
        <p:nvSpPr>
          <p:cNvPr id="72" name="object 72"/>
          <p:cNvSpPr txBox="1"/>
          <p:nvPr/>
        </p:nvSpPr>
        <p:spPr>
          <a:xfrm>
            <a:off x="2551938" y="3593338"/>
            <a:ext cx="733425" cy="294640"/>
          </a:xfrm>
          <a:prstGeom prst="rect">
            <a:avLst/>
          </a:prstGeom>
        </p:spPr>
        <p:txBody>
          <a:bodyPr vert="horz" wrap="square" lIns="0" tIns="13970" rIns="0" bIns="0" rtlCol="0">
            <a:spAutoFit/>
          </a:bodyPr>
          <a:lstStyle/>
          <a:p>
            <a:pPr marL="12700">
              <a:lnSpc>
                <a:spcPct val="100000"/>
              </a:lnSpc>
              <a:spcBef>
                <a:spcPts val="110"/>
              </a:spcBef>
            </a:pPr>
            <a:r>
              <a:rPr sz="1750" spc="-215" dirty="0">
                <a:solidFill>
                  <a:srgbClr val="FFFFFF"/>
                </a:solidFill>
                <a:latin typeface="Arial Black"/>
                <a:cs typeface="Arial Black"/>
              </a:rPr>
              <a:t>per</a:t>
            </a:r>
            <a:r>
              <a:rPr sz="1750" spc="-260" dirty="0">
                <a:solidFill>
                  <a:srgbClr val="FFFFFF"/>
                </a:solidFill>
                <a:latin typeface="Arial Black"/>
                <a:cs typeface="Arial Black"/>
              </a:rPr>
              <a:t> </a:t>
            </a:r>
            <a:r>
              <a:rPr sz="1750" spc="-240" dirty="0">
                <a:solidFill>
                  <a:srgbClr val="FFFFFF"/>
                </a:solidFill>
                <a:latin typeface="Arial Black"/>
                <a:cs typeface="Arial Black"/>
              </a:rPr>
              <a:t>day</a:t>
            </a:r>
            <a:endParaRPr sz="1750">
              <a:latin typeface="Arial Black"/>
              <a:cs typeface="Arial Black"/>
            </a:endParaRPr>
          </a:p>
        </p:txBody>
      </p:sp>
      <p:grpSp>
        <p:nvGrpSpPr>
          <p:cNvPr id="73" name="object 73"/>
          <p:cNvGrpSpPr/>
          <p:nvPr/>
        </p:nvGrpSpPr>
        <p:grpSpPr>
          <a:xfrm>
            <a:off x="472440" y="697991"/>
            <a:ext cx="9144000" cy="5462270"/>
            <a:chOff x="472440" y="697991"/>
            <a:chExt cx="9144000" cy="5462270"/>
          </a:xfrm>
        </p:grpSpPr>
        <p:sp>
          <p:nvSpPr>
            <p:cNvPr id="74" name="object 74"/>
            <p:cNvSpPr/>
            <p:nvPr/>
          </p:nvSpPr>
          <p:spPr>
            <a:xfrm>
              <a:off x="472440" y="2490215"/>
              <a:ext cx="3188335" cy="1866900"/>
            </a:xfrm>
            <a:custGeom>
              <a:avLst/>
              <a:gdLst/>
              <a:ahLst/>
              <a:cxnLst/>
              <a:rect l="l" t="t" r="r" b="b"/>
              <a:pathLst>
                <a:path w="3188335" h="1866900">
                  <a:moveTo>
                    <a:pt x="3188208" y="938784"/>
                  </a:moveTo>
                  <a:lnTo>
                    <a:pt x="3186633" y="890397"/>
                  </a:lnTo>
                  <a:lnTo>
                    <a:pt x="3182010" y="842835"/>
                  </a:lnTo>
                  <a:lnTo>
                    <a:pt x="3174415" y="796201"/>
                  </a:lnTo>
                  <a:lnTo>
                    <a:pt x="3163951" y="750608"/>
                  </a:lnTo>
                  <a:lnTo>
                    <a:pt x="3150717" y="706132"/>
                  </a:lnTo>
                  <a:lnTo>
                    <a:pt x="3135757" y="665467"/>
                  </a:lnTo>
                  <a:lnTo>
                    <a:pt x="3135757" y="938784"/>
                  </a:lnTo>
                  <a:lnTo>
                    <a:pt x="3134042" y="987615"/>
                  </a:lnTo>
                  <a:lnTo>
                    <a:pt x="3128975" y="1035507"/>
                  </a:lnTo>
                  <a:lnTo>
                    <a:pt x="3120669" y="1082370"/>
                  </a:lnTo>
                  <a:lnTo>
                    <a:pt x="3109239" y="1128064"/>
                  </a:lnTo>
                  <a:lnTo>
                    <a:pt x="3094812" y="1172489"/>
                  </a:lnTo>
                  <a:lnTo>
                    <a:pt x="3077502" y="1215517"/>
                  </a:lnTo>
                  <a:lnTo>
                    <a:pt x="3057410" y="1257046"/>
                  </a:lnTo>
                  <a:lnTo>
                    <a:pt x="3034652" y="1296949"/>
                  </a:lnTo>
                  <a:lnTo>
                    <a:pt x="3009366" y="1335125"/>
                  </a:lnTo>
                  <a:lnTo>
                    <a:pt x="2981642" y="1371447"/>
                  </a:lnTo>
                  <a:lnTo>
                    <a:pt x="2951607" y="1405801"/>
                  </a:lnTo>
                  <a:lnTo>
                    <a:pt x="2919374" y="1438071"/>
                  </a:lnTo>
                  <a:lnTo>
                    <a:pt x="2885059" y="1468132"/>
                  </a:lnTo>
                  <a:lnTo>
                    <a:pt x="2848787" y="1495894"/>
                  </a:lnTo>
                  <a:lnTo>
                    <a:pt x="2810649" y="1521218"/>
                  </a:lnTo>
                  <a:lnTo>
                    <a:pt x="2770797" y="1543989"/>
                  </a:lnTo>
                  <a:lnTo>
                    <a:pt x="2729306" y="1564106"/>
                  </a:lnTo>
                  <a:lnTo>
                    <a:pt x="2686316" y="1581442"/>
                  </a:lnTo>
                  <a:lnTo>
                    <a:pt x="2641943" y="1595894"/>
                  </a:lnTo>
                  <a:lnTo>
                    <a:pt x="2596299" y="1607324"/>
                  </a:lnTo>
                  <a:lnTo>
                    <a:pt x="2549487" y="1615643"/>
                  </a:lnTo>
                  <a:lnTo>
                    <a:pt x="2501646" y="1620710"/>
                  </a:lnTo>
                  <a:lnTo>
                    <a:pt x="2452878" y="1622425"/>
                  </a:lnTo>
                  <a:lnTo>
                    <a:pt x="2404097" y="1620710"/>
                  </a:lnTo>
                  <a:lnTo>
                    <a:pt x="2356256" y="1615643"/>
                  </a:lnTo>
                  <a:lnTo>
                    <a:pt x="2309444" y="1607324"/>
                  </a:lnTo>
                  <a:lnTo>
                    <a:pt x="2263800" y="1595894"/>
                  </a:lnTo>
                  <a:lnTo>
                    <a:pt x="2219426" y="1581442"/>
                  </a:lnTo>
                  <a:lnTo>
                    <a:pt x="2176437" y="1564106"/>
                  </a:lnTo>
                  <a:lnTo>
                    <a:pt x="2134946" y="1543989"/>
                  </a:lnTo>
                  <a:lnTo>
                    <a:pt x="2095093" y="1521218"/>
                  </a:lnTo>
                  <a:lnTo>
                    <a:pt x="2056955" y="1495894"/>
                  </a:lnTo>
                  <a:lnTo>
                    <a:pt x="2020684" y="1468132"/>
                  </a:lnTo>
                  <a:lnTo>
                    <a:pt x="1986368" y="1438071"/>
                  </a:lnTo>
                  <a:lnTo>
                    <a:pt x="1954136" y="1405801"/>
                  </a:lnTo>
                  <a:lnTo>
                    <a:pt x="1924100" y="1371447"/>
                  </a:lnTo>
                  <a:lnTo>
                    <a:pt x="1896376" y="1335125"/>
                  </a:lnTo>
                  <a:lnTo>
                    <a:pt x="1871091" y="1296949"/>
                  </a:lnTo>
                  <a:lnTo>
                    <a:pt x="1848332" y="1257046"/>
                  </a:lnTo>
                  <a:lnTo>
                    <a:pt x="1828241" y="1215517"/>
                  </a:lnTo>
                  <a:lnTo>
                    <a:pt x="1825548" y="1208836"/>
                  </a:lnTo>
                  <a:lnTo>
                    <a:pt x="1837499" y="1166723"/>
                  </a:lnTo>
                  <a:lnTo>
                    <a:pt x="1847926" y="1121562"/>
                  </a:lnTo>
                  <a:lnTo>
                    <a:pt x="1856143" y="1075601"/>
                  </a:lnTo>
                  <a:lnTo>
                    <a:pt x="1862074" y="1028890"/>
                  </a:lnTo>
                  <a:lnTo>
                    <a:pt x="1865680" y="981494"/>
                  </a:lnTo>
                  <a:lnTo>
                    <a:pt x="1866900" y="933450"/>
                  </a:lnTo>
                  <a:lnTo>
                    <a:pt x="1865680" y="885418"/>
                  </a:lnTo>
                  <a:lnTo>
                    <a:pt x="1862074" y="838022"/>
                  </a:lnTo>
                  <a:lnTo>
                    <a:pt x="1856143" y="791311"/>
                  </a:lnTo>
                  <a:lnTo>
                    <a:pt x="1847926" y="745350"/>
                  </a:lnTo>
                  <a:lnTo>
                    <a:pt x="1837499" y="700189"/>
                  </a:lnTo>
                  <a:lnTo>
                    <a:pt x="1827314" y="664349"/>
                  </a:lnTo>
                  <a:lnTo>
                    <a:pt x="1828241" y="662063"/>
                  </a:lnTo>
                  <a:lnTo>
                    <a:pt x="1848332" y="620534"/>
                  </a:lnTo>
                  <a:lnTo>
                    <a:pt x="1871091" y="580631"/>
                  </a:lnTo>
                  <a:lnTo>
                    <a:pt x="1896376" y="542455"/>
                  </a:lnTo>
                  <a:lnTo>
                    <a:pt x="1924100" y="506133"/>
                  </a:lnTo>
                  <a:lnTo>
                    <a:pt x="1954136" y="471779"/>
                  </a:lnTo>
                  <a:lnTo>
                    <a:pt x="1986368" y="439508"/>
                  </a:lnTo>
                  <a:lnTo>
                    <a:pt x="2020684" y="409448"/>
                  </a:lnTo>
                  <a:lnTo>
                    <a:pt x="2056955" y="381685"/>
                  </a:lnTo>
                  <a:lnTo>
                    <a:pt x="2095093" y="356362"/>
                  </a:lnTo>
                  <a:lnTo>
                    <a:pt x="2134946" y="333590"/>
                  </a:lnTo>
                  <a:lnTo>
                    <a:pt x="2176437" y="313474"/>
                  </a:lnTo>
                  <a:lnTo>
                    <a:pt x="2219426" y="296138"/>
                  </a:lnTo>
                  <a:lnTo>
                    <a:pt x="2263800" y="281686"/>
                  </a:lnTo>
                  <a:lnTo>
                    <a:pt x="2309444" y="270256"/>
                  </a:lnTo>
                  <a:lnTo>
                    <a:pt x="2356256" y="261937"/>
                  </a:lnTo>
                  <a:lnTo>
                    <a:pt x="2404097" y="256870"/>
                  </a:lnTo>
                  <a:lnTo>
                    <a:pt x="2452878" y="255143"/>
                  </a:lnTo>
                  <a:lnTo>
                    <a:pt x="2501646" y="256870"/>
                  </a:lnTo>
                  <a:lnTo>
                    <a:pt x="2549487" y="261937"/>
                  </a:lnTo>
                  <a:lnTo>
                    <a:pt x="2596299" y="270256"/>
                  </a:lnTo>
                  <a:lnTo>
                    <a:pt x="2641943" y="281686"/>
                  </a:lnTo>
                  <a:lnTo>
                    <a:pt x="2686316" y="296138"/>
                  </a:lnTo>
                  <a:lnTo>
                    <a:pt x="2729306" y="313474"/>
                  </a:lnTo>
                  <a:lnTo>
                    <a:pt x="2770797" y="333590"/>
                  </a:lnTo>
                  <a:lnTo>
                    <a:pt x="2810649" y="356362"/>
                  </a:lnTo>
                  <a:lnTo>
                    <a:pt x="2848787" y="381685"/>
                  </a:lnTo>
                  <a:lnTo>
                    <a:pt x="2885059" y="409448"/>
                  </a:lnTo>
                  <a:lnTo>
                    <a:pt x="2919374" y="439508"/>
                  </a:lnTo>
                  <a:lnTo>
                    <a:pt x="2951607" y="471779"/>
                  </a:lnTo>
                  <a:lnTo>
                    <a:pt x="2981642" y="506133"/>
                  </a:lnTo>
                  <a:lnTo>
                    <a:pt x="3009366" y="542455"/>
                  </a:lnTo>
                  <a:lnTo>
                    <a:pt x="3034652" y="580631"/>
                  </a:lnTo>
                  <a:lnTo>
                    <a:pt x="3057410" y="620534"/>
                  </a:lnTo>
                  <a:lnTo>
                    <a:pt x="3077502" y="662063"/>
                  </a:lnTo>
                  <a:lnTo>
                    <a:pt x="3094812" y="705091"/>
                  </a:lnTo>
                  <a:lnTo>
                    <a:pt x="3109239" y="749515"/>
                  </a:lnTo>
                  <a:lnTo>
                    <a:pt x="3120669" y="795210"/>
                  </a:lnTo>
                  <a:lnTo>
                    <a:pt x="3128975" y="842073"/>
                  </a:lnTo>
                  <a:lnTo>
                    <a:pt x="3134042" y="889965"/>
                  </a:lnTo>
                  <a:lnTo>
                    <a:pt x="3135757" y="938784"/>
                  </a:lnTo>
                  <a:lnTo>
                    <a:pt x="3135757" y="665467"/>
                  </a:lnTo>
                  <a:lnTo>
                    <a:pt x="3116313" y="620953"/>
                  </a:lnTo>
                  <a:lnTo>
                    <a:pt x="3095345" y="580440"/>
                  </a:lnTo>
                  <a:lnTo>
                    <a:pt x="3071977" y="541451"/>
                  </a:lnTo>
                  <a:lnTo>
                    <a:pt x="3046336" y="504063"/>
                  </a:lnTo>
                  <a:lnTo>
                    <a:pt x="3018498" y="468388"/>
                  </a:lnTo>
                  <a:lnTo>
                    <a:pt x="2988564" y="434517"/>
                  </a:lnTo>
                  <a:lnTo>
                    <a:pt x="2956636" y="402551"/>
                  </a:lnTo>
                  <a:lnTo>
                    <a:pt x="2922803" y="372592"/>
                  </a:lnTo>
                  <a:lnTo>
                    <a:pt x="2887167" y="344728"/>
                  </a:lnTo>
                  <a:lnTo>
                    <a:pt x="2849816" y="319049"/>
                  </a:lnTo>
                  <a:lnTo>
                    <a:pt x="2810865" y="295668"/>
                  </a:lnTo>
                  <a:lnTo>
                    <a:pt x="2770390" y="274662"/>
                  </a:lnTo>
                  <a:lnTo>
                    <a:pt x="2728506" y="256159"/>
                  </a:lnTo>
                  <a:lnTo>
                    <a:pt x="2685300" y="240220"/>
                  </a:lnTo>
                  <a:lnTo>
                    <a:pt x="2640876" y="226974"/>
                  </a:lnTo>
                  <a:lnTo>
                    <a:pt x="2595321" y="216496"/>
                  </a:lnTo>
                  <a:lnTo>
                    <a:pt x="2548737" y="208902"/>
                  </a:lnTo>
                  <a:lnTo>
                    <a:pt x="2501227" y="204266"/>
                  </a:lnTo>
                  <a:lnTo>
                    <a:pt x="2452878" y="202692"/>
                  </a:lnTo>
                  <a:lnTo>
                    <a:pt x="2404516" y="204266"/>
                  </a:lnTo>
                  <a:lnTo>
                    <a:pt x="2357005" y="208902"/>
                  </a:lnTo>
                  <a:lnTo>
                    <a:pt x="2310422" y="216496"/>
                  </a:lnTo>
                  <a:lnTo>
                    <a:pt x="2264867" y="226974"/>
                  </a:lnTo>
                  <a:lnTo>
                    <a:pt x="2220442" y="240220"/>
                  </a:lnTo>
                  <a:lnTo>
                    <a:pt x="2177237" y="256159"/>
                  </a:lnTo>
                  <a:lnTo>
                    <a:pt x="2135352" y="274662"/>
                  </a:lnTo>
                  <a:lnTo>
                    <a:pt x="2094877" y="295668"/>
                  </a:lnTo>
                  <a:lnTo>
                    <a:pt x="2055926" y="319049"/>
                  </a:lnTo>
                  <a:lnTo>
                    <a:pt x="2018576" y="344728"/>
                  </a:lnTo>
                  <a:lnTo>
                    <a:pt x="1982939" y="372592"/>
                  </a:lnTo>
                  <a:lnTo>
                    <a:pt x="1949107" y="402551"/>
                  </a:lnTo>
                  <a:lnTo>
                    <a:pt x="1917179" y="434517"/>
                  </a:lnTo>
                  <a:lnTo>
                    <a:pt x="1887245" y="468388"/>
                  </a:lnTo>
                  <a:lnTo>
                    <a:pt x="1859407" y="504063"/>
                  </a:lnTo>
                  <a:lnTo>
                    <a:pt x="1833765" y="541451"/>
                  </a:lnTo>
                  <a:lnTo>
                    <a:pt x="1810308" y="580631"/>
                  </a:lnTo>
                  <a:lnTo>
                    <a:pt x="1803133" y="594487"/>
                  </a:lnTo>
                  <a:lnTo>
                    <a:pt x="1793532" y="570128"/>
                  </a:lnTo>
                  <a:lnTo>
                    <a:pt x="1774837" y="528777"/>
                  </a:lnTo>
                  <a:lnTo>
                    <a:pt x="1754225" y="488530"/>
                  </a:lnTo>
                  <a:lnTo>
                    <a:pt x="1731746" y="449440"/>
                  </a:lnTo>
                  <a:lnTo>
                    <a:pt x="1707464" y="411568"/>
                  </a:lnTo>
                  <a:lnTo>
                    <a:pt x="1681441" y="374980"/>
                  </a:lnTo>
                  <a:lnTo>
                    <a:pt x="1653730" y="339712"/>
                  </a:lnTo>
                  <a:lnTo>
                    <a:pt x="1624393" y="305841"/>
                  </a:lnTo>
                  <a:lnTo>
                    <a:pt x="1593481" y="273418"/>
                  </a:lnTo>
                  <a:lnTo>
                    <a:pt x="1561058" y="242506"/>
                  </a:lnTo>
                  <a:lnTo>
                    <a:pt x="1527187" y="213169"/>
                  </a:lnTo>
                  <a:lnTo>
                    <a:pt x="1491919" y="185458"/>
                  </a:lnTo>
                  <a:lnTo>
                    <a:pt x="1455331" y="159435"/>
                  </a:lnTo>
                  <a:lnTo>
                    <a:pt x="1417459" y="135153"/>
                  </a:lnTo>
                  <a:lnTo>
                    <a:pt x="1378369" y="112674"/>
                  </a:lnTo>
                  <a:lnTo>
                    <a:pt x="1338122" y="92062"/>
                  </a:lnTo>
                  <a:lnTo>
                    <a:pt x="1296771" y="73367"/>
                  </a:lnTo>
                  <a:lnTo>
                    <a:pt x="1254379" y="56654"/>
                  </a:lnTo>
                  <a:lnTo>
                    <a:pt x="1211008" y="41973"/>
                  </a:lnTo>
                  <a:lnTo>
                    <a:pt x="1166710" y="29400"/>
                  </a:lnTo>
                  <a:lnTo>
                    <a:pt x="1121549" y="18973"/>
                  </a:lnTo>
                  <a:lnTo>
                    <a:pt x="1075588" y="10756"/>
                  </a:lnTo>
                  <a:lnTo>
                    <a:pt x="1028877" y="4826"/>
                  </a:lnTo>
                  <a:lnTo>
                    <a:pt x="981481" y="1219"/>
                  </a:lnTo>
                  <a:lnTo>
                    <a:pt x="933450" y="0"/>
                  </a:lnTo>
                  <a:lnTo>
                    <a:pt x="885405" y="1219"/>
                  </a:lnTo>
                  <a:lnTo>
                    <a:pt x="838009" y="4826"/>
                  </a:lnTo>
                  <a:lnTo>
                    <a:pt x="791286" y="10756"/>
                  </a:lnTo>
                  <a:lnTo>
                    <a:pt x="745324" y="18973"/>
                  </a:lnTo>
                  <a:lnTo>
                    <a:pt x="700163" y="29400"/>
                  </a:lnTo>
                  <a:lnTo>
                    <a:pt x="655866" y="41973"/>
                  </a:lnTo>
                  <a:lnTo>
                    <a:pt x="612495" y="56654"/>
                  </a:lnTo>
                  <a:lnTo>
                    <a:pt x="570103" y="73367"/>
                  </a:lnTo>
                  <a:lnTo>
                    <a:pt x="528751" y="92062"/>
                  </a:lnTo>
                  <a:lnTo>
                    <a:pt x="488505" y="112674"/>
                  </a:lnTo>
                  <a:lnTo>
                    <a:pt x="449414" y="135153"/>
                  </a:lnTo>
                  <a:lnTo>
                    <a:pt x="411543" y="159435"/>
                  </a:lnTo>
                  <a:lnTo>
                    <a:pt x="374942" y="185458"/>
                  </a:lnTo>
                  <a:lnTo>
                    <a:pt x="339686" y="213169"/>
                  </a:lnTo>
                  <a:lnTo>
                    <a:pt x="305816" y="242506"/>
                  </a:lnTo>
                  <a:lnTo>
                    <a:pt x="273392" y="273418"/>
                  </a:lnTo>
                  <a:lnTo>
                    <a:pt x="242481" y="305841"/>
                  </a:lnTo>
                  <a:lnTo>
                    <a:pt x="213144" y="339712"/>
                  </a:lnTo>
                  <a:lnTo>
                    <a:pt x="185432" y="374980"/>
                  </a:lnTo>
                  <a:lnTo>
                    <a:pt x="159410" y="411568"/>
                  </a:lnTo>
                  <a:lnTo>
                    <a:pt x="135128" y="449440"/>
                  </a:lnTo>
                  <a:lnTo>
                    <a:pt x="112661" y="488530"/>
                  </a:lnTo>
                  <a:lnTo>
                    <a:pt x="92036" y="528777"/>
                  </a:lnTo>
                  <a:lnTo>
                    <a:pt x="73342" y="570128"/>
                  </a:lnTo>
                  <a:lnTo>
                    <a:pt x="56629" y="612521"/>
                  </a:lnTo>
                  <a:lnTo>
                    <a:pt x="41960" y="655891"/>
                  </a:lnTo>
                  <a:lnTo>
                    <a:pt x="29375" y="700189"/>
                  </a:lnTo>
                  <a:lnTo>
                    <a:pt x="18961" y="745350"/>
                  </a:lnTo>
                  <a:lnTo>
                    <a:pt x="10744" y="791311"/>
                  </a:lnTo>
                  <a:lnTo>
                    <a:pt x="4813" y="838022"/>
                  </a:lnTo>
                  <a:lnTo>
                    <a:pt x="1206" y="885418"/>
                  </a:lnTo>
                  <a:lnTo>
                    <a:pt x="0" y="933450"/>
                  </a:lnTo>
                  <a:lnTo>
                    <a:pt x="1206" y="981494"/>
                  </a:lnTo>
                  <a:lnTo>
                    <a:pt x="4813" y="1028890"/>
                  </a:lnTo>
                  <a:lnTo>
                    <a:pt x="10744" y="1075601"/>
                  </a:lnTo>
                  <a:lnTo>
                    <a:pt x="18961" y="1121562"/>
                  </a:lnTo>
                  <a:lnTo>
                    <a:pt x="29375" y="1166723"/>
                  </a:lnTo>
                  <a:lnTo>
                    <a:pt x="41960" y="1211021"/>
                  </a:lnTo>
                  <a:lnTo>
                    <a:pt x="56629" y="1254391"/>
                  </a:lnTo>
                  <a:lnTo>
                    <a:pt x="73342" y="1296784"/>
                  </a:lnTo>
                  <a:lnTo>
                    <a:pt x="92036" y="1338135"/>
                  </a:lnTo>
                  <a:lnTo>
                    <a:pt x="112661" y="1378381"/>
                  </a:lnTo>
                  <a:lnTo>
                    <a:pt x="135128" y="1417472"/>
                  </a:lnTo>
                  <a:lnTo>
                    <a:pt x="159410" y="1455343"/>
                  </a:lnTo>
                  <a:lnTo>
                    <a:pt x="185432" y="1491932"/>
                  </a:lnTo>
                  <a:lnTo>
                    <a:pt x="213144" y="1527200"/>
                  </a:lnTo>
                  <a:lnTo>
                    <a:pt x="242481" y="1561071"/>
                  </a:lnTo>
                  <a:lnTo>
                    <a:pt x="273392" y="1593494"/>
                  </a:lnTo>
                  <a:lnTo>
                    <a:pt x="305816" y="1624406"/>
                  </a:lnTo>
                  <a:lnTo>
                    <a:pt x="339686" y="1653743"/>
                  </a:lnTo>
                  <a:lnTo>
                    <a:pt x="374942" y="1681454"/>
                  </a:lnTo>
                  <a:lnTo>
                    <a:pt x="411543" y="1707476"/>
                  </a:lnTo>
                  <a:lnTo>
                    <a:pt x="449414" y="1731759"/>
                  </a:lnTo>
                  <a:lnTo>
                    <a:pt x="488505" y="1754238"/>
                  </a:lnTo>
                  <a:lnTo>
                    <a:pt x="528751" y="1774850"/>
                  </a:lnTo>
                  <a:lnTo>
                    <a:pt x="570103" y="1793544"/>
                  </a:lnTo>
                  <a:lnTo>
                    <a:pt x="612495" y="1810258"/>
                  </a:lnTo>
                  <a:lnTo>
                    <a:pt x="655866" y="1824939"/>
                  </a:lnTo>
                  <a:lnTo>
                    <a:pt x="700163" y="1837512"/>
                  </a:lnTo>
                  <a:lnTo>
                    <a:pt x="745324" y="1847938"/>
                  </a:lnTo>
                  <a:lnTo>
                    <a:pt x="791286" y="1856155"/>
                  </a:lnTo>
                  <a:lnTo>
                    <a:pt x="838009" y="1862086"/>
                  </a:lnTo>
                  <a:lnTo>
                    <a:pt x="885405" y="1865693"/>
                  </a:lnTo>
                  <a:lnTo>
                    <a:pt x="933450" y="1866900"/>
                  </a:lnTo>
                  <a:lnTo>
                    <a:pt x="981481" y="1865693"/>
                  </a:lnTo>
                  <a:lnTo>
                    <a:pt x="1028877" y="1862086"/>
                  </a:lnTo>
                  <a:lnTo>
                    <a:pt x="1075588" y="1856155"/>
                  </a:lnTo>
                  <a:lnTo>
                    <a:pt x="1121549" y="1847938"/>
                  </a:lnTo>
                  <a:lnTo>
                    <a:pt x="1166710" y="1837512"/>
                  </a:lnTo>
                  <a:lnTo>
                    <a:pt x="1211008" y="1824939"/>
                  </a:lnTo>
                  <a:lnTo>
                    <a:pt x="1254379" y="1810258"/>
                  </a:lnTo>
                  <a:lnTo>
                    <a:pt x="1296771" y="1793544"/>
                  </a:lnTo>
                  <a:lnTo>
                    <a:pt x="1338122" y="1774850"/>
                  </a:lnTo>
                  <a:lnTo>
                    <a:pt x="1378369" y="1754238"/>
                  </a:lnTo>
                  <a:lnTo>
                    <a:pt x="1417459" y="1731759"/>
                  </a:lnTo>
                  <a:lnTo>
                    <a:pt x="1455331" y="1707476"/>
                  </a:lnTo>
                  <a:lnTo>
                    <a:pt x="1491919" y="1681454"/>
                  </a:lnTo>
                  <a:lnTo>
                    <a:pt x="1527187" y="1653743"/>
                  </a:lnTo>
                  <a:lnTo>
                    <a:pt x="1561058" y="1624406"/>
                  </a:lnTo>
                  <a:lnTo>
                    <a:pt x="1593481" y="1593494"/>
                  </a:lnTo>
                  <a:lnTo>
                    <a:pt x="1624393" y="1561071"/>
                  </a:lnTo>
                  <a:lnTo>
                    <a:pt x="1653730" y="1527200"/>
                  </a:lnTo>
                  <a:lnTo>
                    <a:pt x="1681441" y="1491932"/>
                  </a:lnTo>
                  <a:lnTo>
                    <a:pt x="1707464" y="1455343"/>
                  </a:lnTo>
                  <a:lnTo>
                    <a:pt x="1731746" y="1417472"/>
                  </a:lnTo>
                  <a:lnTo>
                    <a:pt x="1754225" y="1378381"/>
                  </a:lnTo>
                  <a:lnTo>
                    <a:pt x="1774837" y="1338135"/>
                  </a:lnTo>
                  <a:lnTo>
                    <a:pt x="1793532" y="1296784"/>
                  </a:lnTo>
                  <a:lnTo>
                    <a:pt x="1800733" y="1278496"/>
                  </a:lnTo>
                  <a:lnTo>
                    <a:pt x="1810397" y="1297139"/>
                  </a:lnTo>
                  <a:lnTo>
                    <a:pt x="1833765" y="1336128"/>
                  </a:lnTo>
                  <a:lnTo>
                    <a:pt x="1859407" y="1373517"/>
                  </a:lnTo>
                  <a:lnTo>
                    <a:pt x="1887245" y="1409192"/>
                  </a:lnTo>
                  <a:lnTo>
                    <a:pt x="1917179" y="1443062"/>
                  </a:lnTo>
                  <a:lnTo>
                    <a:pt x="1949107" y="1475028"/>
                  </a:lnTo>
                  <a:lnTo>
                    <a:pt x="1982939" y="1504988"/>
                  </a:lnTo>
                  <a:lnTo>
                    <a:pt x="2018576" y="1532851"/>
                  </a:lnTo>
                  <a:lnTo>
                    <a:pt x="2055926" y="1558531"/>
                  </a:lnTo>
                  <a:lnTo>
                    <a:pt x="2094877" y="1581912"/>
                  </a:lnTo>
                  <a:lnTo>
                    <a:pt x="2135352" y="1602917"/>
                  </a:lnTo>
                  <a:lnTo>
                    <a:pt x="2177237" y="1621421"/>
                  </a:lnTo>
                  <a:lnTo>
                    <a:pt x="2220442" y="1637360"/>
                  </a:lnTo>
                  <a:lnTo>
                    <a:pt x="2264867" y="1650606"/>
                  </a:lnTo>
                  <a:lnTo>
                    <a:pt x="2310422" y="1661083"/>
                  </a:lnTo>
                  <a:lnTo>
                    <a:pt x="2357005" y="1668678"/>
                  </a:lnTo>
                  <a:lnTo>
                    <a:pt x="2404516" y="1673313"/>
                  </a:lnTo>
                  <a:lnTo>
                    <a:pt x="2452878" y="1674876"/>
                  </a:lnTo>
                  <a:lnTo>
                    <a:pt x="2501227" y="1673313"/>
                  </a:lnTo>
                  <a:lnTo>
                    <a:pt x="2548737" y="1668678"/>
                  </a:lnTo>
                  <a:lnTo>
                    <a:pt x="2595321" y="1661083"/>
                  </a:lnTo>
                  <a:lnTo>
                    <a:pt x="2640876" y="1650606"/>
                  </a:lnTo>
                  <a:lnTo>
                    <a:pt x="2685300" y="1637360"/>
                  </a:lnTo>
                  <a:lnTo>
                    <a:pt x="2725788" y="1622425"/>
                  </a:lnTo>
                  <a:lnTo>
                    <a:pt x="2770390" y="1602917"/>
                  </a:lnTo>
                  <a:lnTo>
                    <a:pt x="2810865" y="1581912"/>
                  </a:lnTo>
                  <a:lnTo>
                    <a:pt x="2849816" y="1558531"/>
                  </a:lnTo>
                  <a:lnTo>
                    <a:pt x="2887167" y="1532851"/>
                  </a:lnTo>
                  <a:lnTo>
                    <a:pt x="2922803" y="1504988"/>
                  </a:lnTo>
                  <a:lnTo>
                    <a:pt x="2956636" y="1475028"/>
                  </a:lnTo>
                  <a:lnTo>
                    <a:pt x="2988564" y="1443062"/>
                  </a:lnTo>
                  <a:lnTo>
                    <a:pt x="3018498" y="1409192"/>
                  </a:lnTo>
                  <a:lnTo>
                    <a:pt x="3046336" y="1373517"/>
                  </a:lnTo>
                  <a:lnTo>
                    <a:pt x="3071977" y="1336128"/>
                  </a:lnTo>
                  <a:lnTo>
                    <a:pt x="3095434" y="1296949"/>
                  </a:lnTo>
                  <a:lnTo>
                    <a:pt x="3116313" y="1256626"/>
                  </a:lnTo>
                  <a:lnTo>
                    <a:pt x="3134804" y="1214704"/>
                  </a:lnTo>
                  <a:lnTo>
                    <a:pt x="3150717" y="1171448"/>
                  </a:lnTo>
                  <a:lnTo>
                    <a:pt x="3163951" y="1126972"/>
                  </a:lnTo>
                  <a:lnTo>
                    <a:pt x="3174415" y="1081379"/>
                  </a:lnTo>
                  <a:lnTo>
                    <a:pt x="3182010" y="1034745"/>
                  </a:lnTo>
                  <a:lnTo>
                    <a:pt x="3186633" y="987183"/>
                  </a:lnTo>
                  <a:lnTo>
                    <a:pt x="3188208" y="938784"/>
                  </a:lnTo>
                  <a:close/>
                </a:path>
              </a:pathLst>
            </a:custGeom>
            <a:solidFill>
              <a:srgbClr val="0064B8"/>
            </a:solidFill>
          </p:spPr>
          <p:txBody>
            <a:bodyPr wrap="square" lIns="0" tIns="0" rIns="0" bIns="0" rtlCol="0"/>
            <a:lstStyle/>
            <a:p>
              <a:endParaRPr/>
            </a:p>
          </p:txBody>
        </p:sp>
        <p:sp>
          <p:nvSpPr>
            <p:cNvPr id="75" name="object 75"/>
            <p:cNvSpPr/>
            <p:nvPr/>
          </p:nvSpPr>
          <p:spPr>
            <a:xfrm>
              <a:off x="1036320" y="2942843"/>
              <a:ext cx="796925" cy="812165"/>
            </a:xfrm>
            <a:custGeom>
              <a:avLst/>
              <a:gdLst/>
              <a:ahLst/>
              <a:cxnLst/>
              <a:rect l="l" t="t" r="r" b="b"/>
              <a:pathLst>
                <a:path w="796925" h="812164">
                  <a:moveTo>
                    <a:pt x="242316" y="659383"/>
                  </a:moveTo>
                  <a:lnTo>
                    <a:pt x="243205" y="0"/>
                  </a:lnTo>
                </a:path>
                <a:path w="796925" h="812164">
                  <a:moveTo>
                    <a:pt x="466471" y="308609"/>
                  </a:moveTo>
                  <a:lnTo>
                    <a:pt x="242316" y="1523"/>
                  </a:lnTo>
                </a:path>
                <a:path w="796925" h="812164">
                  <a:moveTo>
                    <a:pt x="796544" y="689482"/>
                  </a:moveTo>
                  <a:lnTo>
                    <a:pt x="446532" y="291083"/>
                  </a:lnTo>
                </a:path>
                <a:path w="796925" h="812164">
                  <a:moveTo>
                    <a:pt x="789432" y="682751"/>
                  </a:moveTo>
                  <a:lnTo>
                    <a:pt x="291084" y="812037"/>
                  </a:lnTo>
                </a:path>
                <a:path w="796925" h="812164">
                  <a:moveTo>
                    <a:pt x="784098" y="677925"/>
                  </a:moveTo>
                  <a:lnTo>
                    <a:pt x="44196" y="417575"/>
                  </a:lnTo>
                </a:path>
                <a:path w="796925" h="812164">
                  <a:moveTo>
                    <a:pt x="251968" y="9143"/>
                  </a:moveTo>
                  <a:lnTo>
                    <a:pt x="4571" y="398779"/>
                  </a:lnTo>
                </a:path>
                <a:path w="796925" h="812164">
                  <a:moveTo>
                    <a:pt x="252984" y="802512"/>
                  </a:moveTo>
                  <a:lnTo>
                    <a:pt x="0" y="399288"/>
                  </a:lnTo>
                </a:path>
                <a:path w="796925" h="812164">
                  <a:moveTo>
                    <a:pt x="254508" y="807084"/>
                  </a:moveTo>
                  <a:lnTo>
                    <a:pt x="447040" y="274319"/>
                  </a:lnTo>
                </a:path>
                <a:path w="796925" h="812164">
                  <a:moveTo>
                    <a:pt x="7620" y="405891"/>
                  </a:moveTo>
                  <a:lnTo>
                    <a:pt x="441579" y="269747"/>
                  </a:lnTo>
                </a:path>
              </a:pathLst>
            </a:custGeom>
            <a:ln w="15240">
              <a:solidFill>
                <a:srgbClr val="FFFFFF"/>
              </a:solidFill>
              <a:prstDash val="sysDot"/>
            </a:ln>
          </p:spPr>
          <p:txBody>
            <a:bodyPr wrap="square" lIns="0" tIns="0" rIns="0" bIns="0" rtlCol="0"/>
            <a:lstStyle/>
            <a:p>
              <a:endParaRPr/>
            </a:p>
          </p:txBody>
        </p:sp>
        <p:sp>
          <p:nvSpPr>
            <p:cNvPr id="76" name="object 76"/>
            <p:cNvSpPr/>
            <p:nvPr/>
          </p:nvSpPr>
          <p:spPr>
            <a:xfrm>
              <a:off x="1639823" y="3448812"/>
              <a:ext cx="387350" cy="393700"/>
            </a:xfrm>
            <a:custGeom>
              <a:avLst/>
              <a:gdLst/>
              <a:ahLst/>
              <a:cxnLst/>
              <a:rect l="l" t="t" r="r" b="b"/>
              <a:pathLst>
                <a:path w="387350" h="393700">
                  <a:moveTo>
                    <a:pt x="193548" y="0"/>
                  </a:moveTo>
                  <a:lnTo>
                    <a:pt x="149156" y="5191"/>
                  </a:lnTo>
                  <a:lnTo>
                    <a:pt x="108412" y="19980"/>
                  </a:lnTo>
                  <a:lnTo>
                    <a:pt x="72476" y="43187"/>
                  </a:lnTo>
                  <a:lnTo>
                    <a:pt x="42507" y="73631"/>
                  </a:lnTo>
                  <a:lnTo>
                    <a:pt x="19665" y="110134"/>
                  </a:lnTo>
                  <a:lnTo>
                    <a:pt x="5109" y="151515"/>
                  </a:lnTo>
                  <a:lnTo>
                    <a:pt x="0" y="196595"/>
                  </a:lnTo>
                  <a:lnTo>
                    <a:pt x="5109" y="241676"/>
                  </a:lnTo>
                  <a:lnTo>
                    <a:pt x="19665" y="283057"/>
                  </a:lnTo>
                  <a:lnTo>
                    <a:pt x="42507" y="319560"/>
                  </a:lnTo>
                  <a:lnTo>
                    <a:pt x="72476" y="350004"/>
                  </a:lnTo>
                  <a:lnTo>
                    <a:pt x="108412" y="373211"/>
                  </a:lnTo>
                  <a:lnTo>
                    <a:pt x="149156" y="388000"/>
                  </a:lnTo>
                  <a:lnTo>
                    <a:pt x="193548" y="393192"/>
                  </a:lnTo>
                  <a:lnTo>
                    <a:pt x="237939" y="388000"/>
                  </a:lnTo>
                  <a:lnTo>
                    <a:pt x="278683" y="373211"/>
                  </a:lnTo>
                  <a:lnTo>
                    <a:pt x="314619" y="350004"/>
                  </a:lnTo>
                  <a:lnTo>
                    <a:pt x="344588" y="319560"/>
                  </a:lnTo>
                  <a:lnTo>
                    <a:pt x="367430" y="283057"/>
                  </a:lnTo>
                  <a:lnTo>
                    <a:pt x="381986" y="241676"/>
                  </a:lnTo>
                  <a:lnTo>
                    <a:pt x="387095" y="196595"/>
                  </a:lnTo>
                  <a:lnTo>
                    <a:pt x="381986" y="151515"/>
                  </a:lnTo>
                  <a:lnTo>
                    <a:pt x="367430" y="110134"/>
                  </a:lnTo>
                  <a:lnTo>
                    <a:pt x="344588" y="73631"/>
                  </a:lnTo>
                  <a:lnTo>
                    <a:pt x="314619" y="43187"/>
                  </a:lnTo>
                  <a:lnTo>
                    <a:pt x="278683" y="19980"/>
                  </a:lnTo>
                  <a:lnTo>
                    <a:pt x="237939" y="5191"/>
                  </a:lnTo>
                  <a:lnTo>
                    <a:pt x="193548" y="0"/>
                  </a:lnTo>
                  <a:close/>
                </a:path>
              </a:pathLst>
            </a:custGeom>
            <a:solidFill>
              <a:srgbClr val="0064B8"/>
            </a:solidFill>
          </p:spPr>
          <p:txBody>
            <a:bodyPr wrap="square" lIns="0" tIns="0" rIns="0" bIns="0" rtlCol="0"/>
            <a:lstStyle/>
            <a:p>
              <a:endParaRPr/>
            </a:p>
          </p:txBody>
        </p:sp>
        <p:sp>
          <p:nvSpPr>
            <p:cNvPr id="77" name="object 77"/>
            <p:cNvSpPr/>
            <p:nvPr/>
          </p:nvSpPr>
          <p:spPr>
            <a:xfrm>
              <a:off x="1639823" y="3448812"/>
              <a:ext cx="387350" cy="393700"/>
            </a:xfrm>
            <a:custGeom>
              <a:avLst/>
              <a:gdLst/>
              <a:ahLst/>
              <a:cxnLst/>
              <a:rect l="l" t="t" r="r" b="b"/>
              <a:pathLst>
                <a:path w="387350" h="393700">
                  <a:moveTo>
                    <a:pt x="0" y="196595"/>
                  </a:moveTo>
                  <a:lnTo>
                    <a:pt x="5109" y="151515"/>
                  </a:lnTo>
                  <a:lnTo>
                    <a:pt x="19665" y="110134"/>
                  </a:lnTo>
                  <a:lnTo>
                    <a:pt x="42507" y="73631"/>
                  </a:lnTo>
                  <a:lnTo>
                    <a:pt x="72476" y="43187"/>
                  </a:lnTo>
                  <a:lnTo>
                    <a:pt x="108412" y="19980"/>
                  </a:lnTo>
                  <a:lnTo>
                    <a:pt x="149156" y="5191"/>
                  </a:lnTo>
                  <a:lnTo>
                    <a:pt x="193548" y="0"/>
                  </a:lnTo>
                  <a:lnTo>
                    <a:pt x="237939" y="5191"/>
                  </a:lnTo>
                  <a:lnTo>
                    <a:pt x="278683" y="19980"/>
                  </a:lnTo>
                  <a:lnTo>
                    <a:pt x="314619" y="43187"/>
                  </a:lnTo>
                  <a:lnTo>
                    <a:pt x="344588" y="73631"/>
                  </a:lnTo>
                  <a:lnTo>
                    <a:pt x="367430" y="110134"/>
                  </a:lnTo>
                  <a:lnTo>
                    <a:pt x="381986" y="151515"/>
                  </a:lnTo>
                  <a:lnTo>
                    <a:pt x="387095" y="196595"/>
                  </a:lnTo>
                  <a:lnTo>
                    <a:pt x="381986" y="241676"/>
                  </a:lnTo>
                  <a:lnTo>
                    <a:pt x="367430" y="283057"/>
                  </a:lnTo>
                  <a:lnTo>
                    <a:pt x="344588" y="319560"/>
                  </a:lnTo>
                  <a:lnTo>
                    <a:pt x="314619" y="350004"/>
                  </a:lnTo>
                  <a:lnTo>
                    <a:pt x="278683" y="373211"/>
                  </a:lnTo>
                  <a:lnTo>
                    <a:pt x="237939" y="388000"/>
                  </a:lnTo>
                  <a:lnTo>
                    <a:pt x="193548" y="393192"/>
                  </a:lnTo>
                  <a:lnTo>
                    <a:pt x="149156" y="388000"/>
                  </a:lnTo>
                  <a:lnTo>
                    <a:pt x="108412" y="373211"/>
                  </a:lnTo>
                  <a:lnTo>
                    <a:pt x="72476" y="350004"/>
                  </a:lnTo>
                  <a:lnTo>
                    <a:pt x="42507" y="319560"/>
                  </a:lnTo>
                  <a:lnTo>
                    <a:pt x="19665" y="283057"/>
                  </a:lnTo>
                  <a:lnTo>
                    <a:pt x="5109" y="241676"/>
                  </a:lnTo>
                  <a:lnTo>
                    <a:pt x="0" y="196595"/>
                  </a:lnTo>
                  <a:close/>
                </a:path>
              </a:pathLst>
            </a:custGeom>
            <a:ln w="15240">
              <a:solidFill>
                <a:srgbClr val="FFFFFF"/>
              </a:solidFill>
            </a:ln>
          </p:spPr>
          <p:txBody>
            <a:bodyPr wrap="square" lIns="0" tIns="0" rIns="0" bIns="0" rtlCol="0"/>
            <a:lstStyle/>
            <a:p>
              <a:endParaRPr/>
            </a:p>
          </p:txBody>
        </p:sp>
        <p:sp>
          <p:nvSpPr>
            <p:cNvPr id="78" name="object 78"/>
            <p:cNvSpPr/>
            <p:nvPr/>
          </p:nvSpPr>
          <p:spPr>
            <a:xfrm>
              <a:off x="1110995" y="3552443"/>
              <a:ext cx="387350" cy="391795"/>
            </a:xfrm>
            <a:custGeom>
              <a:avLst/>
              <a:gdLst/>
              <a:ahLst/>
              <a:cxnLst/>
              <a:rect l="l" t="t" r="r" b="b"/>
              <a:pathLst>
                <a:path w="387350" h="391795">
                  <a:moveTo>
                    <a:pt x="193547" y="0"/>
                  </a:moveTo>
                  <a:lnTo>
                    <a:pt x="149168" y="5169"/>
                  </a:lnTo>
                  <a:lnTo>
                    <a:pt x="108429" y="19896"/>
                  </a:lnTo>
                  <a:lnTo>
                    <a:pt x="72492" y="43007"/>
                  </a:lnTo>
                  <a:lnTo>
                    <a:pt x="42519" y="73329"/>
                  </a:lnTo>
                  <a:lnTo>
                    <a:pt x="19672" y="109690"/>
                  </a:lnTo>
                  <a:lnTo>
                    <a:pt x="5111" y="150915"/>
                  </a:lnTo>
                  <a:lnTo>
                    <a:pt x="0" y="195833"/>
                  </a:lnTo>
                  <a:lnTo>
                    <a:pt x="5111" y="240752"/>
                  </a:lnTo>
                  <a:lnTo>
                    <a:pt x="19672" y="281977"/>
                  </a:lnTo>
                  <a:lnTo>
                    <a:pt x="42519" y="318338"/>
                  </a:lnTo>
                  <a:lnTo>
                    <a:pt x="72492" y="348660"/>
                  </a:lnTo>
                  <a:lnTo>
                    <a:pt x="108429" y="371771"/>
                  </a:lnTo>
                  <a:lnTo>
                    <a:pt x="149168" y="386498"/>
                  </a:lnTo>
                  <a:lnTo>
                    <a:pt x="193547" y="391667"/>
                  </a:lnTo>
                  <a:lnTo>
                    <a:pt x="237939" y="386498"/>
                  </a:lnTo>
                  <a:lnTo>
                    <a:pt x="278683" y="371771"/>
                  </a:lnTo>
                  <a:lnTo>
                    <a:pt x="314619" y="348660"/>
                  </a:lnTo>
                  <a:lnTo>
                    <a:pt x="344588" y="318338"/>
                  </a:lnTo>
                  <a:lnTo>
                    <a:pt x="367430" y="281977"/>
                  </a:lnTo>
                  <a:lnTo>
                    <a:pt x="381986" y="240752"/>
                  </a:lnTo>
                  <a:lnTo>
                    <a:pt x="387095" y="195833"/>
                  </a:lnTo>
                  <a:lnTo>
                    <a:pt x="381986" y="150915"/>
                  </a:lnTo>
                  <a:lnTo>
                    <a:pt x="367430" y="109690"/>
                  </a:lnTo>
                  <a:lnTo>
                    <a:pt x="344588" y="73329"/>
                  </a:lnTo>
                  <a:lnTo>
                    <a:pt x="314619" y="43007"/>
                  </a:lnTo>
                  <a:lnTo>
                    <a:pt x="278683" y="19896"/>
                  </a:lnTo>
                  <a:lnTo>
                    <a:pt x="237939" y="5169"/>
                  </a:lnTo>
                  <a:lnTo>
                    <a:pt x="193547" y="0"/>
                  </a:lnTo>
                  <a:close/>
                </a:path>
              </a:pathLst>
            </a:custGeom>
            <a:solidFill>
              <a:srgbClr val="0064B8"/>
            </a:solidFill>
          </p:spPr>
          <p:txBody>
            <a:bodyPr wrap="square" lIns="0" tIns="0" rIns="0" bIns="0" rtlCol="0"/>
            <a:lstStyle/>
            <a:p>
              <a:endParaRPr/>
            </a:p>
          </p:txBody>
        </p:sp>
        <p:sp>
          <p:nvSpPr>
            <p:cNvPr id="79" name="object 79"/>
            <p:cNvSpPr/>
            <p:nvPr/>
          </p:nvSpPr>
          <p:spPr>
            <a:xfrm>
              <a:off x="1110995" y="3552443"/>
              <a:ext cx="387350" cy="391795"/>
            </a:xfrm>
            <a:custGeom>
              <a:avLst/>
              <a:gdLst/>
              <a:ahLst/>
              <a:cxnLst/>
              <a:rect l="l" t="t" r="r" b="b"/>
              <a:pathLst>
                <a:path w="387350" h="391795">
                  <a:moveTo>
                    <a:pt x="0" y="195833"/>
                  </a:moveTo>
                  <a:lnTo>
                    <a:pt x="5111" y="150915"/>
                  </a:lnTo>
                  <a:lnTo>
                    <a:pt x="19672" y="109690"/>
                  </a:lnTo>
                  <a:lnTo>
                    <a:pt x="42519" y="73329"/>
                  </a:lnTo>
                  <a:lnTo>
                    <a:pt x="72492" y="43007"/>
                  </a:lnTo>
                  <a:lnTo>
                    <a:pt x="108429" y="19896"/>
                  </a:lnTo>
                  <a:lnTo>
                    <a:pt x="149168" y="5169"/>
                  </a:lnTo>
                  <a:lnTo>
                    <a:pt x="193547" y="0"/>
                  </a:lnTo>
                  <a:lnTo>
                    <a:pt x="237939" y="5169"/>
                  </a:lnTo>
                  <a:lnTo>
                    <a:pt x="278683" y="19896"/>
                  </a:lnTo>
                  <a:lnTo>
                    <a:pt x="314619" y="43007"/>
                  </a:lnTo>
                  <a:lnTo>
                    <a:pt x="344588" y="73329"/>
                  </a:lnTo>
                  <a:lnTo>
                    <a:pt x="367430" y="109690"/>
                  </a:lnTo>
                  <a:lnTo>
                    <a:pt x="381986" y="150915"/>
                  </a:lnTo>
                  <a:lnTo>
                    <a:pt x="387095" y="195833"/>
                  </a:lnTo>
                  <a:lnTo>
                    <a:pt x="381986" y="240752"/>
                  </a:lnTo>
                  <a:lnTo>
                    <a:pt x="367430" y="281977"/>
                  </a:lnTo>
                  <a:lnTo>
                    <a:pt x="344588" y="318338"/>
                  </a:lnTo>
                  <a:lnTo>
                    <a:pt x="314619" y="348660"/>
                  </a:lnTo>
                  <a:lnTo>
                    <a:pt x="278683" y="371771"/>
                  </a:lnTo>
                  <a:lnTo>
                    <a:pt x="237939" y="386498"/>
                  </a:lnTo>
                  <a:lnTo>
                    <a:pt x="193547" y="391667"/>
                  </a:lnTo>
                  <a:lnTo>
                    <a:pt x="149168" y="386498"/>
                  </a:lnTo>
                  <a:lnTo>
                    <a:pt x="108429" y="371771"/>
                  </a:lnTo>
                  <a:lnTo>
                    <a:pt x="72492" y="348660"/>
                  </a:lnTo>
                  <a:lnTo>
                    <a:pt x="42519" y="318338"/>
                  </a:lnTo>
                  <a:lnTo>
                    <a:pt x="19672" y="281977"/>
                  </a:lnTo>
                  <a:lnTo>
                    <a:pt x="5111" y="240752"/>
                  </a:lnTo>
                  <a:lnTo>
                    <a:pt x="0" y="195833"/>
                  </a:lnTo>
                  <a:close/>
                </a:path>
              </a:pathLst>
            </a:custGeom>
            <a:ln w="15240">
              <a:solidFill>
                <a:srgbClr val="FFFFFF"/>
              </a:solidFill>
            </a:ln>
          </p:spPr>
          <p:txBody>
            <a:bodyPr wrap="square" lIns="0" tIns="0" rIns="0" bIns="0" rtlCol="0"/>
            <a:lstStyle/>
            <a:p>
              <a:endParaRPr/>
            </a:p>
          </p:txBody>
        </p:sp>
        <p:sp>
          <p:nvSpPr>
            <p:cNvPr id="80" name="object 80"/>
            <p:cNvSpPr/>
            <p:nvPr/>
          </p:nvSpPr>
          <p:spPr>
            <a:xfrm>
              <a:off x="1354836" y="3099815"/>
              <a:ext cx="242315" cy="245363"/>
            </a:xfrm>
            <a:prstGeom prst="rect">
              <a:avLst/>
            </a:prstGeom>
            <a:blipFill>
              <a:blip r:embed="rId10" cstate="print"/>
              <a:stretch>
                <a:fillRect/>
              </a:stretch>
            </a:blipFill>
          </p:spPr>
          <p:txBody>
            <a:bodyPr wrap="square" lIns="0" tIns="0" rIns="0" bIns="0" rtlCol="0"/>
            <a:lstStyle/>
            <a:p>
              <a:endParaRPr/>
            </a:p>
          </p:txBody>
        </p:sp>
        <p:sp>
          <p:nvSpPr>
            <p:cNvPr id="81" name="object 81"/>
            <p:cNvSpPr/>
            <p:nvPr/>
          </p:nvSpPr>
          <p:spPr>
            <a:xfrm>
              <a:off x="1354836" y="3099815"/>
              <a:ext cx="242570" cy="245745"/>
            </a:xfrm>
            <a:custGeom>
              <a:avLst/>
              <a:gdLst/>
              <a:ahLst/>
              <a:cxnLst/>
              <a:rect l="l" t="t" r="r" b="b"/>
              <a:pathLst>
                <a:path w="242569" h="245745">
                  <a:moveTo>
                    <a:pt x="0" y="122682"/>
                  </a:moveTo>
                  <a:lnTo>
                    <a:pt x="9519" y="74902"/>
                  </a:lnTo>
                  <a:lnTo>
                    <a:pt x="35480" y="35909"/>
                  </a:lnTo>
                  <a:lnTo>
                    <a:pt x="73991" y="9632"/>
                  </a:lnTo>
                  <a:lnTo>
                    <a:pt x="121157" y="0"/>
                  </a:lnTo>
                  <a:lnTo>
                    <a:pt x="168324" y="9632"/>
                  </a:lnTo>
                  <a:lnTo>
                    <a:pt x="206835" y="35909"/>
                  </a:lnTo>
                  <a:lnTo>
                    <a:pt x="232796" y="74902"/>
                  </a:lnTo>
                  <a:lnTo>
                    <a:pt x="242315" y="122682"/>
                  </a:lnTo>
                  <a:lnTo>
                    <a:pt x="232796" y="170461"/>
                  </a:lnTo>
                  <a:lnTo>
                    <a:pt x="206835" y="209454"/>
                  </a:lnTo>
                  <a:lnTo>
                    <a:pt x="168324" y="235731"/>
                  </a:lnTo>
                  <a:lnTo>
                    <a:pt x="121157" y="245363"/>
                  </a:lnTo>
                  <a:lnTo>
                    <a:pt x="73991" y="235731"/>
                  </a:lnTo>
                  <a:lnTo>
                    <a:pt x="35480" y="209454"/>
                  </a:lnTo>
                  <a:lnTo>
                    <a:pt x="9519" y="170461"/>
                  </a:lnTo>
                  <a:lnTo>
                    <a:pt x="0" y="122682"/>
                  </a:lnTo>
                  <a:close/>
                </a:path>
              </a:pathLst>
            </a:custGeom>
            <a:ln w="15240">
              <a:solidFill>
                <a:srgbClr val="FFFFFF"/>
              </a:solidFill>
            </a:ln>
          </p:spPr>
          <p:txBody>
            <a:bodyPr wrap="square" lIns="0" tIns="0" rIns="0" bIns="0" rtlCol="0"/>
            <a:lstStyle/>
            <a:p>
              <a:endParaRPr/>
            </a:p>
          </p:txBody>
        </p:sp>
        <p:sp>
          <p:nvSpPr>
            <p:cNvPr id="82" name="object 82"/>
            <p:cNvSpPr/>
            <p:nvPr/>
          </p:nvSpPr>
          <p:spPr>
            <a:xfrm>
              <a:off x="920495" y="3214115"/>
              <a:ext cx="242315" cy="246887"/>
            </a:xfrm>
            <a:prstGeom prst="rect">
              <a:avLst/>
            </a:prstGeom>
            <a:blipFill>
              <a:blip r:embed="rId11" cstate="print"/>
              <a:stretch>
                <a:fillRect/>
              </a:stretch>
            </a:blipFill>
          </p:spPr>
          <p:txBody>
            <a:bodyPr wrap="square" lIns="0" tIns="0" rIns="0" bIns="0" rtlCol="0"/>
            <a:lstStyle/>
            <a:p>
              <a:endParaRPr/>
            </a:p>
          </p:txBody>
        </p:sp>
        <p:sp>
          <p:nvSpPr>
            <p:cNvPr id="83" name="object 83"/>
            <p:cNvSpPr/>
            <p:nvPr/>
          </p:nvSpPr>
          <p:spPr>
            <a:xfrm>
              <a:off x="920495" y="3214115"/>
              <a:ext cx="242570" cy="247015"/>
            </a:xfrm>
            <a:custGeom>
              <a:avLst/>
              <a:gdLst/>
              <a:ahLst/>
              <a:cxnLst/>
              <a:rect l="l" t="t" r="r" b="b"/>
              <a:pathLst>
                <a:path w="242569" h="247014">
                  <a:moveTo>
                    <a:pt x="0" y="123444"/>
                  </a:moveTo>
                  <a:lnTo>
                    <a:pt x="9520" y="75384"/>
                  </a:lnTo>
                  <a:lnTo>
                    <a:pt x="35485" y="36147"/>
                  </a:lnTo>
                  <a:lnTo>
                    <a:pt x="73996" y="9697"/>
                  </a:lnTo>
                  <a:lnTo>
                    <a:pt x="121157" y="0"/>
                  </a:lnTo>
                  <a:lnTo>
                    <a:pt x="168319" y="9697"/>
                  </a:lnTo>
                  <a:lnTo>
                    <a:pt x="206830" y="36147"/>
                  </a:lnTo>
                  <a:lnTo>
                    <a:pt x="232795" y="75384"/>
                  </a:lnTo>
                  <a:lnTo>
                    <a:pt x="242315" y="123444"/>
                  </a:lnTo>
                  <a:lnTo>
                    <a:pt x="232795" y="171503"/>
                  </a:lnTo>
                  <a:lnTo>
                    <a:pt x="206830" y="210740"/>
                  </a:lnTo>
                  <a:lnTo>
                    <a:pt x="168319" y="237190"/>
                  </a:lnTo>
                  <a:lnTo>
                    <a:pt x="121157" y="246887"/>
                  </a:lnTo>
                  <a:lnTo>
                    <a:pt x="73996" y="237190"/>
                  </a:lnTo>
                  <a:lnTo>
                    <a:pt x="35485" y="210740"/>
                  </a:lnTo>
                  <a:lnTo>
                    <a:pt x="9520" y="171503"/>
                  </a:lnTo>
                  <a:lnTo>
                    <a:pt x="0" y="123444"/>
                  </a:lnTo>
                  <a:close/>
                </a:path>
              </a:pathLst>
            </a:custGeom>
            <a:ln w="15240">
              <a:solidFill>
                <a:srgbClr val="FFFFFF"/>
              </a:solidFill>
            </a:ln>
          </p:spPr>
          <p:txBody>
            <a:bodyPr wrap="square" lIns="0" tIns="0" rIns="0" bIns="0" rtlCol="0"/>
            <a:lstStyle/>
            <a:p>
              <a:endParaRPr/>
            </a:p>
          </p:txBody>
        </p:sp>
        <p:sp>
          <p:nvSpPr>
            <p:cNvPr id="84" name="object 84"/>
            <p:cNvSpPr/>
            <p:nvPr/>
          </p:nvSpPr>
          <p:spPr>
            <a:xfrm>
              <a:off x="1193291" y="2854452"/>
              <a:ext cx="176783" cy="178308"/>
            </a:xfrm>
            <a:prstGeom prst="rect">
              <a:avLst/>
            </a:prstGeom>
            <a:blipFill>
              <a:blip r:embed="rId12" cstate="print"/>
              <a:stretch>
                <a:fillRect/>
              </a:stretch>
            </a:blipFill>
          </p:spPr>
          <p:txBody>
            <a:bodyPr wrap="square" lIns="0" tIns="0" rIns="0" bIns="0" rtlCol="0"/>
            <a:lstStyle/>
            <a:p>
              <a:endParaRPr/>
            </a:p>
          </p:txBody>
        </p:sp>
        <p:sp>
          <p:nvSpPr>
            <p:cNvPr id="85" name="object 85"/>
            <p:cNvSpPr/>
            <p:nvPr/>
          </p:nvSpPr>
          <p:spPr>
            <a:xfrm>
              <a:off x="4267199" y="812291"/>
              <a:ext cx="5234940" cy="5233670"/>
            </a:xfrm>
            <a:custGeom>
              <a:avLst/>
              <a:gdLst/>
              <a:ahLst/>
              <a:cxnLst/>
              <a:rect l="l" t="t" r="r" b="b"/>
              <a:pathLst>
                <a:path w="5234940" h="5233670">
                  <a:moveTo>
                    <a:pt x="0" y="2616708"/>
                  </a:moveTo>
                  <a:lnTo>
                    <a:pt x="432" y="2568639"/>
                  </a:lnTo>
                  <a:lnTo>
                    <a:pt x="1726" y="2520780"/>
                  </a:lnTo>
                  <a:lnTo>
                    <a:pt x="3872" y="2473139"/>
                  </a:lnTo>
                  <a:lnTo>
                    <a:pt x="6865" y="2425723"/>
                  </a:lnTo>
                  <a:lnTo>
                    <a:pt x="10696" y="2378539"/>
                  </a:lnTo>
                  <a:lnTo>
                    <a:pt x="15358" y="2331594"/>
                  </a:lnTo>
                  <a:lnTo>
                    <a:pt x="20844" y="2284897"/>
                  </a:lnTo>
                  <a:lnTo>
                    <a:pt x="27145" y="2238454"/>
                  </a:lnTo>
                  <a:lnTo>
                    <a:pt x="34256" y="2192272"/>
                  </a:lnTo>
                  <a:lnTo>
                    <a:pt x="42169" y="2146360"/>
                  </a:lnTo>
                  <a:lnTo>
                    <a:pt x="50875" y="2100724"/>
                  </a:lnTo>
                  <a:lnTo>
                    <a:pt x="60368" y="2055373"/>
                  </a:lnTo>
                  <a:lnTo>
                    <a:pt x="70641" y="2010312"/>
                  </a:lnTo>
                  <a:lnTo>
                    <a:pt x="81685" y="1965551"/>
                  </a:lnTo>
                  <a:lnTo>
                    <a:pt x="93494" y="1921095"/>
                  </a:lnTo>
                  <a:lnTo>
                    <a:pt x="106061" y="1876953"/>
                  </a:lnTo>
                  <a:lnTo>
                    <a:pt x="119377" y="1833132"/>
                  </a:lnTo>
                  <a:lnTo>
                    <a:pt x="133435" y="1789639"/>
                  </a:lnTo>
                  <a:lnTo>
                    <a:pt x="148228" y="1746482"/>
                  </a:lnTo>
                  <a:lnTo>
                    <a:pt x="163749" y="1703667"/>
                  </a:lnTo>
                  <a:lnTo>
                    <a:pt x="179990" y="1661204"/>
                  </a:lnTo>
                  <a:lnTo>
                    <a:pt x="196944" y="1619098"/>
                  </a:lnTo>
                  <a:lnTo>
                    <a:pt x="214603" y="1577357"/>
                  </a:lnTo>
                  <a:lnTo>
                    <a:pt x="232961" y="1535989"/>
                  </a:lnTo>
                  <a:lnTo>
                    <a:pt x="252009" y="1495001"/>
                  </a:lnTo>
                  <a:lnTo>
                    <a:pt x="271740" y="1454401"/>
                  </a:lnTo>
                  <a:lnTo>
                    <a:pt x="292147" y="1414195"/>
                  </a:lnTo>
                  <a:lnTo>
                    <a:pt x="313222" y="1374391"/>
                  </a:lnTo>
                  <a:lnTo>
                    <a:pt x="334959" y="1334997"/>
                  </a:lnTo>
                  <a:lnTo>
                    <a:pt x="357349" y="1296020"/>
                  </a:lnTo>
                  <a:lnTo>
                    <a:pt x="380386" y="1257468"/>
                  </a:lnTo>
                  <a:lnTo>
                    <a:pt x="404061" y="1219347"/>
                  </a:lnTo>
                  <a:lnTo>
                    <a:pt x="428368" y="1181665"/>
                  </a:lnTo>
                  <a:lnTo>
                    <a:pt x="453299" y="1144430"/>
                  </a:lnTo>
                  <a:lnTo>
                    <a:pt x="478847" y="1107649"/>
                  </a:lnTo>
                  <a:lnTo>
                    <a:pt x="505004" y="1071329"/>
                  </a:lnTo>
                  <a:lnTo>
                    <a:pt x="531763" y="1035478"/>
                  </a:lnTo>
                  <a:lnTo>
                    <a:pt x="559117" y="1000103"/>
                  </a:lnTo>
                  <a:lnTo>
                    <a:pt x="587058" y="965211"/>
                  </a:lnTo>
                  <a:lnTo>
                    <a:pt x="615578" y="930810"/>
                  </a:lnTo>
                  <a:lnTo>
                    <a:pt x="644671" y="896908"/>
                  </a:lnTo>
                  <a:lnTo>
                    <a:pt x="674329" y="863511"/>
                  </a:lnTo>
                  <a:lnTo>
                    <a:pt x="704545" y="830627"/>
                  </a:lnTo>
                  <a:lnTo>
                    <a:pt x="735311" y="798264"/>
                  </a:lnTo>
                  <a:lnTo>
                    <a:pt x="766619" y="766429"/>
                  </a:lnTo>
                  <a:lnTo>
                    <a:pt x="798463" y="735128"/>
                  </a:lnTo>
                  <a:lnTo>
                    <a:pt x="830835" y="704371"/>
                  </a:lnTo>
                  <a:lnTo>
                    <a:pt x="863728" y="674163"/>
                  </a:lnTo>
                  <a:lnTo>
                    <a:pt x="897134" y="644513"/>
                  </a:lnTo>
                  <a:lnTo>
                    <a:pt x="931045" y="615428"/>
                  </a:lnTo>
                  <a:lnTo>
                    <a:pt x="965456" y="586915"/>
                  </a:lnTo>
                  <a:lnTo>
                    <a:pt x="1000357" y="558981"/>
                  </a:lnTo>
                  <a:lnTo>
                    <a:pt x="1035742" y="531635"/>
                  </a:lnTo>
                  <a:lnTo>
                    <a:pt x="1071603" y="504882"/>
                  </a:lnTo>
                  <a:lnTo>
                    <a:pt x="1107933" y="478732"/>
                  </a:lnTo>
                  <a:lnTo>
                    <a:pt x="1144725" y="453191"/>
                  </a:lnTo>
                  <a:lnTo>
                    <a:pt x="1181971" y="428266"/>
                  </a:lnTo>
                  <a:lnTo>
                    <a:pt x="1219663" y="403965"/>
                  </a:lnTo>
                  <a:lnTo>
                    <a:pt x="1257795" y="380295"/>
                  </a:lnTo>
                  <a:lnTo>
                    <a:pt x="1296359" y="357265"/>
                  </a:lnTo>
                  <a:lnTo>
                    <a:pt x="1335347" y="334880"/>
                  </a:lnTo>
                  <a:lnTo>
                    <a:pt x="1374753" y="313149"/>
                  </a:lnTo>
                  <a:lnTo>
                    <a:pt x="1414568" y="292078"/>
                  </a:lnTo>
                  <a:lnTo>
                    <a:pt x="1454786" y="271676"/>
                  </a:lnTo>
                  <a:lnTo>
                    <a:pt x="1495399" y="251950"/>
                  </a:lnTo>
                  <a:lnTo>
                    <a:pt x="1536399" y="232906"/>
                  </a:lnTo>
                  <a:lnTo>
                    <a:pt x="1577779" y="214554"/>
                  </a:lnTo>
                  <a:lnTo>
                    <a:pt x="1619533" y="196898"/>
                  </a:lnTo>
                  <a:lnTo>
                    <a:pt x="1661652" y="179949"/>
                  </a:lnTo>
                  <a:lnTo>
                    <a:pt x="1704128" y="163711"/>
                  </a:lnTo>
                  <a:lnTo>
                    <a:pt x="1746956" y="148194"/>
                  </a:lnTo>
                  <a:lnTo>
                    <a:pt x="1790126" y="133404"/>
                  </a:lnTo>
                  <a:lnTo>
                    <a:pt x="1833633" y="119349"/>
                  </a:lnTo>
                  <a:lnTo>
                    <a:pt x="1877468" y="106037"/>
                  </a:lnTo>
                  <a:lnTo>
                    <a:pt x="1921624" y="93473"/>
                  </a:lnTo>
                  <a:lnTo>
                    <a:pt x="1966094" y="81667"/>
                  </a:lnTo>
                  <a:lnTo>
                    <a:pt x="2010870" y="70625"/>
                  </a:lnTo>
                  <a:lnTo>
                    <a:pt x="2055945" y="60355"/>
                  </a:lnTo>
                  <a:lnTo>
                    <a:pt x="2101312" y="50864"/>
                  </a:lnTo>
                  <a:lnTo>
                    <a:pt x="2146962" y="42159"/>
                  </a:lnTo>
                  <a:lnTo>
                    <a:pt x="2192890" y="34249"/>
                  </a:lnTo>
                  <a:lnTo>
                    <a:pt x="2239086" y="27139"/>
                  </a:lnTo>
                  <a:lnTo>
                    <a:pt x="2285545" y="20839"/>
                  </a:lnTo>
                  <a:lnTo>
                    <a:pt x="2332258" y="15354"/>
                  </a:lnTo>
                  <a:lnTo>
                    <a:pt x="2379219" y="10693"/>
                  </a:lnTo>
                  <a:lnTo>
                    <a:pt x="2426419" y="6863"/>
                  </a:lnTo>
                  <a:lnTo>
                    <a:pt x="2473851" y="3871"/>
                  </a:lnTo>
                  <a:lnTo>
                    <a:pt x="2521509" y="1725"/>
                  </a:lnTo>
                  <a:lnTo>
                    <a:pt x="2569384" y="432"/>
                  </a:lnTo>
                  <a:lnTo>
                    <a:pt x="2617470" y="0"/>
                  </a:lnTo>
                  <a:lnTo>
                    <a:pt x="2665555" y="432"/>
                  </a:lnTo>
                  <a:lnTo>
                    <a:pt x="2713430" y="1725"/>
                  </a:lnTo>
                  <a:lnTo>
                    <a:pt x="2761088" y="3871"/>
                  </a:lnTo>
                  <a:lnTo>
                    <a:pt x="2808520" y="6863"/>
                  </a:lnTo>
                  <a:lnTo>
                    <a:pt x="2855720" y="10693"/>
                  </a:lnTo>
                  <a:lnTo>
                    <a:pt x="2902681" y="15354"/>
                  </a:lnTo>
                  <a:lnTo>
                    <a:pt x="2949394" y="20839"/>
                  </a:lnTo>
                  <a:lnTo>
                    <a:pt x="2995853" y="27139"/>
                  </a:lnTo>
                  <a:lnTo>
                    <a:pt x="3042049" y="34249"/>
                  </a:lnTo>
                  <a:lnTo>
                    <a:pt x="3087977" y="42159"/>
                  </a:lnTo>
                  <a:lnTo>
                    <a:pt x="3133627" y="50864"/>
                  </a:lnTo>
                  <a:lnTo>
                    <a:pt x="3178994" y="60355"/>
                  </a:lnTo>
                  <a:lnTo>
                    <a:pt x="3224069" y="70625"/>
                  </a:lnTo>
                  <a:lnTo>
                    <a:pt x="3268845" y="81667"/>
                  </a:lnTo>
                  <a:lnTo>
                    <a:pt x="3313315" y="93473"/>
                  </a:lnTo>
                  <a:lnTo>
                    <a:pt x="3357471" y="106037"/>
                  </a:lnTo>
                  <a:lnTo>
                    <a:pt x="3401306" y="119349"/>
                  </a:lnTo>
                  <a:lnTo>
                    <a:pt x="3444813" y="133404"/>
                  </a:lnTo>
                  <a:lnTo>
                    <a:pt x="3487983" y="148194"/>
                  </a:lnTo>
                  <a:lnTo>
                    <a:pt x="3530811" y="163711"/>
                  </a:lnTo>
                  <a:lnTo>
                    <a:pt x="3573287" y="179949"/>
                  </a:lnTo>
                  <a:lnTo>
                    <a:pt x="3615406" y="196898"/>
                  </a:lnTo>
                  <a:lnTo>
                    <a:pt x="3657160" y="214554"/>
                  </a:lnTo>
                  <a:lnTo>
                    <a:pt x="3698540" y="232906"/>
                  </a:lnTo>
                  <a:lnTo>
                    <a:pt x="3739540" y="251950"/>
                  </a:lnTo>
                  <a:lnTo>
                    <a:pt x="3780153" y="271676"/>
                  </a:lnTo>
                  <a:lnTo>
                    <a:pt x="3820371" y="292078"/>
                  </a:lnTo>
                  <a:lnTo>
                    <a:pt x="3860186" y="313149"/>
                  </a:lnTo>
                  <a:lnTo>
                    <a:pt x="3899592" y="334880"/>
                  </a:lnTo>
                  <a:lnTo>
                    <a:pt x="3938580" y="357265"/>
                  </a:lnTo>
                  <a:lnTo>
                    <a:pt x="3977144" y="380295"/>
                  </a:lnTo>
                  <a:lnTo>
                    <a:pt x="4015276" y="403965"/>
                  </a:lnTo>
                  <a:lnTo>
                    <a:pt x="4052968" y="428266"/>
                  </a:lnTo>
                  <a:lnTo>
                    <a:pt x="4090214" y="453191"/>
                  </a:lnTo>
                  <a:lnTo>
                    <a:pt x="4127006" y="478732"/>
                  </a:lnTo>
                  <a:lnTo>
                    <a:pt x="4163336" y="504882"/>
                  </a:lnTo>
                  <a:lnTo>
                    <a:pt x="4199197" y="531635"/>
                  </a:lnTo>
                  <a:lnTo>
                    <a:pt x="4234582" y="558981"/>
                  </a:lnTo>
                  <a:lnTo>
                    <a:pt x="4269483" y="586915"/>
                  </a:lnTo>
                  <a:lnTo>
                    <a:pt x="4303894" y="615428"/>
                  </a:lnTo>
                  <a:lnTo>
                    <a:pt x="4337805" y="644513"/>
                  </a:lnTo>
                  <a:lnTo>
                    <a:pt x="4371211" y="674163"/>
                  </a:lnTo>
                  <a:lnTo>
                    <a:pt x="4404104" y="704371"/>
                  </a:lnTo>
                  <a:lnTo>
                    <a:pt x="4436476" y="735128"/>
                  </a:lnTo>
                  <a:lnTo>
                    <a:pt x="4468320" y="766429"/>
                  </a:lnTo>
                  <a:lnTo>
                    <a:pt x="4499628" y="798264"/>
                  </a:lnTo>
                  <a:lnTo>
                    <a:pt x="4530394" y="830627"/>
                  </a:lnTo>
                  <a:lnTo>
                    <a:pt x="4560610" y="863511"/>
                  </a:lnTo>
                  <a:lnTo>
                    <a:pt x="4590268" y="896908"/>
                  </a:lnTo>
                  <a:lnTo>
                    <a:pt x="4619361" y="930810"/>
                  </a:lnTo>
                  <a:lnTo>
                    <a:pt x="4647881" y="965211"/>
                  </a:lnTo>
                  <a:lnTo>
                    <a:pt x="4675822" y="1000103"/>
                  </a:lnTo>
                  <a:lnTo>
                    <a:pt x="4703176" y="1035478"/>
                  </a:lnTo>
                  <a:lnTo>
                    <a:pt x="4729935" y="1071329"/>
                  </a:lnTo>
                  <a:lnTo>
                    <a:pt x="4756092" y="1107649"/>
                  </a:lnTo>
                  <a:lnTo>
                    <a:pt x="4781640" y="1144430"/>
                  </a:lnTo>
                  <a:lnTo>
                    <a:pt x="4806571" y="1181665"/>
                  </a:lnTo>
                  <a:lnTo>
                    <a:pt x="4830878" y="1219347"/>
                  </a:lnTo>
                  <a:lnTo>
                    <a:pt x="4854553" y="1257468"/>
                  </a:lnTo>
                  <a:lnTo>
                    <a:pt x="4877590" y="1296020"/>
                  </a:lnTo>
                  <a:lnTo>
                    <a:pt x="4899980" y="1334997"/>
                  </a:lnTo>
                  <a:lnTo>
                    <a:pt x="4921717" y="1374391"/>
                  </a:lnTo>
                  <a:lnTo>
                    <a:pt x="4942792" y="1414195"/>
                  </a:lnTo>
                  <a:lnTo>
                    <a:pt x="4963199" y="1454401"/>
                  </a:lnTo>
                  <a:lnTo>
                    <a:pt x="4982930" y="1495001"/>
                  </a:lnTo>
                  <a:lnTo>
                    <a:pt x="5001978" y="1535989"/>
                  </a:lnTo>
                  <a:lnTo>
                    <a:pt x="5020336" y="1577357"/>
                  </a:lnTo>
                  <a:lnTo>
                    <a:pt x="5037995" y="1619098"/>
                  </a:lnTo>
                  <a:lnTo>
                    <a:pt x="5054949" y="1661204"/>
                  </a:lnTo>
                  <a:lnTo>
                    <a:pt x="5071190" y="1703667"/>
                  </a:lnTo>
                  <a:lnTo>
                    <a:pt x="5086711" y="1746482"/>
                  </a:lnTo>
                  <a:lnTo>
                    <a:pt x="5101504" y="1789639"/>
                  </a:lnTo>
                  <a:lnTo>
                    <a:pt x="5115562" y="1833132"/>
                  </a:lnTo>
                  <a:lnTo>
                    <a:pt x="5128878" y="1876953"/>
                  </a:lnTo>
                  <a:lnTo>
                    <a:pt x="5141445" y="1921095"/>
                  </a:lnTo>
                  <a:lnTo>
                    <a:pt x="5153254" y="1965551"/>
                  </a:lnTo>
                  <a:lnTo>
                    <a:pt x="5164298" y="2010312"/>
                  </a:lnTo>
                  <a:lnTo>
                    <a:pt x="5174571" y="2055373"/>
                  </a:lnTo>
                  <a:lnTo>
                    <a:pt x="5184064" y="2100724"/>
                  </a:lnTo>
                  <a:lnTo>
                    <a:pt x="5192770" y="2146360"/>
                  </a:lnTo>
                  <a:lnTo>
                    <a:pt x="5200683" y="2192272"/>
                  </a:lnTo>
                  <a:lnTo>
                    <a:pt x="5207794" y="2238454"/>
                  </a:lnTo>
                  <a:lnTo>
                    <a:pt x="5214095" y="2284897"/>
                  </a:lnTo>
                  <a:lnTo>
                    <a:pt x="5219581" y="2331594"/>
                  </a:lnTo>
                  <a:lnTo>
                    <a:pt x="5224243" y="2378539"/>
                  </a:lnTo>
                  <a:lnTo>
                    <a:pt x="5228074" y="2425723"/>
                  </a:lnTo>
                  <a:lnTo>
                    <a:pt x="5231067" y="2473139"/>
                  </a:lnTo>
                  <a:lnTo>
                    <a:pt x="5233213" y="2520780"/>
                  </a:lnTo>
                  <a:lnTo>
                    <a:pt x="5234507" y="2568639"/>
                  </a:lnTo>
                  <a:lnTo>
                    <a:pt x="5234940" y="2616708"/>
                  </a:lnTo>
                  <a:lnTo>
                    <a:pt x="5234507" y="2664776"/>
                  </a:lnTo>
                  <a:lnTo>
                    <a:pt x="5233213" y="2712635"/>
                  </a:lnTo>
                  <a:lnTo>
                    <a:pt x="5231067" y="2760276"/>
                  </a:lnTo>
                  <a:lnTo>
                    <a:pt x="5228074" y="2807692"/>
                  </a:lnTo>
                  <a:lnTo>
                    <a:pt x="5224243" y="2854876"/>
                  </a:lnTo>
                  <a:lnTo>
                    <a:pt x="5219581" y="2901821"/>
                  </a:lnTo>
                  <a:lnTo>
                    <a:pt x="5214095" y="2948518"/>
                  </a:lnTo>
                  <a:lnTo>
                    <a:pt x="5207794" y="2994961"/>
                  </a:lnTo>
                  <a:lnTo>
                    <a:pt x="5200683" y="3041143"/>
                  </a:lnTo>
                  <a:lnTo>
                    <a:pt x="5192770" y="3087055"/>
                  </a:lnTo>
                  <a:lnTo>
                    <a:pt x="5184064" y="3132691"/>
                  </a:lnTo>
                  <a:lnTo>
                    <a:pt x="5174571" y="3178042"/>
                  </a:lnTo>
                  <a:lnTo>
                    <a:pt x="5164298" y="3223103"/>
                  </a:lnTo>
                  <a:lnTo>
                    <a:pt x="5153254" y="3267864"/>
                  </a:lnTo>
                  <a:lnTo>
                    <a:pt x="5141445" y="3312320"/>
                  </a:lnTo>
                  <a:lnTo>
                    <a:pt x="5128878" y="3356462"/>
                  </a:lnTo>
                  <a:lnTo>
                    <a:pt x="5115562" y="3400283"/>
                  </a:lnTo>
                  <a:lnTo>
                    <a:pt x="5101504" y="3443776"/>
                  </a:lnTo>
                  <a:lnTo>
                    <a:pt x="5086711" y="3486933"/>
                  </a:lnTo>
                  <a:lnTo>
                    <a:pt x="5071190" y="3529748"/>
                  </a:lnTo>
                  <a:lnTo>
                    <a:pt x="5054949" y="3572211"/>
                  </a:lnTo>
                  <a:lnTo>
                    <a:pt x="5037995" y="3614317"/>
                  </a:lnTo>
                  <a:lnTo>
                    <a:pt x="5020336" y="3656058"/>
                  </a:lnTo>
                  <a:lnTo>
                    <a:pt x="5001978" y="3697426"/>
                  </a:lnTo>
                  <a:lnTo>
                    <a:pt x="4982930" y="3738414"/>
                  </a:lnTo>
                  <a:lnTo>
                    <a:pt x="4963199" y="3779014"/>
                  </a:lnTo>
                  <a:lnTo>
                    <a:pt x="4942792" y="3819220"/>
                  </a:lnTo>
                  <a:lnTo>
                    <a:pt x="4921717" y="3859024"/>
                  </a:lnTo>
                  <a:lnTo>
                    <a:pt x="4899980" y="3898418"/>
                  </a:lnTo>
                  <a:lnTo>
                    <a:pt x="4877590" y="3937395"/>
                  </a:lnTo>
                  <a:lnTo>
                    <a:pt x="4854553" y="3975947"/>
                  </a:lnTo>
                  <a:lnTo>
                    <a:pt x="4830878" y="4014068"/>
                  </a:lnTo>
                  <a:lnTo>
                    <a:pt x="4806571" y="4051750"/>
                  </a:lnTo>
                  <a:lnTo>
                    <a:pt x="4781640" y="4088985"/>
                  </a:lnTo>
                  <a:lnTo>
                    <a:pt x="4756092" y="4125766"/>
                  </a:lnTo>
                  <a:lnTo>
                    <a:pt x="4729935" y="4162086"/>
                  </a:lnTo>
                  <a:lnTo>
                    <a:pt x="4703176" y="4197937"/>
                  </a:lnTo>
                  <a:lnTo>
                    <a:pt x="4675822" y="4233312"/>
                  </a:lnTo>
                  <a:lnTo>
                    <a:pt x="4647881" y="4268204"/>
                  </a:lnTo>
                  <a:lnTo>
                    <a:pt x="4619361" y="4302605"/>
                  </a:lnTo>
                  <a:lnTo>
                    <a:pt x="4590268" y="4336507"/>
                  </a:lnTo>
                  <a:lnTo>
                    <a:pt x="4560610" y="4369904"/>
                  </a:lnTo>
                  <a:lnTo>
                    <a:pt x="4530394" y="4402788"/>
                  </a:lnTo>
                  <a:lnTo>
                    <a:pt x="4499628" y="4435151"/>
                  </a:lnTo>
                  <a:lnTo>
                    <a:pt x="4468320" y="4466986"/>
                  </a:lnTo>
                  <a:lnTo>
                    <a:pt x="4436476" y="4498287"/>
                  </a:lnTo>
                  <a:lnTo>
                    <a:pt x="4404104" y="4529044"/>
                  </a:lnTo>
                  <a:lnTo>
                    <a:pt x="4371211" y="4559252"/>
                  </a:lnTo>
                  <a:lnTo>
                    <a:pt x="4337805" y="4588902"/>
                  </a:lnTo>
                  <a:lnTo>
                    <a:pt x="4303894" y="4617987"/>
                  </a:lnTo>
                  <a:lnTo>
                    <a:pt x="4269483" y="4646500"/>
                  </a:lnTo>
                  <a:lnTo>
                    <a:pt x="4234582" y="4674434"/>
                  </a:lnTo>
                  <a:lnTo>
                    <a:pt x="4199197" y="4701780"/>
                  </a:lnTo>
                  <a:lnTo>
                    <a:pt x="4163336" y="4728533"/>
                  </a:lnTo>
                  <a:lnTo>
                    <a:pt x="4127006" y="4754683"/>
                  </a:lnTo>
                  <a:lnTo>
                    <a:pt x="4090214" y="4780224"/>
                  </a:lnTo>
                  <a:lnTo>
                    <a:pt x="4052968" y="4805149"/>
                  </a:lnTo>
                  <a:lnTo>
                    <a:pt x="4015276" y="4829450"/>
                  </a:lnTo>
                  <a:lnTo>
                    <a:pt x="3977144" y="4853120"/>
                  </a:lnTo>
                  <a:lnTo>
                    <a:pt x="3938580" y="4876150"/>
                  </a:lnTo>
                  <a:lnTo>
                    <a:pt x="3899592" y="4898535"/>
                  </a:lnTo>
                  <a:lnTo>
                    <a:pt x="3860186" y="4920266"/>
                  </a:lnTo>
                  <a:lnTo>
                    <a:pt x="3820371" y="4941337"/>
                  </a:lnTo>
                  <a:lnTo>
                    <a:pt x="3780153" y="4961739"/>
                  </a:lnTo>
                  <a:lnTo>
                    <a:pt x="3739540" y="4981465"/>
                  </a:lnTo>
                  <a:lnTo>
                    <a:pt x="3698540" y="5000509"/>
                  </a:lnTo>
                  <a:lnTo>
                    <a:pt x="3657160" y="5018861"/>
                  </a:lnTo>
                  <a:lnTo>
                    <a:pt x="3615406" y="5036517"/>
                  </a:lnTo>
                  <a:lnTo>
                    <a:pt x="3573287" y="5053466"/>
                  </a:lnTo>
                  <a:lnTo>
                    <a:pt x="3530811" y="5069704"/>
                  </a:lnTo>
                  <a:lnTo>
                    <a:pt x="3487983" y="5085221"/>
                  </a:lnTo>
                  <a:lnTo>
                    <a:pt x="3444813" y="5100011"/>
                  </a:lnTo>
                  <a:lnTo>
                    <a:pt x="3401306" y="5114066"/>
                  </a:lnTo>
                  <a:lnTo>
                    <a:pt x="3357471" y="5127378"/>
                  </a:lnTo>
                  <a:lnTo>
                    <a:pt x="3313315" y="5139942"/>
                  </a:lnTo>
                  <a:lnTo>
                    <a:pt x="3268845" y="5151748"/>
                  </a:lnTo>
                  <a:lnTo>
                    <a:pt x="3224069" y="5162790"/>
                  </a:lnTo>
                  <a:lnTo>
                    <a:pt x="3178994" y="5173060"/>
                  </a:lnTo>
                  <a:lnTo>
                    <a:pt x="3133627" y="5182551"/>
                  </a:lnTo>
                  <a:lnTo>
                    <a:pt x="3087977" y="5191256"/>
                  </a:lnTo>
                  <a:lnTo>
                    <a:pt x="3042049" y="5199166"/>
                  </a:lnTo>
                  <a:lnTo>
                    <a:pt x="2995853" y="5206276"/>
                  </a:lnTo>
                  <a:lnTo>
                    <a:pt x="2949394" y="5212576"/>
                  </a:lnTo>
                  <a:lnTo>
                    <a:pt x="2902681" y="5218061"/>
                  </a:lnTo>
                  <a:lnTo>
                    <a:pt x="2855720" y="5222722"/>
                  </a:lnTo>
                  <a:lnTo>
                    <a:pt x="2808520" y="5226552"/>
                  </a:lnTo>
                  <a:lnTo>
                    <a:pt x="2761088" y="5229544"/>
                  </a:lnTo>
                  <a:lnTo>
                    <a:pt x="2713430" y="5231690"/>
                  </a:lnTo>
                  <a:lnTo>
                    <a:pt x="2665555" y="5232983"/>
                  </a:lnTo>
                  <a:lnTo>
                    <a:pt x="2617470" y="5233416"/>
                  </a:lnTo>
                  <a:lnTo>
                    <a:pt x="2569384" y="5232983"/>
                  </a:lnTo>
                  <a:lnTo>
                    <a:pt x="2521509" y="5231690"/>
                  </a:lnTo>
                  <a:lnTo>
                    <a:pt x="2473851" y="5229544"/>
                  </a:lnTo>
                  <a:lnTo>
                    <a:pt x="2426419" y="5226552"/>
                  </a:lnTo>
                  <a:lnTo>
                    <a:pt x="2379219" y="5222722"/>
                  </a:lnTo>
                  <a:lnTo>
                    <a:pt x="2332258" y="5218061"/>
                  </a:lnTo>
                  <a:lnTo>
                    <a:pt x="2285545" y="5212576"/>
                  </a:lnTo>
                  <a:lnTo>
                    <a:pt x="2239086" y="5206276"/>
                  </a:lnTo>
                  <a:lnTo>
                    <a:pt x="2192890" y="5199166"/>
                  </a:lnTo>
                  <a:lnTo>
                    <a:pt x="2146962" y="5191256"/>
                  </a:lnTo>
                  <a:lnTo>
                    <a:pt x="2101312" y="5182551"/>
                  </a:lnTo>
                  <a:lnTo>
                    <a:pt x="2055945" y="5173060"/>
                  </a:lnTo>
                  <a:lnTo>
                    <a:pt x="2010870" y="5162790"/>
                  </a:lnTo>
                  <a:lnTo>
                    <a:pt x="1966094" y="5151748"/>
                  </a:lnTo>
                  <a:lnTo>
                    <a:pt x="1921624" y="5139942"/>
                  </a:lnTo>
                  <a:lnTo>
                    <a:pt x="1877468" y="5127378"/>
                  </a:lnTo>
                  <a:lnTo>
                    <a:pt x="1833633" y="5114066"/>
                  </a:lnTo>
                  <a:lnTo>
                    <a:pt x="1790126" y="5100011"/>
                  </a:lnTo>
                  <a:lnTo>
                    <a:pt x="1746956" y="5085221"/>
                  </a:lnTo>
                  <a:lnTo>
                    <a:pt x="1704128" y="5069704"/>
                  </a:lnTo>
                  <a:lnTo>
                    <a:pt x="1661652" y="5053466"/>
                  </a:lnTo>
                  <a:lnTo>
                    <a:pt x="1619533" y="5036517"/>
                  </a:lnTo>
                  <a:lnTo>
                    <a:pt x="1577779" y="5018861"/>
                  </a:lnTo>
                  <a:lnTo>
                    <a:pt x="1536399" y="5000509"/>
                  </a:lnTo>
                  <a:lnTo>
                    <a:pt x="1495399" y="4981465"/>
                  </a:lnTo>
                  <a:lnTo>
                    <a:pt x="1454786" y="4961739"/>
                  </a:lnTo>
                  <a:lnTo>
                    <a:pt x="1414568" y="4941337"/>
                  </a:lnTo>
                  <a:lnTo>
                    <a:pt x="1374753" y="4920266"/>
                  </a:lnTo>
                  <a:lnTo>
                    <a:pt x="1335347" y="4898535"/>
                  </a:lnTo>
                  <a:lnTo>
                    <a:pt x="1296359" y="4876150"/>
                  </a:lnTo>
                  <a:lnTo>
                    <a:pt x="1257795" y="4853120"/>
                  </a:lnTo>
                  <a:lnTo>
                    <a:pt x="1219663" y="4829450"/>
                  </a:lnTo>
                  <a:lnTo>
                    <a:pt x="1181971" y="4805149"/>
                  </a:lnTo>
                  <a:lnTo>
                    <a:pt x="1144725" y="4780224"/>
                  </a:lnTo>
                  <a:lnTo>
                    <a:pt x="1107933" y="4754683"/>
                  </a:lnTo>
                  <a:lnTo>
                    <a:pt x="1071603" y="4728533"/>
                  </a:lnTo>
                  <a:lnTo>
                    <a:pt x="1035742" y="4701780"/>
                  </a:lnTo>
                  <a:lnTo>
                    <a:pt x="1000357" y="4674434"/>
                  </a:lnTo>
                  <a:lnTo>
                    <a:pt x="965456" y="4646500"/>
                  </a:lnTo>
                  <a:lnTo>
                    <a:pt x="931045" y="4617987"/>
                  </a:lnTo>
                  <a:lnTo>
                    <a:pt x="897134" y="4588902"/>
                  </a:lnTo>
                  <a:lnTo>
                    <a:pt x="863728" y="4559252"/>
                  </a:lnTo>
                  <a:lnTo>
                    <a:pt x="830835" y="4529044"/>
                  </a:lnTo>
                  <a:lnTo>
                    <a:pt x="798463" y="4498287"/>
                  </a:lnTo>
                  <a:lnTo>
                    <a:pt x="766619" y="4466986"/>
                  </a:lnTo>
                  <a:lnTo>
                    <a:pt x="735311" y="4435151"/>
                  </a:lnTo>
                  <a:lnTo>
                    <a:pt x="704545" y="4402788"/>
                  </a:lnTo>
                  <a:lnTo>
                    <a:pt x="674329" y="4369904"/>
                  </a:lnTo>
                  <a:lnTo>
                    <a:pt x="644671" y="4336507"/>
                  </a:lnTo>
                  <a:lnTo>
                    <a:pt x="615578" y="4302605"/>
                  </a:lnTo>
                  <a:lnTo>
                    <a:pt x="587058" y="4268204"/>
                  </a:lnTo>
                  <a:lnTo>
                    <a:pt x="559117" y="4233312"/>
                  </a:lnTo>
                  <a:lnTo>
                    <a:pt x="531763" y="4197937"/>
                  </a:lnTo>
                  <a:lnTo>
                    <a:pt x="505004" y="4162086"/>
                  </a:lnTo>
                  <a:lnTo>
                    <a:pt x="478847" y="4125766"/>
                  </a:lnTo>
                  <a:lnTo>
                    <a:pt x="453299" y="4088985"/>
                  </a:lnTo>
                  <a:lnTo>
                    <a:pt x="428368" y="4051750"/>
                  </a:lnTo>
                  <a:lnTo>
                    <a:pt x="404061" y="4014068"/>
                  </a:lnTo>
                  <a:lnTo>
                    <a:pt x="380386" y="3975947"/>
                  </a:lnTo>
                  <a:lnTo>
                    <a:pt x="357349" y="3937395"/>
                  </a:lnTo>
                  <a:lnTo>
                    <a:pt x="334959" y="3898418"/>
                  </a:lnTo>
                  <a:lnTo>
                    <a:pt x="313222" y="3859024"/>
                  </a:lnTo>
                  <a:lnTo>
                    <a:pt x="292147" y="3819220"/>
                  </a:lnTo>
                  <a:lnTo>
                    <a:pt x="271740" y="3779014"/>
                  </a:lnTo>
                  <a:lnTo>
                    <a:pt x="252009" y="3738414"/>
                  </a:lnTo>
                  <a:lnTo>
                    <a:pt x="232961" y="3697426"/>
                  </a:lnTo>
                  <a:lnTo>
                    <a:pt x="214603" y="3656058"/>
                  </a:lnTo>
                  <a:lnTo>
                    <a:pt x="196944" y="3614317"/>
                  </a:lnTo>
                  <a:lnTo>
                    <a:pt x="179990" y="3572211"/>
                  </a:lnTo>
                  <a:lnTo>
                    <a:pt x="163749" y="3529748"/>
                  </a:lnTo>
                  <a:lnTo>
                    <a:pt x="148228" y="3486933"/>
                  </a:lnTo>
                  <a:lnTo>
                    <a:pt x="133435" y="3443776"/>
                  </a:lnTo>
                  <a:lnTo>
                    <a:pt x="119377" y="3400283"/>
                  </a:lnTo>
                  <a:lnTo>
                    <a:pt x="106061" y="3356462"/>
                  </a:lnTo>
                  <a:lnTo>
                    <a:pt x="93494" y="3312320"/>
                  </a:lnTo>
                  <a:lnTo>
                    <a:pt x="81685" y="3267864"/>
                  </a:lnTo>
                  <a:lnTo>
                    <a:pt x="70641" y="3223103"/>
                  </a:lnTo>
                  <a:lnTo>
                    <a:pt x="60368" y="3178042"/>
                  </a:lnTo>
                  <a:lnTo>
                    <a:pt x="50875" y="3132691"/>
                  </a:lnTo>
                  <a:lnTo>
                    <a:pt x="42169" y="3087055"/>
                  </a:lnTo>
                  <a:lnTo>
                    <a:pt x="34256" y="3041143"/>
                  </a:lnTo>
                  <a:lnTo>
                    <a:pt x="27145" y="2994961"/>
                  </a:lnTo>
                  <a:lnTo>
                    <a:pt x="20844" y="2948518"/>
                  </a:lnTo>
                  <a:lnTo>
                    <a:pt x="15358" y="2901821"/>
                  </a:lnTo>
                  <a:lnTo>
                    <a:pt x="10696" y="2854876"/>
                  </a:lnTo>
                  <a:lnTo>
                    <a:pt x="6865" y="2807692"/>
                  </a:lnTo>
                  <a:lnTo>
                    <a:pt x="3872" y="2760276"/>
                  </a:lnTo>
                  <a:lnTo>
                    <a:pt x="1726" y="2712635"/>
                  </a:lnTo>
                  <a:lnTo>
                    <a:pt x="432" y="2664776"/>
                  </a:lnTo>
                  <a:lnTo>
                    <a:pt x="0" y="2616708"/>
                  </a:lnTo>
                  <a:close/>
                </a:path>
              </a:pathLst>
            </a:custGeom>
            <a:ln w="228600">
              <a:solidFill>
                <a:srgbClr val="0078D6"/>
              </a:solidFill>
            </a:ln>
          </p:spPr>
          <p:txBody>
            <a:bodyPr wrap="square" lIns="0" tIns="0" rIns="0" bIns="0" rtlCol="0"/>
            <a:lstStyle/>
            <a:p>
              <a:endParaRPr/>
            </a:p>
          </p:txBody>
        </p:sp>
      </p:grpSp>
      <p:sp>
        <p:nvSpPr>
          <p:cNvPr id="86" name="object 86"/>
          <p:cNvSpPr txBox="1">
            <a:spLocks noGrp="1"/>
          </p:cNvSpPr>
          <p:nvPr>
            <p:ph type="title"/>
          </p:nvPr>
        </p:nvSpPr>
        <p:spPr>
          <a:xfrm>
            <a:off x="8766175" y="437515"/>
            <a:ext cx="812165" cy="391160"/>
          </a:xfrm>
          <a:prstGeom prst="rect">
            <a:avLst/>
          </a:prstGeom>
        </p:spPr>
        <p:txBody>
          <a:bodyPr vert="horz" wrap="square" lIns="0" tIns="12700" rIns="0" bIns="0" rtlCol="0">
            <a:spAutoFit/>
          </a:bodyPr>
          <a:lstStyle/>
          <a:p>
            <a:pPr marL="12700">
              <a:lnSpc>
                <a:spcPct val="100000"/>
              </a:lnSpc>
              <a:spcBef>
                <a:spcPts val="100"/>
              </a:spcBef>
            </a:pPr>
            <a:r>
              <a:rPr sz="2400" b="1" spc="-135" dirty="0">
                <a:solidFill>
                  <a:srgbClr val="353535"/>
                </a:solidFill>
                <a:latin typeface="Arial"/>
                <a:cs typeface="Arial"/>
              </a:rPr>
              <a:t>T</a:t>
            </a:r>
            <a:r>
              <a:rPr sz="2400" b="1" spc="30" dirty="0">
                <a:solidFill>
                  <a:srgbClr val="353535"/>
                </a:solidFill>
                <a:latin typeface="Arial"/>
                <a:cs typeface="Arial"/>
              </a:rPr>
              <a:t>H</a:t>
            </a:r>
            <a:r>
              <a:rPr sz="2400" b="1" spc="-405" dirty="0">
                <a:solidFill>
                  <a:srgbClr val="353535"/>
                </a:solidFill>
                <a:latin typeface="Arial"/>
                <a:cs typeface="Arial"/>
              </a:rPr>
              <a:t>E</a:t>
            </a:r>
            <a:r>
              <a:rPr sz="2400" b="1" spc="160" dirty="0">
                <a:solidFill>
                  <a:srgbClr val="353535"/>
                </a:solidFill>
                <a:latin typeface="Arial"/>
                <a:cs typeface="Arial"/>
              </a:rPr>
              <a:t>N</a:t>
            </a:r>
            <a:endParaRPr sz="2400">
              <a:latin typeface="Arial"/>
              <a:cs typeface="Arial"/>
            </a:endParaRPr>
          </a:p>
        </p:txBody>
      </p:sp>
      <p:sp>
        <p:nvSpPr>
          <p:cNvPr id="87" name="object 87"/>
          <p:cNvSpPr/>
          <p:nvPr/>
        </p:nvSpPr>
        <p:spPr>
          <a:xfrm>
            <a:off x="9238488" y="1987295"/>
            <a:ext cx="914400" cy="914400"/>
          </a:xfrm>
          <a:custGeom>
            <a:avLst/>
            <a:gdLst/>
            <a:ahLst/>
            <a:cxnLst/>
            <a:rect l="l" t="t" r="r" b="b"/>
            <a:pathLst>
              <a:path w="914400" h="914400">
                <a:moveTo>
                  <a:pt x="914400" y="457200"/>
                </a:moveTo>
                <a:lnTo>
                  <a:pt x="912037" y="410464"/>
                </a:lnTo>
                <a:lnTo>
                  <a:pt x="905090" y="365036"/>
                </a:lnTo>
                <a:lnTo>
                  <a:pt x="893838" y="321259"/>
                </a:lnTo>
                <a:lnTo>
                  <a:pt x="878459" y="279260"/>
                </a:lnTo>
                <a:lnTo>
                  <a:pt x="859205" y="239293"/>
                </a:lnTo>
                <a:lnTo>
                  <a:pt x="836307" y="201599"/>
                </a:lnTo>
                <a:lnTo>
                  <a:pt x="809980" y="166395"/>
                </a:lnTo>
                <a:lnTo>
                  <a:pt x="780478" y="133934"/>
                </a:lnTo>
                <a:lnTo>
                  <a:pt x="748004" y="104419"/>
                </a:lnTo>
                <a:lnTo>
                  <a:pt x="712800" y="78092"/>
                </a:lnTo>
                <a:lnTo>
                  <a:pt x="675208" y="55245"/>
                </a:lnTo>
                <a:lnTo>
                  <a:pt x="635139" y="35941"/>
                </a:lnTo>
                <a:lnTo>
                  <a:pt x="593140" y="20561"/>
                </a:lnTo>
                <a:lnTo>
                  <a:pt x="549325" y="9296"/>
                </a:lnTo>
                <a:lnTo>
                  <a:pt x="503936" y="2362"/>
                </a:lnTo>
                <a:lnTo>
                  <a:pt x="457200" y="0"/>
                </a:lnTo>
                <a:lnTo>
                  <a:pt x="410451" y="2362"/>
                </a:lnTo>
                <a:lnTo>
                  <a:pt x="365061" y="9296"/>
                </a:lnTo>
                <a:lnTo>
                  <a:pt x="321246" y="20561"/>
                </a:lnTo>
                <a:lnTo>
                  <a:pt x="279247" y="35941"/>
                </a:lnTo>
                <a:lnTo>
                  <a:pt x="239179" y="55245"/>
                </a:lnTo>
                <a:lnTo>
                  <a:pt x="201587" y="78092"/>
                </a:lnTo>
                <a:lnTo>
                  <a:pt x="166382" y="104419"/>
                </a:lnTo>
                <a:lnTo>
                  <a:pt x="133921" y="133934"/>
                </a:lnTo>
                <a:lnTo>
                  <a:pt x="104406" y="166395"/>
                </a:lnTo>
                <a:lnTo>
                  <a:pt x="78079" y="201599"/>
                </a:lnTo>
                <a:lnTo>
                  <a:pt x="55181" y="239293"/>
                </a:lnTo>
                <a:lnTo>
                  <a:pt x="35928" y="279260"/>
                </a:lnTo>
                <a:lnTo>
                  <a:pt x="20548" y="321259"/>
                </a:lnTo>
                <a:lnTo>
                  <a:pt x="9283" y="365074"/>
                </a:lnTo>
                <a:lnTo>
                  <a:pt x="2349" y="410464"/>
                </a:lnTo>
                <a:lnTo>
                  <a:pt x="0" y="457200"/>
                </a:lnTo>
                <a:lnTo>
                  <a:pt x="2349" y="503948"/>
                </a:lnTo>
                <a:lnTo>
                  <a:pt x="9296" y="549376"/>
                </a:lnTo>
                <a:lnTo>
                  <a:pt x="20548" y="593153"/>
                </a:lnTo>
                <a:lnTo>
                  <a:pt x="35928" y="635152"/>
                </a:lnTo>
                <a:lnTo>
                  <a:pt x="55181" y="675119"/>
                </a:lnTo>
                <a:lnTo>
                  <a:pt x="78079" y="712812"/>
                </a:lnTo>
                <a:lnTo>
                  <a:pt x="104406" y="748017"/>
                </a:lnTo>
                <a:lnTo>
                  <a:pt x="133921" y="780491"/>
                </a:lnTo>
                <a:lnTo>
                  <a:pt x="166382" y="809993"/>
                </a:lnTo>
                <a:lnTo>
                  <a:pt x="201587" y="836320"/>
                </a:lnTo>
                <a:lnTo>
                  <a:pt x="239280" y="859218"/>
                </a:lnTo>
                <a:lnTo>
                  <a:pt x="279247" y="878471"/>
                </a:lnTo>
                <a:lnTo>
                  <a:pt x="321246" y="893851"/>
                </a:lnTo>
                <a:lnTo>
                  <a:pt x="365061" y="905116"/>
                </a:lnTo>
                <a:lnTo>
                  <a:pt x="410451" y="912050"/>
                </a:lnTo>
                <a:lnTo>
                  <a:pt x="457200" y="914400"/>
                </a:lnTo>
                <a:lnTo>
                  <a:pt x="503936" y="912050"/>
                </a:lnTo>
                <a:lnTo>
                  <a:pt x="549325" y="905116"/>
                </a:lnTo>
                <a:lnTo>
                  <a:pt x="593140" y="893851"/>
                </a:lnTo>
                <a:lnTo>
                  <a:pt x="635139" y="878471"/>
                </a:lnTo>
                <a:lnTo>
                  <a:pt x="675208" y="859155"/>
                </a:lnTo>
                <a:lnTo>
                  <a:pt x="712800" y="836320"/>
                </a:lnTo>
                <a:lnTo>
                  <a:pt x="748004" y="809993"/>
                </a:lnTo>
                <a:lnTo>
                  <a:pt x="780478" y="780491"/>
                </a:lnTo>
                <a:lnTo>
                  <a:pt x="809980" y="748017"/>
                </a:lnTo>
                <a:lnTo>
                  <a:pt x="836307" y="712812"/>
                </a:lnTo>
                <a:lnTo>
                  <a:pt x="859205" y="675119"/>
                </a:lnTo>
                <a:lnTo>
                  <a:pt x="878459" y="635152"/>
                </a:lnTo>
                <a:lnTo>
                  <a:pt x="893838" y="593153"/>
                </a:lnTo>
                <a:lnTo>
                  <a:pt x="905103" y="549338"/>
                </a:lnTo>
                <a:lnTo>
                  <a:pt x="912037" y="503948"/>
                </a:lnTo>
                <a:lnTo>
                  <a:pt x="914400" y="457200"/>
                </a:lnTo>
                <a:close/>
              </a:path>
            </a:pathLst>
          </a:custGeom>
          <a:solidFill>
            <a:srgbClr val="0078D6"/>
          </a:solidFill>
        </p:spPr>
        <p:txBody>
          <a:bodyPr wrap="square" lIns="0" tIns="0" rIns="0" bIns="0" rtlCol="0"/>
          <a:lstStyle/>
          <a:p>
            <a:endParaRPr/>
          </a:p>
        </p:txBody>
      </p:sp>
      <p:sp>
        <p:nvSpPr>
          <p:cNvPr id="88" name="object 88"/>
          <p:cNvSpPr txBox="1"/>
          <p:nvPr/>
        </p:nvSpPr>
        <p:spPr>
          <a:xfrm>
            <a:off x="10181081" y="2309241"/>
            <a:ext cx="977265" cy="239395"/>
          </a:xfrm>
          <a:prstGeom prst="rect">
            <a:avLst/>
          </a:prstGeom>
        </p:spPr>
        <p:txBody>
          <a:bodyPr vert="horz" wrap="square" lIns="0" tIns="13335" rIns="0" bIns="0" rtlCol="0">
            <a:spAutoFit/>
          </a:bodyPr>
          <a:lstStyle/>
          <a:p>
            <a:pPr marL="12700">
              <a:lnSpc>
                <a:spcPct val="100000"/>
              </a:lnSpc>
              <a:spcBef>
                <a:spcPts val="105"/>
              </a:spcBef>
            </a:pPr>
            <a:r>
              <a:rPr sz="1400" spc="-210" dirty="0">
                <a:solidFill>
                  <a:srgbClr val="353535"/>
                </a:solidFill>
                <a:latin typeface="Arial Black"/>
                <a:cs typeface="Arial Black"/>
              </a:rPr>
              <a:t>Require</a:t>
            </a:r>
            <a:r>
              <a:rPr sz="1400" spc="-254" dirty="0">
                <a:solidFill>
                  <a:srgbClr val="353535"/>
                </a:solidFill>
                <a:latin typeface="Arial Black"/>
                <a:cs typeface="Arial Black"/>
              </a:rPr>
              <a:t> </a:t>
            </a:r>
            <a:r>
              <a:rPr sz="1400" spc="-200" dirty="0">
                <a:solidFill>
                  <a:srgbClr val="353535"/>
                </a:solidFill>
                <a:latin typeface="Arial Black"/>
                <a:cs typeface="Arial Black"/>
              </a:rPr>
              <a:t>MFA</a:t>
            </a:r>
            <a:endParaRPr sz="1400">
              <a:latin typeface="Arial Black"/>
              <a:cs typeface="Arial Black"/>
            </a:endParaRPr>
          </a:p>
        </p:txBody>
      </p:sp>
      <p:grpSp>
        <p:nvGrpSpPr>
          <p:cNvPr id="89" name="object 89"/>
          <p:cNvGrpSpPr/>
          <p:nvPr/>
        </p:nvGrpSpPr>
        <p:grpSpPr>
          <a:xfrm>
            <a:off x="8738616" y="1114044"/>
            <a:ext cx="1259205" cy="1607820"/>
            <a:chOff x="8738616" y="1114044"/>
            <a:chExt cx="1259205" cy="1607820"/>
          </a:xfrm>
        </p:grpSpPr>
        <p:sp>
          <p:nvSpPr>
            <p:cNvPr id="90" name="object 90"/>
            <p:cNvSpPr/>
            <p:nvPr/>
          </p:nvSpPr>
          <p:spPr>
            <a:xfrm>
              <a:off x="9438132" y="2161032"/>
              <a:ext cx="559307" cy="560832"/>
            </a:xfrm>
            <a:prstGeom prst="rect">
              <a:avLst/>
            </a:prstGeom>
            <a:blipFill>
              <a:blip r:embed="rId13" cstate="print"/>
              <a:stretch>
                <a:fillRect/>
              </a:stretch>
            </a:blipFill>
          </p:spPr>
          <p:txBody>
            <a:bodyPr wrap="square" lIns="0" tIns="0" rIns="0" bIns="0" rtlCol="0"/>
            <a:lstStyle/>
            <a:p>
              <a:endParaRPr/>
            </a:p>
          </p:txBody>
        </p:sp>
        <p:sp>
          <p:nvSpPr>
            <p:cNvPr id="91" name="object 91"/>
            <p:cNvSpPr/>
            <p:nvPr/>
          </p:nvSpPr>
          <p:spPr>
            <a:xfrm>
              <a:off x="8738616" y="1114043"/>
              <a:ext cx="914400" cy="914400"/>
            </a:xfrm>
            <a:custGeom>
              <a:avLst/>
              <a:gdLst/>
              <a:ahLst/>
              <a:cxnLst/>
              <a:rect l="l" t="t" r="r" b="b"/>
              <a:pathLst>
                <a:path w="914400" h="914400">
                  <a:moveTo>
                    <a:pt x="914400" y="457200"/>
                  </a:moveTo>
                  <a:lnTo>
                    <a:pt x="912037" y="410464"/>
                  </a:lnTo>
                  <a:lnTo>
                    <a:pt x="905090" y="365036"/>
                  </a:lnTo>
                  <a:lnTo>
                    <a:pt x="893838" y="321259"/>
                  </a:lnTo>
                  <a:lnTo>
                    <a:pt x="878459" y="279260"/>
                  </a:lnTo>
                  <a:lnTo>
                    <a:pt x="859205" y="239293"/>
                  </a:lnTo>
                  <a:lnTo>
                    <a:pt x="836307" y="201599"/>
                  </a:lnTo>
                  <a:lnTo>
                    <a:pt x="809980" y="166395"/>
                  </a:lnTo>
                  <a:lnTo>
                    <a:pt x="780478" y="133921"/>
                  </a:lnTo>
                  <a:lnTo>
                    <a:pt x="748004" y="104419"/>
                  </a:lnTo>
                  <a:lnTo>
                    <a:pt x="712800" y="78092"/>
                  </a:lnTo>
                  <a:lnTo>
                    <a:pt x="675208" y="55245"/>
                  </a:lnTo>
                  <a:lnTo>
                    <a:pt x="635139" y="35941"/>
                  </a:lnTo>
                  <a:lnTo>
                    <a:pt x="593140" y="20561"/>
                  </a:lnTo>
                  <a:lnTo>
                    <a:pt x="549325" y="9296"/>
                  </a:lnTo>
                  <a:lnTo>
                    <a:pt x="503936" y="2362"/>
                  </a:lnTo>
                  <a:lnTo>
                    <a:pt x="457200" y="0"/>
                  </a:lnTo>
                  <a:lnTo>
                    <a:pt x="410451" y="2362"/>
                  </a:lnTo>
                  <a:lnTo>
                    <a:pt x="365061" y="9296"/>
                  </a:lnTo>
                  <a:lnTo>
                    <a:pt x="321246" y="20561"/>
                  </a:lnTo>
                  <a:lnTo>
                    <a:pt x="279247" y="35941"/>
                  </a:lnTo>
                  <a:lnTo>
                    <a:pt x="239179" y="55245"/>
                  </a:lnTo>
                  <a:lnTo>
                    <a:pt x="201587" y="78092"/>
                  </a:lnTo>
                  <a:lnTo>
                    <a:pt x="166382" y="104419"/>
                  </a:lnTo>
                  <a:lnTo>
                    <a:pt x="133921" y="133921"/>
                  </a:lnTo>
                  <a:lnTo>
                    <a:pt x="104406" y="166395"/>
                  </a:lnTo>
                  <a:lnTo>
                    <a:pt x="78079" y="201599"/>
                  </a:lnTo>
                  <a:lnTo>
                    <a:pt x="55181" y="239293"/>
                  </a:lnTo>
                  <a:lnTo>
                    <a:pt x="35928" y="279260"/>
                  </a:lnTo>
                  <a:lnTo>
                    <a:pt x="20548" y="321259"/>
                  </a:lnTo>
                  <a:lnTo>
                    <a:pt x="9283" y="365074"/>
                  </a:lnTo>
                  <a:lnTo>
                    <a:pt x="2349" y="410464"/>
                  </a:lnTo>
                  <a:lnTo>
                    <a:pt x="0" y="457200"/>
                  </a:lnTo>
                  <a:lnTo>
                    <a:pt x="2349" y="503948"/>
                  </a:lnTo>
                  <a:lnTo>
                    <a:pt x="9296" y="549376"/>
                  </a:lnTo>
                  <a:lnTo>
                    <a:pt x="20548" y="593153"/>
                  </a:lnTo>
                  <a:lnTo>
                    <a:pt x="35928" y="635152"/>
                  </a:lnTo>
                  <a:lnTo>
                    <a:pt x="55181" y="675119"/>
                  </a:lnTo>
                  <a:lnTo>
                    <a:pt x="78079" y="712812"/>
                  </a:lnTo>
                  <a:lnTo>
                    <a:pt x="104406" y="748017"/>
                  </a:lnTo>
                  <a:lnTo>
                    <a:pt x="133921" y="780491"/>
                  </a:lnTo>
                  <a:lnTo>
                    <a:pt x="166382" y="809993"/>
                  </a:lnTo>
                  <a:lnTo>
                    <a:pt x="201587" y="836320"/>
                  </a:lnTo>
                  <a:lnTo>
                    <a:pt x="239280" y="859218"/>
                  </a:lnTo>
                  <a:lnTo>
                    <a:pt x="279247" y="878471"/>
                  </a:lnTo>
                  <a:lnTo>
                    <a:pt x="321246" y="893851"/>
                  </a:lnTo>
                  <a:lnTo>
                    <a:pt x="365061" y="905116"/>
                  </a:lnTo>
                  <a:lnTo>
                    <a:pt x="410451" y="912050"/>
                  </a:lnTo>
                  <a:lnTo>
                    <a:pt x="457200" y="914400"/>
                  </a:lnTo>
                  <a:lnTo>
                    <a:pt x="503936" y="912050"/>
                  </a:lnTo>
                  <a:lnTo>
                    <a:pt x="549325" y="905116"/>
                  </a:lnTo>
                  <a:lnTo>
                    <a:pt x="593140" y="893851"/>
                  </a:lnTo>
                  <a:lnTo>
                    <a:pt x="635139" y="878471"/>
                  </a:lnTo>
                  <a:lnTo>
                    <a:pt x="675208" y="859155"/>
                  </a:lnTo>
                  <a:lnTo>
                    <a:pt x="712800" y="836320"/>
                  </a:lnTo>
                  <a:lnTo>
                    <a:pt x="748004" y="809993"/>
                  </a:lnTo>
                  <a:lnTo>
                    <a:pt x="780478" y="780491"/>
                  </a:lnTo>
                  <a:lnTo>
                    <a:pt x="809980" y="748017"/>
                  </a:lnTo>
                  <a:lnTo>
                    <a:pt x="836307" y="712812"/>
                  </a:lnTo>
                  <a:lnTo>
                    <a:pt x="859205" y="675119"/>
                  </a:lnTo>
                  <a:lnTo>
                    <a:pt x="878459" y="635152"/>
                  </a:lnTo>
                  <a:lnTo>
                    <a:pt x="893838" y="593153"/>
                  </a:lnTo>
                  <a:lnTo>
                    <a:pt x="905103" y="549338"/>
                  </a:lnTo>
                  <a:lnTo>
                    <a:pt x="912037" y="503948"/>
                  </a:lnTo>
                  <a:lnTo>
                    <a:pt x="914400" y="457200"/>
                  </a:lnTo>
                  <a:close/>
                </a:path>
              </a:pathLst>
            </a:custGeom>
            <a:solidFill>
              <a:srgbClr val="0078D6"/>
            </a:solidFill>
          </p:spPr>
          <p:txBody>
            <a:bodyPr wrap="square" lIns="0" tIns="0" rIns="0" bIns="0" rtlCol="0"/>
            <a:lstStyle/>
            <a:p>
              <a:endParaRPr/>
            </a:p>
          </p:txBody>
        </p:sp>
      </p:grpSp>
      <p:sp>
        <p:nvSpPr>
          <p:cNvPr id="92" name="object 92"/>
          <p:cNvSpPr txBox="1"/>
          <p:nvPr/>
        </p:nvSpPr>
        <p:spPr>
          <a:xfrm>
            <a:off x="9679051" y="1436370"/>
            <a:ext cx="941069" cy="239395"/>
          </a:xfrm>
          <a:prstGeom prst="rect">
            <a:avLst/>
          </a:prstGeom>
        </p:spPr>
        <p:txBody>
          <a:bodyPr vert="horz" wrap="square" lIns="0" tIns="13335" rIns="0" bIns="0" rtlCol="0">
            <a:spAutoFit/>
          </a:bodyPr>
          <a:lstStyle/>
          <a:p>
            <a:pPr marL="12700">
              <a:lnSpc>
                <a:spcPct val="100000"/>
              </a:lnSpc>
              <a:spcBef>
                <a:spcPts val="105"/>
              </a:spcBef>
            </a:pPr>
            <a:r>
              <a:rPr sz="1400" spc="-215" dirty="0">
                <a:solidFill>
                  <a:srgbClr val="353535"/>
                </a:solidFill>
                <a:latin typeface="Arial Black"/>
                <a:cs typeface="Arial Black"/>
              </a:rPr>
              <a:t>Allow</a:t>
            </a:r>
            <a:r>
              <a:rPr sz="1400" spc="-240" dirty="0">
                <a:solidFill>
                  <a:srgbClr val="353535"/>
                </a:solidFill>
                <a:latin typeface="Arial Black"/>
                <a:cs typeface="Arial Black"/>
              </a:rPr>
              <a:t> </a:t>
            </a:r>
            <a:r>
              <a:rPr sz="1400" spc="-295" dirty="0">
                <a:solidFill>
                  <a:srgbClr val="353535"/>
                </a:solidFill>
                <a:latin typeface="Arial Black"/>
                <a:cs typeface="Arial Black"/>
              </a:rPr>
              <a:t>access</a:t>
            </a:r>
            <a:endParaRPr sz="1400">
              <a:latin typeface="Arial Black"/>
              <a:cs typeface="Arial Black"/>
            </a:endParaRPr>
          </a:p>
        </p:txBody>
      </p:sp>
      <p:grpSp>
        <p:nvGrpSpPr>
          <p:cNvPr id="93" name="object 93"/>
          <p:cNvGrpSpPr/>
          <p:nvPr/>
        </p:nvGrpSpPr>
        <p:grpSpPr>
          <a:xfrm>
            <a:off x="8963914" y="1333246"/>
            <a:ext cx="1344930" cy="3556000"/>
            <a:chOff x="8963914" y="1333246"/>
            <a:chExt cx="1344930" cy="3556000"/>
          </a:xfrm>
        </p:grpSpPr>
        <p:sp>
          <p:nvSpPr>
            <p:cNvPr id="94" name="object 94"/>
            <p:cNvSpPr/>
            <p:nvPr/>
          </p:nvSpPr>
          <p:spPr>
            <a:xfrm>
              <a:off x="8974074" y="1343406"/>
              <a:ext cx="457200" cy="457200"/>
            </a:xfrm>
            <a:custGeom>
              <a:avLst/>
              <a:gdLst/>
              <a:ahLst/>
              <a:cxnLst/>
              <a:rect l="l" t="t" r="r" b="b"/>
              <a:pathLst>
                <a:path w="457200" h="457200">
                  <a:moveTo>
                    <a:pt x="359409" y="117602"/>
                  </a:moveTo>
                  <a:lnTo>
                    <a:pt x="185674" y="285369"/>
                  </a:lnTo>
                  <a:lnTo>
                    <a:pt x="99186" y="195834"/>
                  </a:lnTo>
                  <a:lnTo>
                    <a:pt x="69723" y="224282"/>
                  </a:lnTo>
                  <a:lnTo>
                    <a:pt x="183515" y="342138"/>
                  </a:lnTo>
                  <a:lnTo>
                    <a:pt x="386715" y="145923"/>
                  </a:lnTo>
                  <a:lnTo>
                    <a:pt x="359409" y="117602"/>
                  </a:lnTo>
                  <a:close/>
                </a:path>
                <a:path w="457200" h="457200">
                  <a:moveTo>
                    <a:pt x="390271" y="66929"/>
                  </a:moveTo>
                  <a:lnTo>
                    <a:pt x="418195" y="100780"/>
                  </a:lnTo>
                  <a:lnTo>
                    <a:pt x="439261" y="139620"/>
                  </a:lnTo>
                  <a:lnTo>
                    <a:pt x="452564" y="182532"/>
                  </a:lnTo>
                  <a:lnTo>
                    <a:pt x="457200" y="228600"/>
                  </a:lnTo>
                  <a:lnTo>
                    <a:pt x="452555" y="274666"/>
                  </a:lnTo>
                  <a:lnTo>
                    <a:pt x="439233" y="317575"/>
                  </a:lnTo>
                  <a:lnTo>
                    <a:pt x="418154" y="356406"/>
                  </a:lnTo>
                  <a:lnTo>
                    <a:pt x="390239" y="390239"/>
                  </a:lnTo>
                  <a:lnTo>
                    <a:pt x="356406" y="418154"/>
                  </a:lnTo>
                  <a:lnTo>
                    <a:pt x="317575" y="439233"/>
                  </a:lnTo>
                  <a:lnTo>
                    <a:pt x="274666" y="452555"/>
                  </a:lnTo>
                  <a:lnTo>
                    <a:pt x="228600" y="457200"/>
                  </a:lnTo>
                  <a:lnTo>
                    <a:pt x="182533" y="452555"/>
                  </a:lnTo>
                  <a:lnTo>
                    <a:pt x="139624" y="439233"/>
                  </a:lnTo>
                  <a:lnTo>
                    <a:pt x="100793" y="418154"/>
                  </a:lnTo>
                  <a:lnTo>
                    <a:pt x="66960" y="390239"/>
                  </a:lnTo>
                  <a:lnTo>
                    <a:pt x="39045" y="356406"/>
                  </a:lnTo>
                  <a:lnTo>
                    <a:pt x="17966" y="317575"/>
                  </a:lnTo>
                  <a:lnTo>
                    <a:pt x="4644" y="274666"/>
                  </a:lnTo>
                  <a:lnTo>
                    <a:pt x="0" y="228600"/>
                  </a:lnTo>
                  <a:lnTo>
                    <a:pt x="4644" y="182533"/>
                  </a:lnTo>
                  <a:lnTo>
                    <a:pt x="17966" y="139624"/>
                  </a:lnTo>
                  <a:lnTo>
                    <a:pt x="39045" y="100793"/>
                  </a:lnTo>
                  <a:lnTo>
                    <a:pt x="66960" y="66960"/>
                  </a:lnTo>
                  <a:lnTo>
                    <a:pt x="100793" y="39045"/>
                  </a:lnTo>
                  <a:lnTo>
                    <a:pt x="139624" y="17966"/>
                  </a:lnTo>
                  <a:lnTo>
                    <a:pt x="182533" y="4644"/>
                  </a:lnTo>
                  <a:lnTo>
                    <a:pt x="228600" y="0"/>
                  </a:lnTo>
                  <a:lnTo>
                    <a:pt x="274667" y="4635"/>
                  </a:lnTo>
                  <a:lnTo>
                    <a:pt x="317579" y="17938"/>
                  </a:lnTo>
                  <a:lnTo>
                    <a:pt x="356419" y="39004"/>
                  </a:lnTo>
                  <a:lnTo>
                    <a:pt x="390271" y="66929"/>
                  </a:lnTo>
                  <a:close/>
                </a:path>
              </a:pathLst>
            </a:custGeom>
            <a:ln w="19812">
              <a:solidFill>
                <a:srgbClr val="FFFFFF"/>
              </a:solidFill>
            </a:ln>
          </p:spPr>
          <p:txBody>
            <a:bodyPr wrap="square" lIns="0" tIns="0" rIns="0" bIns="0" rtlCol="0"/>
            <a:lstStyle/>
            <a:p>
              <a:endParaRPr/>
            </a:p>
          </p:txBody>
        </p:sp>
        <p:sp>
          <p:nvSpPr>
            <p:cNvPr id="95" name="object 95"/>
            <p:cNvSpPr/>
            <p:nvPr/>
          </p:nvSpPr>
          <p:spPr>
            <a:xfrm>
              <a:off x="9238488" y="3974591"/>
              <a:ext cx="914400" cy="914400"/>
            </a:xfrm>
            <a:custGeom>
              <a:avLst/>
              <a:gdLst/>
              <a:ahLst/>
              <a:cxnLst/>
              <a:rect l="l" t="t" r="r" b="b"/>
              <a:pathLst>
                <a:path w="914400" h="914400">
                  <a:moveTo>
                    <a:pt x="914400" y="457200"/>
                  </a:moveTo>
                  <a:lnTo>
                    <a:pt x="912037" y="410464"/>
                  </a:lnTo>
                  <a:lnTo>
                    <a:pt x="905090" y="365036"/>
                  </a:lnTo>
                  <a:lnTo>
                    <a:pt x="893838" y="321259"/>
                  </a:lnTo>
                  <a:lnTo>
                    <a:pt x="878459" y="279260"/>
                  </a:lnTo>
                  <a:lnTo>
                    <a:pt x="859205" y="239293"/>
                  </a:lnTo>
                  <a:lnTo>
                    <a:pt x="836307" y="201599"/>
                  </a:lnTo>
                  <a:lnTo>
                    <a:pt x="809980" y="166395"/>
                  </a:lnTo>
                  <a:lnTo>
                    <a:pt x="780478" y="133934"/>
                  </a:lnTo>
                  <a:lnTo>
                    <a:pt x="748004" y="104419"/>
                  </a:lnTo>
                  <a:lnTo>
                    <a:pt x="712800" y="78092"/>
                  </a:lnTo>
                  <a:lnTo>
                    <a:pt x="675208" y="55245"/>
                  </a:lnTo>
                  <a:lnTo>
                    <a:pt x="635139" y="35941"/>
                  </a:lnTo>
                  <a:lnTo>
                    <a:pt x="593140" y="20561"/>
                  </a:lnTo>
                  <a:lnTo>
                    <a:pt x="549325" y="9296"/>
                  </a:lnTo>
                  <a:lnTo>
                    <a:pt x="503936" y="2362"/>
                  </a:lnTo>
                  <a:lnTo>
                    <a:pt x="457200" y="0"/>
                  </a:lnTo>
                  <a:lnTo>
                    <a:pt x="410451" y="2362"/>
                  </a:lnTo>
                  <a:lnTo>
                    <a:pt x="365061" y="9296"/>
                  </a:lnTo>
                  <a:lnTo>
                    <a:pt x="321246" y="20561"/>
                  </a:lnTo>
                  <a:lnTo>
                    <a:pt x="279247" y="35941"/>
                  </a:lnTo>
                  <a:lnTo>
                    <a:pt x="239179" y="55245"/>
                  </a:lnTo>
                  <a:lnTo>
                    <a:pt x="201587" y="78092"/>
                  </a:lnTo>
                  <a:lnTo>
                    <a:pt x="166382" y="104419"/>
                  </a:lnTo>
                  <a:lnTo>
                    <a:pt x="133921" y="133934"/>
                  </a:lnTo>
                  <a:lnTo>
                    <a:pt x="104406" y="166395"/>
                  </a:lnTo>
                  <a:lnTo>
                    <a:pt x="78079" y="201599"/>
                  </a:lnTo>
                  <a:lnTo>
                    <a:pt x="55181" y="239293"/>
                  </a:lnTo>
                  <a:lnTo>
                    <a:pt x="35928" y="279260"/>
                  </a:lnTo>
                  <a:lnTo>
                    <a:pt x="20548" y="321259"/>
                  </a:lnTo>
                  <a:lnTo>
                    <a:pt x="9283" y="365074"/>
                  </a:lnTo>
                  <a:lnTo>
                    <a:pt x="2349" y="410464"/>
                  </a:lnTo>
                  <a:lnTo>
                    <a:pt x="0" y="457200"/>
                  </a:lnTo>
                  <a:lnTo>
                    <a:pt x="2349" y="503948"/>
                  </a:lnTo>
                  <a:lnTo>
                    <a:pt x="9296" y="549376"/>
                  </a:lnTo>
                  <a:lnTo>
                    <a:pt x="20548" y="593153"/>
                  </a:lnTo>
                  <a:lnTo>
                    <a:pt x="35928" y="635152"/>
                  </a:lnTo>
                  <a:lnTo>
                    <a:pt x="55181" y="675119"/>
                  </a:lnTo>
                  <a:lnTo>
                    <a:pt x="78079" y="712812"/>
                  </a:lnTo>
                  <a:lnTo>
                    <a:pt x="104406" y="748017"/>
                  </a:lnTo>
                  <a:lnTo>
                    <a:pt x="133921" y="780491"/>
                  </a:lnTo>
                  <a:lnTo>
                    <a:pt x="166382" y="809993"/>
                  </a:lnTo>
                  <a:lnTo>
                    <a:pt x="201587" y="836320"/>
                  </a:lnTo>
                  <a:lnTo>
                    <a:pt x="239280" y="859218"/>
                  </a:lnTo>
                  <a:lnTo>
                    <a:pt x="279247" y="878471"/>
                  </a:lnTo>
                  <a:lnTo>
                    <a:pt x="321246" y="893851"/>
                  </a:lnTo>
                  <a:lnTo>
                    <a:pt x="365061" y="905116"/>
                  </a:lnTo>
                  <a:lnTo>
                    <a:pt x="410451" y="912050"/>
                  </a:lnTo>
                  <a:lnTo>
                    <a:pt x="457200" y="914400"/>
                  </a:lnTo>
                  <a:lnTo>
                    <a:pt x="503936" y="912050"/>
                  </a:lnTo>
                  <a:lnTo>
                    <a:pt x="549325" y="905116"/>
                  </a:lnTo>
                  <a:lnTo>
                    <a:pt x="593140" y="893851"/>
                  </a:lnTo>
                  <a:lnTo>
                    <a:pt x="635139" y="878471"/>
                  </a:lnTo>
                  <a:lnTo>
                    <a:pt x="675208" y="859155"/>
                  </a:lnTo>
                  <a:lnTo>
                    <a:pt x="712800" y="836320"/>
                  </a:lnTo>
                  <a:lnTo>
                    <a:pt x="748004" y="809993"/>
                  </a:lnTo>
                  <a:lnTo>
                    <a:pt x="780478" y="780491"/>
                  </a:lnTo>
                  <a:lnTo>
                    <a:pt x="809980" y="748017"/>
                  </a:lnTo>
                  <a:lnTo>
                    <a:pt x="836307" y="712812"/>
                  </a:lnTo>
                  <a:lnTo>
                    <a:pt x="859205" y="675119"/>
                  </a:lnTo>
                  <a:lnTo>
                    <a:pt x="878459" y="635152"/>
                  </a:lnTo>
                  <a:lnTo>
                    <a:pt x="893838" y="593153"/>
                  </a:lnTo>
                  <a:lnTo>
                    <a:pt x="905103" y="549338"/>
                  </a:lnTo>
                  <a:lnTo>
                    <a:pt x="912037" y="503948"/>
                  </a:lnTo>
                  <a:lnTo>
                    <a:pt x="914400" y="457200"/>
                  </a:lnTo>
                  <a:close/>
                </a:path>
              </a:pathLst>
            </a:custGeom>
            <a:solidFill>
              <a:srgbClr val="0078D6"/>
            </a:solidFill>
          </p:spPr>
          <p:txBody>
            <a:bodyPr wrap="square" lIns="0" tIns="0" rIns="0" bIns="0" rtlCol="0"/>
            <a:lstStyle/>
            <a:p>
              <a:endParaRPr/>
            </a:p>
          </p:txBody>
        </p:sp>
        <p:sp>
          <p:nvSpPr>
            <p:cNvPr id="96" name="object 96"/>
            <p:cNvSpPr/>
            <p:nvPr/>
          </p:nvSpPr>
          <p:spPr>
            <a:xfrm>
              <a:off x="9469374" y="4205478"/>
              <a:ext cx="457200" cy="457200"/>
            </a:xfrm>
            <a:custGeom>
              <a:avLst/>
              <a:gdLst/>
              <a:ahLst/>
              <a:cxnLst/>
              <a:rect l="l" t="t" r="r" b="b"/>
              <a:pathLst>
                <a:path w="457200" h="457200">
                  <a:moveTo>
                    <a:pt x="134620" y="102997"/>
                  </a:moveTo>
                  <a:lnTo>
                    <a:pt x="102997" y="134620"/>
                  </a:lnTo>
                  <a:lnTo>
                    <a:pt x="196976" y="228600"/>
                  </a:lnTo>
                  <a:lnTo>
                    <a:pt x="102997" y="322580"/>
                  </a:lnTo>
                  <a:lnTo>
                    <a:pt x="134620" y="354203"/>
                  </a:lnTo>
                  <a:lnTo>
                    <a:pt x="228600" y="260223"/>
                  </a:lnTo>
                  <a:lnTo>
                    <a:pt x="322579" y="354203"/>
                  </a:lnTo>
                  <a:lnTo>
                    <a:pt x="354202" y="322580"/>
                  </a:lnTo>
                  <a:lnTo>
                    <a:pt x="260223" y="228600"/>
                  </a:lnTo>
                  <a:lnTo>
                    <a:pt x="354202" y="134620"/>
                  </a:lnTo>
                  <a:lnTo>
                    <a:pt x="322579" y="102997"/>
                  </a:lnTo>
                  <a:lnTo>
                    <a:pt x="228600" y="196977"/>
                  </a:lnTo>
                  <a:lnTo>
                    <a:pt x="134620" y="102997"/>
                  </a:lnTo>
                  <a:close/>
                </a:path>
                <a:path w="457200" h="457200">
                  <a:moveTo>
                    <a:pt x="228600" y="0"/>
                  </a:moveTo>
                  <a:lnTo>
                    <a:pt x="274666" y="4644"/>
                  </a:lnTo>
                  <a:lnTo>
                    <a:pt x="317575" y="17966"/>
                  </a:lnTo>
                  <a:lnTo>
                    <a:pt x="356406" y="39045"/>
                  </a:lnTo>
                  <a:lnTo>
                    <a:pt x="390239" y="66960"/>
                  </a:lnTo>
                  <a:lnTo>
                    <a:pt x="418154" y="100793"/>
                  </a:lnTo>
                  <a:lnTo>
                    <a:pt x="439233" y="139624"/>
                  </a:lnTo>
                  <a:lnTo>
                    <a:pt x="452555" y="182533"/>
                  </a:lnTo>
                  <a:lnTo>
                    <a:pt x="457200" y="228600"/>
                  </a:lnTo>
                  <a:lnTo>
                    <a:pt x="452555" y="274666"/>
                  </a:lnTo>
                  <a:lnTo>
                    <a:pt x="439233" y="317575"/>
                  </a:lnTo>
                  <a:lnTo>
                    <a:pt x="418154" y="356406"/>
                  </a:lnTo>
                  <a:lnTo>
                    <a:pt x="390239" y="390239"/>
                  </a:lnTo>
                  <a:lnTo>
                    <a:pt x="356406" y="418154"/>
                  </a:lnTo>
                  <a:lnTo>
                    <a:pt x="317575" y="439233"/>
                  </a:lnTo>
                  <a:lnTo>
                    <a:pt x="274666" y="452555"/>
                  </a:lnTo>
                  <a:lnTo>
                    <a:pt x="228600" y="457200"/>
                  </a:lnTo>
                  <a:lnTo>
                    <a:pt x="182533" y="452555"/>
                  </a:lnTo>
                  <a:lnTo>
                    <a:pt x="139624" y="439233"/>
                  </a:lnTo>
                  <a:lnTo>
                    <a:pt x="100793" y="418154"/>
                  </a:lnTo>
                  <a:lnTo>
                    <a:pt x="66960" y="390239"/>
                  </a:lnTo>
                  <a:lnTo>
                    <a:pt x="39045" y="356406"/>
                  </a:lnTo>
                  <a:lnTo>
                    <a:pt x="17966" y="317575"/>
                  </a:lnTo>
                  <a:lnTo>
                    <a:pt x="4644" y="274666"/>
                  </a:lnTo>
                  <a:lnTo>
                    <a:pt x="0" y="228600"/>
                  </a:lnTo>
                  <a:lnTo>
                    <a:pt x="4644" y="182533"/>
                  </a:lnTo>
                  <a:lnTo>
                    <a:pt x="17966" y="139624"/>
                  </a:lnTo>
                  <a:lnTo>
                    <a:pt x="39045" y="100793"/>
                  </a:lnTo>
                  <a:lnTo>
                    <a:pt x="66960" y="66960"/>
                  </a:lnTo>
                  <a:lnTo>
                    <a:pt x="100793" y="39045"/>
                  </a:lnTo>
                  <a:lnTo>
                    <a:pt x="139624" y="17966"/>
                  </a:lnTo>
                  <a:lnTo>
                    <a:pt x="182533" y="4644"/>
                  </a:lnTo>
                  <a:lnTo>
                    <a:pt x="228600" y="0"/>
                  </a:lnTo>
                  <a:close/>
                </a:path>
              </a:pathLst>
            </a:custGeom>
            <a:ln w="19812">
              <a:solidFill>
                <a:srgbClr val="FFFFFF"/>
              </a:solidFill>
            </a:ln>
          </p:spPr>
          <p:txBody>
            <a:bodyPr wrap="square" lIns="0" tIns="0" rIns="0" bIns="0" rtlCol="0"/>
            <a:lstStyle/>
            <a:p>
              <a:endParaRPr/>
            </a:p>
          </p:txBody>
        </p:sp>
        <p:sp>
          <p:nvSpPr>
            <p:cNvPr id="97" name="object 97"/>
            <p:cNvSpPr/>
            <p:nvPr/>
          </p:nvSpPr>
          <p:spPr>
            <a:xfrm>
              <a:off x="9393936" y="2971799"/>
              <a:ext cx="914400" cy="914400"/>
            </a:xfrm>
            <a:custGeom>
              <a:avLst/>
              <a:gdLst/>
              <a:ahLst/>
              <a:cxnLst/>
              <a:rect l="l" t="t" r="r" b="b"/>
              <a:pathLst>
                <a:path w="914400" h="914400">
                  <a:moveTo>
                    <a:pt x="914400" y="457200"/>
                  </a:moveTo>
                  <a:lnTo>
                    <a:pt x="912037" y="410464"/>
                  </a:lnTo>
                  <a:lnTo>
                    <a:pt x="905090" y="365036"/>
                  </a:lnTo>
                  <a:lnTo>
                    <a:pt x="893838" y="321259"/>
                  </a:lnTo>
                  <a:lnTo>
                    <a:pt x="878459" y="279260"/>
                  </a:lnTo>
                  <a:lnTo>
                    <a:pt x="859205" y="239293"/>
                  </a:lnTo>
                  <a:lnTo>
                    <a:pt x="836307" y="201599"/>
                  </a:lnTo>
                  <a:lnTo>
                    <a:pt x="809980" y="166395"/>
                  </a:lnTo>
                  <a:lnTo>
                    <a:pt x="780465" y="133921"/>
                  </a:lnTo>
                  <a:lnTo>
                    <a:pt x="748004" y="104419"/>
                  </a:lnTo>
                  <a:lnTo>
                    <a:pt x="712800" y="78092"/>
                  </a:lnTo>
                  <a:lnTo>
                    <a:pt x="675208" y="55245"/>
                  </a:lnTo>
                  <a:lnTo>
                    <a:pt x="635139" y="35941"/>
                  </a:lnTo>
                  <a:lnTo>
                    <a:pt x="593140" y="20561"/>
                  </a:lnTo>
                  <a:lnTo>
                    <a:pt x="549325" y="9296"/>
                  </a:lnTo>
                  <a:lnTo>
                    <a:pt x="503936" y="2362"/>
                  </a:lnTo>
                  <a:lnTo>
                    <a:pt x="457200" y="0"/>
                  </a:lnTo>
                  <a:lnTo>
                    <a:pt x="410451" y="2362"/>
                  </a:lnTo>
                  <a:lnTo>
                    <a:pt x="365061" y="9296"/>
                  </a:lnTo>
                  <a:lnTo>
                    <a:pt x="321246" y="20561"/>
                  </a:lnTo>
                  <a:lnTo>
                    <a:pt x="279247" y="35941"/>
                  </a:lnTo>
                  <a:lnTo>
                    <a:pt x="239179" y="55245"/>
                  </a:lnTo>
                  <a:lnTo>
                    <a:pt x="201587" y="78092"/>
                  </a:lnTo>
                  <a:lnTo>
                    <a:pt x="166382" y="104419"/>
                  </a:lnTo>
                  <a:lnTo>
                    <a:pt x="133908" y="133921"/>
                  </a:lnTo>
                  <a:lnTo>
                    <a:pt x="104406" y="166395"/>
                  </a:lnTo>
                  <a:lnTo>
                    <a:pt x="78079" y="201599"/>
                  </a:lnTo>
                  <a:lnTo>
                    <a:pt x="55181" y="239293"/>
                  </a:lnTo>
                  <a:lnTo>
                    <a:pt x="35928" y="279260"/>
                  </a:lnTo>
                  <a:lnTo>
                    <a:pt x="20548" y="321259"/>
                  </a:lnTo>
                  <a:lnTo>
                    <a:pt x="9283" y="365074"/>
                  </a:lnTo>
                  <a:lnTo>
                    <a:pt x="2349" y="410464"/>
                  </a:lnTo>
                  <a:lnTo>
                    <a:pt x="0" y="457200"/>
                  </a:lnTo>
                  <a:lnTo>
                    <a:pt x="2349" y="503948"/>
                  </a:lnTo>
                  <a:lnTo>
                    <a:pt x="9296" y="549376"/>
                  </a:lnTo>
                  <a:lnTo>
                    <a:pt x="20548" y="593153"/>
                  </a:lnTo>
                  <a:lnTo>
                    <a:pt x="35928" y="635152"/>
                  </a:lnTo>
                  <a:lnTo>
                    <a:pt x="55181" y="675119"/>
                  </a:lnTo>
                  <a:lnTo>
                    <a:pt x="78079" y="712812"/>
                  </a:lnTo>
                  <a:lnTo>
                    <a:pt x="104406" y="748017"/>
                  </a:lnTo>
                  <a:lnTo>
                    <a:pt x="133921" y="780491"/>
                  </a:lnTo>
                  <a:lnTo>
                    <a:pt x="166382" y="809993"/>
                  </a:lnTo>
                  <a:lnTo>
                    <a:pt x="201587" y="836320"/>
                  </a:lnTo>
                  <a:lnTo>
                    <a:pt x="239280" y="859218"/>
                  </a:lnTo>
                  <a:lnTo>
                    <a:pt x="279247" y="878471"/>
                  </a:lnTo>
                  <a:lnTo>
                    <a:pt x="321246" y="893851"/>
                  </a:lnTo>
                  <a:lnTo>
                    <a:pt x="365061" y="905116"/>
                  </a:lnTo>
                  <a:lnTo>
                    <a:pt x="410451" y="912050"/>
                  </a:lnTo>
                  <a:lnTo>
                    <a:pt x="457200" y="914400"/>
                  </a:lnTo>
                  <a:lnTo>
                    <a:pt x="503936" y="912050"/>
                  </a:lnTo>
                  <a:lnTo>
                    <a:pt x="549325" y="905116"/>
                  </a:lnTo>
                  <a:lnTo>
                    <a:pt x="593140" y="893851"/>
                  </a:lnTo>
                  <a:lnTo>
                    <a:pt x="635139" y="878471"/>
                  </a:lnTo>
                  <a:lnTo>
                    <a:pt x="675208" y="859155"/>
                  </a:lnTo>
                  <a:lnTo>
                    <a:pt x="712800" y="836320"/>
                  </a:lnTo>
                  <a:lnTo>
                    <a:pt x="748004" y="809993"/>
                  </a:lnTo>
                  <a:lnTo>
                    <a:pt x="780478" y="780491"/>
                  </a:lnTo>
                  <a:lnTo>
                    <a:pt x="809980" y="748017"/>
                  </a:lnTo>
                  <a:lnTo>
                    <a:pt x="836307" y="712812"/>
                  </a:lnTo>
                  <a:lnTo>
                    <a:pt x="859205" y="675119"/>
                  </a:lnTo>
                  <a:lnTo>
                    <a:pt x="878459" y="635152"/>
                  </a:lnTo>
                  <a:lnTo>
                    <a:pt x="893838" y="593153"/>
                  </a:lnTo>
                  <a:lnTo>
                    <a:pt x="905103" y="549338"/>
                  </a:lnTo>
                  <a:lnTo>
                    <a:pt x="912037" y="503948"/>
                  </a:lnTo>
                  <a:lnTo>
                    <a:pt x="914400" y="457200"/>
                  </a:lnTo>
                  <a:close/>
                </a:path>
              </a:pathLst>
            </a:custGeom>
            <a:solidFill>
              <a:srgbClr val="0078D6"/>
            </a:solidFill>
          </p:spPr>
          <p:txBody>
            <a:bodyPr wrap="square" lIns="0" tIns="0" rIns="0" bIns="0" rtlCol="0"/>
            <a:lstStyle/>
            <a:p>
              <a:endParaRPr/>
            </a:p>
          </p:txBody>
        </p:sp>
        <p:sp>
          <p:nvSpPr>
            <p:cNvPr id="98" name="object 98"/>
            <p:cNvSpPr/>
            <p:nvPr/>
          </p:nvSpPr>
          <p:spPr>
            <a:xfrm>
              <a:off x="9673590" y="3321558"/>
              <a:ext cx="520065" cy="106680"/>
            </a:xfrm>
            <a:custGeom>
              <a:avLst/>
              <a:gdLst/>
              <a:ahLst/>
              <a:cxnLst/>
              <a:rect l="l" t="t" r="r" b="b"/>
              <a:pathLst>
                <a:path w="520065" h="106679">
                  <a:moveTo>
                    <a:pt x="0" y="106679"/>
                  </a:moveTo>
                  <a:lnTo>
                    <a:pt x="519683" y="106679"/>
                  </a:lnTo>
                  <a:lnTo>
                    <a:pt x="519683" y="0"/>
                  </a:lnTo>
                  <a:lnTo>
                    <a:pt x="0" y="0"/>
                  </a:lnTo>
                  <a:lnTo>
                    <a:pt x="0" y="106679"/>
                  </a:lnTo>
                  <a:close/>
                </a:path>
              </a:pathLst>
            </a:custGeom>
            <a:ln w="10667">
              <a:solidFill>
                <a:srgbClr val="FFFFFF"/>
              </a:solidFill>
            </a:ln>
          </p:spPr>
          <p:txBody>
            <a:bodyPr wrap="square" lIns="0" tIns="0" rIns="0" bIns="0" rtlCol="0"/>
            <a:lstStyle/>
            <a:p>
              <a:endParaRPr/>
            </a:p>
          </p:txBody>
        </p:sp>
        <p:sp>
          <p:nvSpPr>
            <p:cNvPr id="99" name="object 99"/>
            <p:cNvSpPr/>
            <p:nvPr/>
          </p:nvSpPr>
          <p:spPr>
            <a:xfrm>
              <a:off x="9673590" y="3443478"/>
              <a:ext cx="520065" cy="106680"/>
            </a:xfrm>
            <a:custGeom>
              <a:avLst/>
              <a:gdLst/>
              <a:ahLst/>
              <a:cxnLst/>
              <a:rect l="l" t="t" r="r" b="b"/>
              <a:pathLst>
                <a:path w="520065" h="106679">
                  <a:moveTo>
                    <a:pt x="519683" y="0"/>
                  </a:moveTo>
                  <a:lnTo>
                    <a:pt x="0" y="0"/>
                  </a:lnTo>
                  <a:lnTo>
                    <a:pt x="0" y="106679"/>
                  </a:lnTo>
                  <a:lnTo>
                    <a:pt x="519683" y="106679"/>
                  </a:lnTo>
                  <a:lnTo>
                    <a:pt x="519683" y="0"/>
                  </a:lnTo>
                  <a:close/>
                </a:path>
              </a:pathLst>
            </a:custGeom>
            <a:solidFill>
              <a:srgbClr val="0078D6"/>
            </a:solidFill>
          </p:spPr>
          <p:txBody>
            <a:bodyPr wrap="square" lIns="0" tIns="0" rIns="0" bIns="0" rtlCol="0"/>
            <a:lstStyle/>
            <a:p>
              <a:endParaRPr/>
            </a:p>
          </p:txBody>
        </p:sp>
        <p:sp>
          <p:nvSpPr>
            <p:cNvPr id="100" name="object 100"/>
            <p:cNvSpPr/>
            <p:nvPr/>
          </p:nvSpPr>
          <p:spPr>
            <a:xfrm>
              <a:off x="9673590" y="3443478"/>
              <a:ext cx="520065" cy="106680"/>
            </a:xfrm>
            <a:custGeom>
              <a:avLst/>
              <a:gdLst/>
              <a:ahLst/>
              <a:cxnLst/>
              <a:rect l="l" t="t" r="r" b="b"/>
              <a:pathLst>
                <a:path w="520065" h="106679">
                  <a:moveTo>
                    <a:pt x="0" y="106679"/>
                  </a:moveTo>
                  <a:lnTo>
                    <a:pt x="519683" y="106679"/>
                  </a:lnTo>
                  <a:lnTo>
                    <a:pt x="519683" y="0"/>
                  </a:lnTo>
                  <a:lnTo>
                    <a:pt x="0" y="0"/>
                  </a:lnTo>
                  <a:lnTo>
                    <a:pt x="0" y="106679"/>
                  </a:lnTo>
                  <a:close/>
                </a:path>
              </a:pathLst>
            </a:custGeom>
            <a:ln w="10667">
              <a:solidFill>
                <a:srgbClr val="FFFFFF"/>
              </a:solidFill>
            </a:ln>
          </p:spPr>
          <p:txBody>
            <a:bodyPr wrap="square" lIns="0" tIns="0" rIns="0" bIns="0" rtlCol="0"/>
            <a:lstStyle/>
            <a:p>
              <a:endParaRPr/>
            </a:p>
          </p:txBody>
        </p:sp>
      </p:grpSp>
      <p:sp>
        <p:nvSpPr>
          <p:cNvPr id="101" name="object 101"/>
          <p:cNvSpPr txBox="1"/>
          <p:nvPr/>
        </p:nvSpPr>
        <p:spPr>
          <a:xfrm>
            <a:off x="10197210" y="4297426"/>
            <a:ext cx="918210" cy="239395"/>
          </a:xfrm>
          <a:prstGeom prst="rect">
            <a:avLst/>
          </a:prstGeom>
        </p:spPr>
        <p:txBody>
          <a:bodyPr vert="horz" wrap="square" lIns="0" tIns="12700" rIns="0" bIns="0" rtlCol="0">
            <a:spAutoFit/>
          </a:bodyPr>
          <a:lstStyle/>
          <a:p>
            <a:pPr marL="12700">
              <a:lnSpc>
                <a:spcPct val="100000"/>
              </a:lnSpc>
              <a:spcBef>
                <a:spcPts val="100"/>
              </a:spcBef>
            </a:pPr>
            <a:r>
              <a:rPr sz="1400" spc="-195" dirty="0">
                <a:solidFill>
                  <a:srgbClr val="353535"/>
                </a:solidFill>
                <a:latin typeface="Arial Black"/>
                <a:cs typeface="Arial Black"/>
              </a:rPr>
              <a:t>Deny</a:t>
            </a:r>
            <a:r>
              <a:rPr sz="1400" spc="-250" dirty="0">
                <a:solidFill>
                  <a:srgbClr val="353535"/>
                </a:solidFill>
                <a:latin typeface="Arial Black"/>
                <a:cs typeface="Arial Black"/>
              </a:rPr>
              <a:t> </a:t>
            </a:r>
            <a:r>
              <a:rPr sz="1400" spc="-295" dirty="0">
                <a:solidFill>
                  <a:srgbClr val="353535"/>
                </a:solidFill>
                <a:latin typeface="Arial Black"/>
                <a:cs typeface="Arial Black"/>
              </a:rPr>
              <a:t>access</a:t>
            </a:r>
            <a:endParaRPr sz="1400">
              <a:latin typeface="Arial Black"/>
              <a:cs typeface="Arial Black"/>
            </a:endParaRPr>
          </a:p>
        </p:txBody>
      </p:sp>
      <p:sp>
        <p:nvSpPr>
          <p:cNvPr id="102" name="object 102"/>
          <p:cNvSpPr txBox="1"/>
          <p:nvPr/>
        </p:nvSpPr>
        <p:spPr>
          <a:xfrm>
            <a:off x="10352278" y="3294633"/>
            <a:ext cx="1569085" cy="239395"/>
          </a:xfrm>
          <a:prstGeom prst="rect">
            <a:avLst/>
          </a:prstGeom>
        </p:spPr>
        <p:txBody>
          <a:bodyPr vert="horz" wrap="square" lIns="0" tIns="13335" rIns="0" bIns="0" rtlCol="0">
            <a:spAutoFit/>
          </a:bodyPr>
          <a:lstStyle/>
          <a:p>
            <a:pPr marL="12700">
              <a:lnSpc>
                <a:spcPct val="100000"/>
              </a:lnSpc>
              <a:spcBef>
                <a:spcPts val="105"/>
              </a:spcBef>
            </a:pPr>
            <a:r>
              <a:rPr sz="1400" spc="-235" dirty="0">
                <a:solidFill>
                  <a:srgbClr val="353535"/>
                </a:solidFill>
                <a:latin typeface="Arial Black"/>
                <a:cs typeface="Arial Black"/>
              </a:rPr>
              <a:t>Force </a:t>
            </a:r>
            <a:r>
              <a:rPr sz="1400" spc="-229" dirty="0">
                <a:solidFill>
                  <a:srgbClr val="353535"/>
                </a:solidFill>
                <a:latin typeface="Arial Black"/>
                <a:cs typeface="Arial Black"/>
              </a:rPr>
              <a:t>password</a:t>
            </a:r>
            <a:r>
              <a:rPr sz="1400" spc="-215" dirty="0">
                <a:solidFill>
                  <a:srgbClr val="353535"/>
                </a:solidFill>
                <a:latin typeface="Arial Black"/>
                <a:cs typeface="Arial Black"/>
              </a:rPr>
              <a:t> </a:t>
            </a:r>
            <a:r>
              <a:rPr sz="1400" spc="-229" dirty="0">
                <a:solidFill>
                  <a:srgbClr val="353535"/>
                </a:solidFill>
                <a:latin typeface="Arial Black"/>
                <a:cs typeface="Arial Black"/>
              </a:rPr>
              <a:t>reset</a:t>
            </a:r>
            <a:endParaRPr sz="1400">
              <a:latin typeface="Arial Black"/>
              <a:cs typeface="Arial Black"/>
            </a:endParaRPr>
          </a:p>
        </p:txBody>
      </p:sp>
      <p:sp>
        <p:nvSpPr>
          <p:cNvPr id="103" name="object 103"/>
          <p:cNvSpPr txBox="1"/>
          <p:nvPr/>
        </p:nvSpPr>
        <p:spPr>
          <a:xfrm>
            <a:off x="9743058" y="3407409"/>
            <a:ext cx="409575" cy="208279"/>
          </a:xfrm>
          <a:prstGeom prst="rect">
            <a:avLst/>
          </a:prstGeom>
        </p:spPr>
        <p:txBody>
          <a:bodyPr vert="horz" wrap="square" lIns="0" tIns="12700" rIns="0" bIns="0" rtlCol="0">
            <a:spAutoFit/>
          </a:bodyPr>
          <a:lstStyle/>
          <a:p>
            <a:pPr marL="12700">
              <a:lnSpc>
                <a:spcPct val="100000"/>
              </a:lnSpc>
              <a:spcBef>
                <a:spcPts val="100"/>
              </a:spcBef>
            </a:pPr>
            <a:r>
              <a:rPr sz="1200" spc="-170" dirty="0">
                <a:solidFill>
                  <a:srgbClr val="FFFFFF"/>
                </a:solidFill>
                <a:latin typeface="Arial Black"/>
                <a:cs typeface="Arial Black"/>
              </a:rPr>
              <a:t>******</a:t>
            </a:r>
            <a:endParaRPr sz="1200">
              <a:latin typeface="Arial Black"/>
              <a:cs typeface="Arial Black"/>
            </a:endParaRPr>
          </a:p>
        </p:txBody>
      </p:sp>
      <p:grpSp>
        <p:nvGrpSpPr>
          <p:cNvPr id="104" name="object 104"/>
          <p:cNvGrpSpPr/>
          <p:nvPr/>
        </p:nvGrpSpPr>
        <p:grpSpPr>
          <a:xfrm>
            <a:off x="0" y="1206753"/>
            <a:ext cx="9753600" cy="4537710"/>
            <a:chOff x="0" y="1206753"/>
            <a:chExt cx="9753600" cy="4537710"/>
          </a:xfrm>
        </p:grpSpPr>
        <p:sp>
          <p:nvSpPr>
            <p:cNvPr id="105" name="object 105"/>
            <p:cNvSpPr/>
            <p:nvPr/>
          </p:nvSpPr>
          <p:spPr>
            <a:xfrm>
              <a:off x="9473945" y="3298697"/>
              <a:ext cx="274320" cy="274320"/>
            </a:xfrm>
            <a:custGeom>
              <a:avLst/>
              <a:gdLst/>
              <a:ahLst/>
              <a:cxnLst/>
              <a:rect l="l" t="t" r="r" b="b"/>
              <a:pathLst>
                <a:path w="274320" h="274320">
                  <a:moveTo>
                    <a:pt x="137159" y="0"/>
                  </a:moveTo>
                  <a:lnTo>
                    <a:pt x="93829" y="6998"/>
                  </a:lnTo>
                  <a:lnTo>
                    <a:pt x="56180" y="26481"/>
                  </a:lnTo>
                  <a:lnTo>
                    <a:pt x="26481" y="56180"/>
                  </a:lnTo>
                  <a:lnTo>
                    <a:pt x="6998" y="93829"/>
                  </a:lnTo>
                  <a:lnTo>
                    <a:pt x="0" y="137160"/>
                  </a:lnTo>
                  <a:lnTo>
                    <a:pt x="6998" y="180490"/>
                  </a:lnTo>
                  <a:lnTo>
                    <a:pt x="26481" y="218139"/>
                  </a:lnTo>
                  <a:lnTo>
                    <a:pt x="56180" y="247838"/>
                  </a:lnTo>
                  <a:lnTo>
                    <a:pt x="93829" y="267321"/>
                  </a:lnTo>
                  <a:lnTo>
                    <a:pt x="137159" y="274319"/>
                  </a:lnTo>
                  <a:lnTo>
                    <a:pt x="180490" y="267321"/>
                  </a:lnTo>
                  <a:lnTo>
                    <a:pt x="218139" y="247838"/>
                  </a:lnTo>
                  <a:lnTo>
                    <a:pt x="247838" y="218139"/>
                  </a:lnTo>
                  <a:lnTo>
                    <a:pt x="267321" y="180490"/>
                  </a:lnTo>
                  <a:lnTo>
                    <a:pt x="274320" y="137160"/>
                  </a:lnTo>
                  <a:lnTo>
                    <a:pt x="267321" y="93829"/>
                  </a:lnTo>
                  <a:lnTo>
                    <a:pt x="247838" y="56180"/>
                  </a:lnTo>
                  <a:lnTo>
                    <a:pt x="218139" y="26481"/>
                  </a:lnTo>
                  <a:lnTo>
                    <a:pt x="180490" y="6998"/>
                  </a:lnTo>
                  <a:lnTo>
                    <a:pt x="137159" y="0"/>
                  </a:lnTo>
                  <a:close/>
                </a:path>
              </a:pathLst>
            </a:custGeom>
            <a:solidFill>
              <a:srgbClr val="0078D6"/>
            </a:solidFill>
          </p:spPr>
          <p:txBody>
            <a:bodyPr wrap="square" lIns="0" tIns="0" rIns="0" bIns="0" rtlCol="0"/>
            <a:lstStyle/>
            <a:p>
              <a:endParaRPr/>
            </a:p>
          </p:txBody>
        </p:sp>
        <p:sp>
          <p:nvSpPr>
            <p:cNvPr id="106" name="object 106"/>
            <p:cNvSpPr/>
            <p:nvPr/>
          </p:nvSpPr>
          <p:spPr>
            <a:xfrm>
              <a:off x="9473945" y="3298697"/>
              <a:ext cx="274320" cy="274320"/>
            </a:xfrm>
            <a:custGeom>
              <a:avLst/>
              <a:gdLst/>
              <a:ahLst/>
              <a:cxnLst/>
              <a:rect l="l" t="t" r="r" b="b"/>
              <a:pathLst>
                <a:path w="274320" h="274320">
                  <a:moveTo>
                    <a:pt x="0" y="137160"/>
                  </a:moveTo>
                  <a:lnTo>
                    <a:pt x="6998" y="93829"/>
                  </a:lnTo>
                  <a:lnTo>
                    <a:pt x="26481" y="56180"/>
                  </a:lnTo>
                  <a:lnTo>
                    <a:pt x="56180" y="26481"/>
                  </a:lnTo>
                  <a:lnTo>
                    <a:pt x="93829" y="6998"/>
                  </a:lnTo>
                  <a:lnTo>
                    <a:pt x="137159" y="0"/>
                  </a:lnTo>
                  <a:lnTo>
                    <a:pt x="180490" y="6998"/>
                  </a:lnTo>
                  <a:lnTo>
                    <a:pt x="218139" y="26481"/>
                  </a:lnTo>
                  <a:lnTo>
                    <a:pt x="247838" y="56180"/>
                  </a:lnTo>
                  <a:lnTo>
                    <a:pt x="267321" y="93829"/>
                  </a:lnTo>
                  <a:lnTo>
                    <a:pt x="274320" y="137160"/>
                  </a:lnTo>
                  <a:lnTo>
                    <a:pt x="267321" y="180490"/>
                  </a:lnTo>
                  <a:lnTo>
                    <a:pt x="247838" y="218139"/>
                  </a:lnTo>
                  <a:lnTo>
                    <a:pt x="218139" y="247838"/>
                  </a:lnTo>
                  <a:lnTo>
                    <a:pt x="180490" y="267321"/>
                  </a:lnTo>
                  <a:lnTo>
                    <a:pt x="137159" y="274319"/>
                  </a:lnTo>
                  <a:lnTo>
                    <a:pt x="93829" y="267321"/>
                  </a:lnTo>
                  <a:lnTo>
                    <a:pt x="56180" y="247838"/>
                  </a:lnTo>
                  <a:lnTo>
                    <a:pt x="26481" y="218139"/>
                  </a:lnTo>
                  <a:lnTo>
                    <a:pt x="6998" y="180490"/>
                  </a:lnTo>
                  <a:lnTo>
                    <a:pt x="0" y="137160"/>
                  </a:lnTo>
                  <a:close/>
                </a:path>
              </a:pathLst>
            </a:custGeom>
            <a:ln w="10668">
              <a:solidFill>
                <a:srgbClr val="0078D6"/>
              </a:solidFill>
            </a:ln>
          </p:spPr>
          <p:txBody>
            <a:bodyPr wrap="square" lIns="0" tIns="0" rIns="0" bIns="0" rtlCol="0"/>
            <a:lstStyle/>
            <a:p>
              <a:endParaRPr/>
            </a:p>
          </p:txBody>
        </p:sp>
        <p:sp>
          <p:nvSpPr>
            <p:cNvPr id="107" name="object 107"/>
            <p:cNvSpPr/>
            <p:nvPr/>
          </p:nvSpPr>
          <p:spPr>
            <a:xfrm>
              <a:off x="9483852" y="3310127"/>
              <a:ext cx="249936" cy="248412"/>
            </a:xfrm>
            <a:prstGeom prst="rect">
              <a:avLst/>
            </a:prstGeom>
            <a:blipFill>
              <a:blip r:embed="rId14" cstate="print"/>
              <a:stretch>
                <a:fillRect/>
              </a:stretch>
            </a:blipFill>
          </p:spPr>
          <p:txBody>
            <a:bodyPr wrap="square" lIns="0" tIns="0" rIns="0" bIns="0" rtlCol="0"/>
            <a:lstStyle/>
            <a:p>
              <a:endParaRPr/>
            </a:p>
          </p:txBody>
        </p:sp>
        <p:sp>
          <p:nvSpPr>
            <p:cNvPr id="108" name="object 108"/>
            <p:cNvSpPr/>
            <p:nvPr/>
          </p:nvSpPr>
          <p:spPr>
            <a:xfrm>
              <a:off x="8723376" y="4829555"/>
              <a:ext cx="914400" cy="914400"/>
            </a:xfrm>
            <a:custGeom>
              <a:avLst/>
              <a:gdLst/>
              <a:ahLst/>
              <a:cxnLst/>
              <a:rect l="l" t="t" r="r" b="b"/>
              <a:pathLst>
                <a:path w="914400" h="914400">
                  <a:moveTo>
                    <a:pt x="914400" y="457200"/>
                  </a:moveTo>
                  <a:lnTo>
                    <a:pt x="912037" y="410464"/>
                  </a:lnTo>
                  <a:lnTo>
                    <a:pt x="905090" y="365036"/>
                  </a:lnTo>
                  <a:lnTo>
                    <a:pt x="893838" y="321259"/>
                  </a:lnTo>
                  <a:lnTo>
                    <a:pt x="878459" y="279260"/>
                  </a:lnTo>
                  <a:lnTo>
                    <a:pt x="859205" y="239293"/>
                  </a:lnTo>
                  <a:lnTo>
                    <a:pt x="836307" y="201599"/>
                  </a:lnTo>
                  <a:lnTo>
                    <a:pt x="809980" y="166395"/>
                  </a:lnTo>
                  <a:lnTo>
                    <a:pt x="780465" y="133934"/>
                  </a:lnTo>
                  <a:lnTo>
                    <a:pt x="748004" y="104419"/>
                  </a:lnTo>
                  <a:lnTo>
                    <a:pt x="712800" y="78092"/>
                  </a:lnTo>
                  <a:lnTo>
                    <a:pt x="675208" y="55245"/>
                  </a:lnTo>
                  <a:lnTo>
                    <a:pt x="635139" y="35941"/>
                  </a:lnTo>
                  <a:lnTo>
                    <a:pt x="593140" y="20561"/>
                  </a:lnTo>
                  <a:lnTo>
                    <a:pt x="549325" y="9296"/>
                  </a:lnTo>
                  <a:lnTo>
                    <a:pt x="503936" y="2362"/>
                  </a:lnTo>
                  <a:lnTo>
                    <a:pt x="457200" y="0"/>
                  </a:lnTo>
                  <a:lnTo>
                    <a:pt x="410451" y="2362"/>
                  </a:lnTo>
                  <a:lnTo>
                    <a:pt x="365061" y="9296"/>
                  </a:lnTo>
                  <a:lnTo>
                    <a:pt x="321246" y="20561"/>
                  </a:lnTo>
                  <a:lnTo>
                    <a:pt x="279247" y="35941"/>
                  </a:lnTo>
                  <a:lnTo>
                    <a:pt x="239179" y="55245"/>
                  </a:lnTo>
                  <a:lnTo>
                    <a:pt x="201587" y="78092"/>
                  </a:lnTo>
                  <a:lnTo>
                    <a:pt x="166382" y="104419"/>
                  </a:lnTo>
                  <a:lnTo>
                    <a:pt x="133921" y="133934"/>
                  </a:lnTo>
                  <a:lnTo>
                    <a:pt x="104406" y="166395"/>
                  </a:lnTo>
                  <a:lnTo>
                    <a:pt x="78079" y="201599"/>
                  </a:lnTo>
                  <a:lnTo>
                    <a:pt x="55181" y="239293"/>
                  </a:lnTo>
                  <a:lnTo>
                    <a:pt x="35928" y="279260"/>
                  </a:lnTo>
                  <a:lnTo>
                    <a:pt x="20548" y="321259"/>
                  </a:lnTo>
                  <a:lnTo>
                    <a:pt x="9283" y="365074"/>
                  </a:lnTo>
                  <a:lnTo>
                    <a:pt x="2349" y="410464"/>
                  </a:lnTo>
                  <a:lnTo>
                    <a:pt x="0" y="457200"/>
                  </a:lnTo>
                  <a:lnTo>
                    <a:pt x="2349" y="503948"/>
                  </a:lnTo>
                  <a:lnTo>
                    <a:pt x="9296" y="549376"/>
                  </a:lnTo>
                  <a:lnTo>
                    <a:pt x="20548" y="593153"/>
                  </a:lnTo>
                  <a:lnTo>
                    <a:pt x="35928" y="635152"/>
                  </a:lnTo>
                  <a:lnTo>
                    <a:pt x="55181" y="675119"/>
                  </a:lnTo>
                  <a:lnTo>
                    <a:pt x="78079" y="712812"/>
                  </a:lnTo>
                  <a:lnTo>
                    <a:pt x="104406" y="748017"/>
                  </a:lnTo>
                  <a:lnTo>
                    <a:pt x="133921" y="780478"/>
                  </a:lnTo>
                  <a:lnTo>
                    <a:pt x="166382" y="809993"/>
                  </a:lnTo>
                  <a:lnTo>
                    <a:pt x="201587" y="836320"/>
                  </a:lnTo>
                  <a:lnTo>
                    <a:pt x="239280" y="859218"/>
                  </a:lnTo>
                  <a:lnTo>
                    <a:pt x="279247" y="878471"/>
                  </a:lnTo>
                  <a:lnTo>
                    <a:pt x="321246" y="893851"/>
                  </a:lnTo>
                  <a:lnTo>
                    <a:pt x="365061" y="905116"/>
                  </a:lnTo>
                  <a:lnTo>
                    <a:pt x="410451" y="912050"/>
                  </a:lnTo>
                  <a:lnTo>
                    <a:pt x="457200" y="914400"/>
                  </a:lnTo>
                  <a:lnTo>
                    <a:pt x="503936" y="912050"/>
                  </a:lnTo>
                  <a:lnTo>
                    <a:pt x="549325" y="905116"/>
                  </a:lnTo>
                  <a:lnTo>
                    <a:pt x="593140" y="893851"/>
                  </a:lnTo>
                  <a:lnTo>
                    <a:pt x="635139" y="878471"/>
                  </a:lnTo>
                  <a:lnTo>
                    <a:pt x="675106" y="859218"/>
                  </a:lnTo>
                  <a:lnTo>
                    <a:pt x="675246" y="859129"/>
                  </a:lnTo>
                  <a:lnTo>
                    <a:pt x="712800" y="836320"/>
                  </a:lnTo>
                  <a:lnTo>
                    <a:pt x="748004" y="809993"/>
                  </a:lnTo>
                  <a:lnTo>
                    <a:pt x="780478" y="780478"/>
                  </a:lnTo>
                  <a:lnTo>
                    <a:pt x="809980" y="748017"/>
                  </a:lnTo>
                  <a:lnTo>
                    <a:pt x="836307" y="712812"/>
                  </a:lnTo>
                  <a:lnTo>
                    <a:pt x="859205" y="675119"/>
                  </a:lnTo>
                  <a:lnTo>
                    <a:pt x="878459" y="635152"/>
                  </a:lnTo>
                  <a:lnTo>
                    <a:pt x="893838" y="593153"/>
                  </a:lnTo>
                  <a:lnTo>
                    <a:pt x="905103" y="549338"/>
                  </a:lnTo>
                  <a:lnTo>
                    <a:pt x="912037" y="503948"/>
                  </a:lnTo>
                  <a:lnTo>
                    <a:pt x="914400" y="457200"/>
                  </a:lnTo>
                  <a:close/>
                </a:path>
              </a:pathLst>
            </a:custGeom>
            <a:solidFill>
              <a:srgbClr val="0078D6"/>
            </a:solidFill>
          </p:spPr>
          <p:txBody>
            <a:bodyPr wrap="square" lIns="0" tIns="0" rIns="0" bIns="0" rtlCol="0"/>
            <a:lstStyle/>
            <a:p>
              <a:endParaRPr/>
            </a:p>
          </p:txBody>
        </p:sp>
        <p:sp>
          <p:nvSpPr>
            <p:cNvPr id="109" name="object 109"/>
            <p:cNvSpPr/>
            <p:nvPr/>
          </p:nvSpPr>
          <p:spPr>
            <a:xfrm>
              <a:off x="8964168" y="5023103"/>
              <a:ext cx="309245" cy="408305"/>
            </a:xfrm>
            <a:custGeom>
              <a:avLst/>
              <a:gdLst/>
              <a:ahLst/>
              <a:cxnLst/>
              <a:rect l="l" t="t" r="r" b="b"/>
              <a:pathLst>
                <a:path w="309245" h="408304">
                  <a:moveTo>
                    <a:pt x="154685" y="0"/>
                  </a:moveTo>
                  <a:lnTo>
                    <a:pt x="104822" y="11354"/>
                  </a:lnTo>
                  <a:lnTo>
                    <a:pt x="72771" y="39116"/>
                  </a:lnTo>
                  <a:lnTo>
                    <a:pt x="55387" y="73830"/>
                  </a:lnTo>
                  <a:lnTo>
                    <a:pt x="49529" y="106045"/>
                  </a:lnTo>
                  <a:lnTo>
                    <a:pt x="49529" y="163195"/>
                  </a:lnTo>
                  <a:lnTo>
                    <a:pt x="23875" y="163195"/>
                  </a:lnTo>
                  <a:lnTo>
                    <a:pt x="14626" y="165105"/>
                  </a:lnTo>
                  <a:lnTo>
                    <a:pt x="7032" y="170291"/>
                  </a:lnTo>
                  <a:lnTo>
                    <a:pt x="1891" y="177928"/>
                  </a:lnTo>
                  <a:lnTo>
                    <a:pt x="0" y="187198"/>
                  </a:lnTo>
                  <a:lnTo>
                    <a:pt x="0" y="384429"/>
                  </a:lnTo>
                  <a:lnTo>
                    <a:pt x="1891" y="393678"/>
                  </a:lnTo>
                  <a:lnTo>
                    <a:pt x="7032" y="401272"/>
                  </a:lnTo>
                  <a:lnTo>
                    <a:pt x="14626" y="406413"/>
                  </a:lnTo>
                  <a:lnTo>
                    <a:pt x="23875" y="408305"/>
                  </a:lnTo>
                  <a:lnTo>
                    <a:pt x="285368" y="408305"/>
                  </a:lnTo>
                  <a:lnTo>
                    <a:pt x="294618" y="406413"/>
                  </a:lnTo>
                  <a:lnTo>
                    <a:pt x="302212" y="401272"/>
                  </a:lnTo>
                  <a:lnTo>
                    <a:pt x="307353" y="393678"/>
                  </a:lnTo>
                  <a:lnTo>
                    <a:pt x="309245" y="384429"/>
                  </a:lnTo>
                  <a:lnTo>
                    <a:pt x="309245" y="376682"/>
                  </a:lnTo>
                  <a:lnTo>
                    <a:pt x="31750" y="376682"/>
                  </a:lnTo>
                  <a:lnTo>
                    <a:pt x="31750" y="194945"/>
                  </a:lnTo>
                  <a:lnTo>
                    <a:pt x="309245" y="194945"/>
                  </a:lnTo>
                  <a:lnTo>
                    <a:pt x="309245" y="187198"/>
                  </a:lnTo>
                  <a:lnTo>
                    <a:pt x="307353" y="177928"/>
                  </a:lnTo>
                  <a:lnTo>
                    <a:pt x="302212" y="170291"/>
                  </a:lnTo>
                  <a:lnTo>
                    <a:pt x="294618" y="165105"/>
                  </a:lnTo>
                  <a:lnTo>
                    <a:pt x="289671" y="164084"/>
                  </a:lnTo>
                  <a:lnTo>
                    <a:pt x="80390" y="164084"/>
                  </a:lnTo>
                  <a:lnTo>
                    <a:pt x="80390" y="107569"/>
                  </a:lnTo>
                  <a:lnTo>
                    <a:pt x="82105" y="94436"/>
                  </a:lnTo>
                  <a:lnTo>
                    <a:pt x="91154" y="68516"/>
                  </a:lnTo>
                  <a:lnTo>
                    <a:pt x="113416" y="43162"/>
                  </a:lnTo>
                  <a:lnTo>
                    <a:pt x="154685" y="31750"/>
                  </a:lnTo>
                  <a:lnTo>
                    <a:pt x="234479" y="31750"/>
                  </a:lnTo>
                  <a:lnTo>
                    <a:pt x="232790" y="29464"/>
                  </a:lnTo>
                  <a:lnTo>
                    <a:pt x="217122" y="16662"/>
                  </a:lnTo>
                  <a:lnTo>
                    <a:pt x="198977" y="7445"/>
                  </a:lnTo>
                  <a:lnTo>
                    <a:pt x="178212" y="1871"/>
                  </a:lnTo>
                  <a:lnTo>
                    <a:pt x="154685" y="0"/>
                  </a:lnTo>
                  <a:close/>
                </a:path>
                <a:path w="309245" h="408304">
                  <a:moveTo>
                    <a:pt x="309245" y="311658"/>
                  </a:moveTo>
                  <a:lnTo>
                    <a:pt x="278383" y="311658"/>
                  </a:lnTo>
                  <a:lnTo>
                    <a:pt x="278383" y="376682"/>
                  </a:lnTo>
                  <a:lnTo>
                    <a:pt x="309245" y="376682"/>
                  </a:lnTo>
                  <a:lnTo>
                    <a:pt x="309245" y="311658"/>
                  </a:lnTo>
                  <a:close/>
                </a:path>
                <a:path w="309245" h="408304">
                  <a:moveTo>
                    <a:pt x="309245" y="194945"/>
                  </a:moveTo>
                  <a:lnTo>
                    <a:pt x="278383" y="194945"/>
                  </a:lnTo>
                  <a:lnTo>
                    <a:pt x="278383" y="258445"/>
                  </a:lnTo>
                  <a:lnTo>
                    <a:pt x="309245" y="258445"/>
                  </a:lnTo>
                  <a:lnTo>
                    <a:pt x="309245" y="194945"/>
                  </a:lnTo>
                  <a:close/>
                </a:path>
                <a:path w="309245" h="408304">
                  <a:moveTo>
                    <a:pt x="234479" y="31750"/>
                  </a:moveTo>
                  <a:lnTo>
                    <a:pt x="154685" y="31750"/>
                  </a:lnTo>
                  <a:lnTo>
                    <a:pt x="171664" y="33045"/>
                  </a:lnTo>
                  <a:lnTo>
                    <a:pt x="186594" y="36877"/>
                  </a:lnTo>
                  <a:lnTo>
                    <a:pt x="220325" y="65520"/>
                  </a:lnTo>
                  <a:lnTo>
                    <a:pt x="230504" y="103632"/>
                  </a:lnTo>
                  <a:lnTo>
                    <a:pt x="230504" y="164084"/>
                  </a:lnTo>
                  <a:lnTo>
                    <a:pt x="289671" y="164084"/>
                  </a:lnTo>
                  <a:lnTo>
                    <a:pt x="285368" y="163195"/>
                  </a:lnTo>
                  <a:lnTo>
                    <a:pt x="261365" y="163195"/>
                  </a:lnTo>
                  <a:lnTo>
                    <a:pt x="261365" y="103632"/>
                  </a:lnTo>
                  <a:lnTo>
                    <a:pt x="260258" y="86828"/>
                  </a:lnTo>
                  <a:lnTo>
                    <a:pt x="255460" y="67691"/>
                  </a:lnTo>
                  <a:lnTo>
                    <a:pt x="246471" y="47982"/>
                  </a:lnTo>
                  <a:lnTo>
                    <a:pt x="234479" y="31750"/>
                  </a:lnTo>
                  <a:close/>
                </a:path>
              </a:pathLst>
            </a:custGeom>
            <a:solidFill>
              <a:srgbClr val="FFFFFF"/>
            </a:solidFill>
          </p:spPr>
          <p:txBody>
            <a:bodyPr wrap="square" lIns="0" tIns="0" rIns="0" bIns="0" rtlCol="0"/>
            <a:lstStyle/>
            <a:p>
              <a:endParaRPr/>
            </a:p>
          </p:txBody>
        </p:sp>
        <p:sp>
          <p:nvSpPr>
            <p:cNvPr id="110" name="object 110"/>
            <p:cNvSpPr/>
            <p:nvPr/>
          </p:nvSpPr>
          <p:spPr>
            <a:xfrm>
              <a:off x="8964168" y="5023103"/>
              <a:ext cx="309245" cy="408305"/>
            </a:xfrm>
            <a:custGeom>
              <a:avLst/>
              <a:gdLst/>
              <a:ahLst/>
              <a:cxnLst/>
              <a:rect l="l" t="t" r="r" b="b"/>
              <a:pathLst>
                <a:path w="309245" h="408304">
                  <a:moveTo>
                    <a:pt x="309245" y="384429"/>
                  </a:moveTo>
                  <a:lnTo>
                    <a:pt x="309245" y="311658"/>
                  </a:lnTo>
                  <a:lnTo>
                    <a:pt x="278383" y="311658"/>
                  </a:lnTo>
                  <a:lnTo>
                    <a:pt x="278383" y="376682"/>
                  </a:lnTo>
                  <a:lnTo>
                    <a:pt x="31750" y="376682"/>
                  </a:lnTo>
                  <a:lnTo>
                    <a:pt x="31750" y="194945"/>
                  </a:lnTo>
                  <a:lnTo>
                    <a:pt x="278383" y="194945"/>
                  </a:lnTo>
                  <a:lnTo>
                    <a:pt x="278383" y="258445"/>
                  </a:lnTo>
                  <a:lnTo>
                    <a:pt x="309245" y="258445"/>
                  </a:lnTo>
                  <a:lnTo>
                    <a:pt x="309245" y="187198"/>
                  </a:lnTo>
                  <a:lnTo>
                    <a:pt x="307353" y="177928"/>
                  </a:lnTo>
                  <a:lnTo>
                    <a:pt x="302212" y="170291"/>
                  </a:lnTo>
                  <a:lnTo>
                    <a:pt x="294618" y="165105"/>
                  </a:lnTo>
                  <a:lnTo>
                    <a:pt x="285368" y="163195"/>
                  </a:lnTo>
                  <a:lnTo>
                    <a:pt x="261365" y="163195"/>
                  </a:lnTo>
                  <a:lnTo>
                    <a:pt x="261365" y="148351"/>
                  </a:lnTo>
                  <a:lnTo>
                    <a:pt x="261365" y="131984"/>
                  </a:lnTo>
                  <a:lnTo>
                    <a:pt x="261365" y="116332"/>
                  </a:lnTo>
                  <a:lnTo>
                    <a:pt x="261365" y="103632"/>
                  </a:lnTo>
                  <a:lnTo>
                    <a:pt x="260258" y="86828"/>
                  </a:lnTo>
                  <a:lnTo>
                    <a:pt x="246471" y="47982"/>
                  </a:lnTo>
                  <a:lnTo>
                    <a:pt x="217122" y="16662"/>
                  </a:lnTo>
                  <a:lnTo>
                    <a:pt x="178212" y="1871"/>
                  </a:lnTo>
                  <a:lnTo>
                    <a:pt x="154685" y="0"/>
                  </a:lnTo>
                  <a:lnTo>
                    <a:pt x="104822" y="11354"/>
                  </a:lnTo>
                  <a:lnTo>
                    <a:pt x="72771" y="39116"/>
                  </a:lnTo>
                  <a:lnTo>
                    <a:pt x="55387" y="73830"/>
                  </a:lnTo>
                  <a:lnTo>
                    <a:pt x="49529" y="106045"/>
                  </a:lnTo>
                  <a:lnTo>
                    <a:pt x="49529" y="163195"/>
                  </a:lnTo>
                  <a:lnTo>
                    <a:pt x="23875" y="163195"/>
                  </a:lnTo>
                  <a:lnTo>
                    <a:pt x="14626" y="165105"/>
                  </a:lnTo>
                  <a:lnTo>
                    <a:pt x="7032" y="170291"/>
                  </a:lnTo>
                  <a:lnTo>
                    <a:pt x="1891" y="177928"/>
                  </a:lnTo>
                  <a:lnTo>
                    <a:pt x="0" y="187198"/>
                  </a:lnTo>
                  <a:lnTo>
                    <a:pt x="0" y="384429"/>
                  </a:lnTo>
                  <a:lnTo>
                    <a:pt x="1891" y="393678"/>
                  </a:lnTo>
                  <a:lnTo>
                    <a:pt x="7032" y="401272"/>
                  </a:lnTo>
                  <a:lnTo>
                    <a:pt x="14626" y="406413"/>
                  </a:lnTo>
                  <a:lnTo>
                    <a:pt x="23875" y="408305"/>
                  </a:lnTo>
                  <a:lnTo>
                    <a:pt x="285368" y="408305"/>
                  </a:lnTo>
                  <a:lnTo>
                    <a:pt x="294618" y="406413"/>
                  </a:lnTo>
                  <a:lnTo>
                    <a:pt x="302212" y="401272"/>
                  </a:lnTo>
                  <a:lnTo>
                    <a:pt x="307353" y="393678"/>
                  </a:lnTo>
                  <a:lnTo>
                    <a:pt x="309245" y="384429"/>
                  </a:lnTo>
                  <a:close/>
                </a:path>
              </a:pathLst>
            </a:custGeom>
            <a:ln w="9144">
              <a:solidFill>
                <a:srgbClr val="0078D6"/>
              </a:solidFill>
            </a:ln>
          </p:spPr>
          <p:txBody>
            <a:bodyPr wrap="square" lIns="0" tIns="0" rIns="0" bIns="0" rtlCol="0"/>
            <a:lstStyle/>
            <a:p>
              <a:endParaRPr/>
            </a:p>
          </p:txBody>
        </p:sp>
        <p:sp>
          <p:nvSpPr>
            <p:cNvPr id="111" name="object 111"/>
            <p:cNvSpPr/>
            <p:nvPr/>
          </p:nvSpPr>
          <p:spPr>
            <a:xfrm>
              <a:off x="9039986" y="5050282"/>
              <a:ext cx="159258" cy="141478"/>
            </a:xfrm>
            <a:prstGeom prst="rect">
              <a:avLst/>
            </a:prstGeom>
            <a:blipFill>
              <a:blip r:embed="rId15" cstate="print"/>
              <a:stretch>
                <a:fillRect/>
              </a:stretch>
            </a:blipFill>
          </p:spPr>
          <p:txBody>
            <a:bodyPr wrap="square" lIns="0" tIns="0" rIns="0" bIns="0" rtlCol="0"/>
            <a:lstStyle/>
            <a:p>
              <a:endParaRPr/>
            </a:p>
          </p:txBody>
        </p:sp>
        <p:sp>
          <p:nvSpPr>
            <p:cNvPr id="112" name="object 112"/>
            <p:cNvSpPr/>
            <p:nvPr/>
          </p:nvSpPr>
          <p:spPr>
            <a:xfrm>
              <a:off x="9090660" y="5130799"/>
              <a:ext cx="330200" cy="373380"/>
            </a:xfrm>
            <a:custGeom>
              <a:avLst/>
              <a:gdLst/>
              <a:ahLst/>
              <a:cxnLst/>
              <a:rect l="l" t="t" r="r" b="b"/>
              <a:pathLst>
                <a:path w="330200" h="373379">
                  <a:moveTo>
                    <a:pt x="258953" y="178308"/>
                  </a:moveTo>
                  <a:lnTo>
                    <a:pt x="203327" y="133096"/>
                  </a:lnTo>
                  <a:lnTo>
                    <a:pt x="203327" y="162687"/>
                  </a:lnTo>
                  <a:lnTo>
                    <a:pt x="72644" y="162687"/>
                  </a:lnTo>
                  <a:lnTo>
                    <a:pt x="66802" y="153644"/>
                  </a:lnTo>
                  <a:lnTo>
                    <a:pt x="58762" y="146481"/>
                  </a:lnTo>
                  <a:lnTo>
                    <a:pt x="48958" y="141782"/>
                  </a:lnTo>
                  <a:lnTo>
                    <a:pt x="37846" y="140081"/>
                  </a:lnTo>
                  <a:lnTo>
                    <a:pt x="23088" y="143116"/>
                  </a:lnTo>
                  <a:lnTo>
                    <a:pt x="11061" y="151345"/>
                  </a:lnTo>
                  <a:lnTo>
                    <a:pt x="2959" y="163499"/>
                  </a:lnTo>
                  <a:lnTo>
                    <a:pt x="0" y="178308"/>
                  </a:lnTo>
                  <a:lnTo>
                    <a:pt x="2959" y="193179"/>
                  </a:lnTo>
                  <a:lnTo>
                    <a:pt x="11061" y="205333"/>
                  </a:lnTo>
                  <a:lnTo>
                    <a:pt x="23088" y="213537"/>
                  </a:lnTo>
                  <a:lnTo>
                    <a:pt x="37846" y="216535"/>
                  </a:lnTo>
                  <a:lnTo>
                    <a:pt x="48958" y="214871"/>
                  </a:lnTo>
                  <a:lnTo>
                    <a:pt x="58762" y="210197"/>
                  </a:lnTo>
                  <a:lnTo>
                    <a:pt x="66802" y="203034"/>
                  </a:lnTo>
                  <a:lnTo>
                    <a:pt x="72644" y="193929"/>
                  </a:lnTo>
                  <a:lnTo>
                    <a:pt x="203327" y="193929"/>
                  </a:lnTo>
                  <a:lnTo>
                    <a:pt x="203327" y="227457"/>
                  </a:lnTo>
                  <a:lnTo>
                    <a:pt x="258953" y="178308"/>
                  </a:lnTo>
                  <a:close/>
                </a:path>
                <a:path w="330200" h="373379">
                  <a:moveTo>
                    <a:pt x="330200" y="0"/>
                  </a:moveTo>
                  <a:lnTo>
                    <a:pt x="149352" y="0"/>
                  </a:lnTo>
                  <a:lnTo>
                    <a:pt x="149352" y="10160"/>
                  </a:lnTo>
                  <a:lnTo>
                    <a:pt x="149352" y="12700"/>
                  </a:lnTo>
                  <a:lnTo>
                    <a:pt x="310515" y="12700"/>
                  </a:lnTo>
                  <a:lnTo>
                    <a:pt x="310515" y="354330"/>
                  </a:lnTo>
                  <a:lnTo>
                    <a:pt x="48260" y="354330"/>
                  </a:lnTo>
                  <a:lnTo>
                    <a:pt x="48260" y="311150"/>
                  </a:lnTo>
                  <a:lnTo>
                    <a:pt x="28956" y="311150"/>
                  </a:lnTo>
                  <a:lnTo>
                    <a:pt x="28956" y="354330"/>
                  </a:lnTo>
                  <a:lnTo>
                    <a:pt x="28956" y="365760"/>
                  </a:lnTo>
                  <a:lnTo>
                    <a:pt x="28956" y="367030"/>
                  </a:lnTo>
                  <a:lnTo>
                    <a:pt x="32613" y="367030"/>
                  </a:lnTo>
                  <a:lnTo>
                    <a:pt x="32613" y="373380"/>
                  </a:lnTo>
                  <a:lnTo>
                    <a:pt x="326085" y="373380"/>
                  </a:lnTo>
                  <a:lnTo>
                    <a:pt x="326085" y="367030"/>
                  </a:lnTo>
                  <a:lnTo>
                    <a:pt x="329577" y="367030"/>
                  </a:lnTo>
                  <a:lnTo>
                    <a:pt x="329577" y="365760"/>
                  </a:lnTo>
                  <a:lnTo>
                    <a:pt x="329819" y="365760"/>
                  </a:lnTo>
                  <a:lnTo>
                    <a:pt x="329819" y="354330"/>
                  </a:lnTo>
                  <a:lnTo>
                    <a:pt x="329819" y="12700"/>
                  </a:lnTo>
                  <a:lnTo>
                    <a:pt x="329819" y="10160"/>
                  </a:lnTo>
                  <a:lnTo>
                    <a:pt x="330200" y="10160"/>
                  </a:lnTo>
                  <a:lnTo>
                    <a:pt x="330200" y="0"/>
                  </a:lnTo>
                  <a:close/>
                </a:path>
              </a:pathLst>
            </a:custGeom>
            <a:solidFill>
              <a:srgbClr val="FFFFFF"/>
            </a:solidFill>
          </p:spPr>
          <p:txBody>
            <a:bodyPr wrap="square" lIns="0" tIns="0" rIns="0" bIns="0" rtlCol="0"/>
            <a:lstStyle/>
            <a:p>
              <a:endParaRPr/>
            </a:p>
          </p:txBody>
        </p:sp>
        <p:sp>
          <p:nvSpPr>
            <p:cNvPr id="113" name="object 113"/>
            <p:cNvSpPr/>
            <p:nvPr/>
          </p:nvSpPr>
          <p:spPr>
            <a:xfrm>
              <a:off x="7697723" y="4011168"/>
              <a:ext cx="91440" cy="457200"/>
            </a:xfrm>
            <a:custGeom>
              <a:avLst/>
              <a:gdLst/>
              <a:ahLst/>
              <a:cxnLst/>
              <a:rect l="l" t="t" r="r" b="b"/>
              <a:pathLst>
                <a:path w="91440" h="457200">
                  <a:moveTo>
                    <a:pt x="91440" y="0"/>
                  </a:moveTo>
                  <a:lnTo>
                    <a:pt x="0" y="0"/>
                  </a:lnTo>
                  <a:lnTo>
                    <a:pt x="0" y="457199"/>
                  </a:lnTo>
                  <a:lnTo>
                    <a:pt x="91440" y="457199"/>
                  </a:lnTo>
                  <a:lnTo>
                    <a:pt x="91440" y="0"/>
                  </a:lnTo>
                  <a:close/>
                </a:path>
              </a:pathLst>
            </a:custGeom>
            <a:solidFill>
              <a:srgbClr val="C00000"/>
            </a:solidFill>
          </p:spPr>
          <p:txBody>
            <a:bodyPr wrap="square" lIns="0" tIns="0" rIns="0" bIns="0" rtlCol="0"/>
            <a:lstStyle/>
            <a:p>
              <a:endParaRPr/>
            </a:p>
          </p:txBody>
        </p:sp>
        <p:sp>
          <p:nvSpPr>
            <p:cNvPr id="114" name="object 114"/>
            <p:cNvSpPr/>
            <p:nvPr/>
          </p:nvSpPr>
          <p:spPr>
            <a:xfrm>
              <a:off x="7697723" y="4011168"/>
              <a:ext cx="91440" cy="457200"/>
            </a:xfrm>
            <a:custGeom>
              <a:avLst/>
              <a:gdLst/>
              <a:ahLst/>
              <a:cxnLst/>
              <a:rect l="l" t="t" r="r" b="b"/>
              <a:pathLst>
                <a:path w="91440" h="457200">
                  <a:moveTo>
                    <a:pt x="0" y="457199"/>
                  </a:moveTo>
                  <a:lnTo>
                    <a:pt x="91440" y="457199"/>
                  </a:lnTo>
                  <a:lnTo>
                    <a:pt x="91440" y="0"/>
                  </a:lnTo>
                  <a:lnTo>
                    <a:pt x="0" y="0"/>
                  </a:lnTo>
                  <a:lnTo>
                    <a:pt x="0" y="457199"/>
                  </a:lnTo>
                  <a:close/>
                </a:path>
              </a:pathLst>
            </a:custGeom>
            <a:ln w="3175">
              <a:solidFill>
                <a:srgbClr val="C00000"/>
              </a:solidFill>
            </a:ln>
          </p:spPr>
          <p:txBody>
            <a:bodyPr wrap="square" lIns="0" tIns="0" rIns="0" bIns="0" rtlCol="0"/>
            <a:lstStyle/>
            <a:p>
              <a:endParaRPr/>
            </a:p>
          </p:txBody>
        </p:sp>
        <p:sp>
          <p:nvSpPr>
            <p:cNvPr id="115" name="object 115"/>
            <p:cNvSpPr/>
            <p:nvPr/>
          </p:nvSpPr>
          <p:spPr>
            <a:xfrm>
              <a:off x="7697723" y="4471415"/>
              <a:ext cx="91440" cy="457200"/>
            </a:xfrm>
            <a:custGeom>
              <a:avLst/>
              <a:gdLst/>
              <a:ahLst/>
              <a:cxnLst/>
              <a:rect l="l" t="t" r="r" b="b"/>
              <a:pathLst>
                <a:path w="91440" h="457200">
                  <a:moveTo>
                    <a:pt x="91440" y="0"/>
                  </a:moveTo>
                  <a:lnTo>
                    <a:pt x="0" y="0"/>
                  </a:lnTo>
                  <a:lnTo>
                    <a:pt x="0" y="457199"/>
                  </a:lnTo>
                  <a:lnTo>
                    <a:pt x="91440" y="457199"/>
                  </a:lnTo>
                  <a:lnTo>
                    <a:pt x="91440" y="0"/>
                  </a:lnTo>
                  <a:close/>
                </a:path>
              </a:pathLst>
            </a:custGeom>
            <a:solidFill>
              <a:srgbClr val="FFC000"/>
            </a:solidFill>
          </p:spPr>
          <p:txBody>
            <a:bodyPr wrap="square" lIns="0" tIns="0" rIns="0" bIns="0" rtlCol="0"/>
            <a:lstStyle/>
            <a:p>
              <a:endParaRPr/>
            </a:p>
          </p:txBody>
        </p:sp>
        <p:sp>
          <p:nvSpPr>
            <p:cNvPr id="116" name="object 116"/>
            <p:cNvSpPr/>
            <p:nvPr/>
          </p:nvSpPr>
          <p:spPr>
            <a:xfrm>
              <a:off x="7697723" y="4471415"/>
              <a:ext cx="91440" cy="457200"/>
            </a:xfrm>
            <a:custGeom>
              <a:avLst/>
              <a:gdLst/>
              <a:ahLst/>
              <a:cxnLst/>
              <a:rect l="l" t="t" r="r" b="b"/>
              <a:pathLst>
                <a:path w="91440" h="457200">
                  <a:moveTo>
                    <a:pt x="0" y="457199"/>
                  </a:moveTo>
                  <a:lnTo>
                    <a:pt x="91440" y="457199"/>
                  </a:lnTo>
                  <a:lnTo>
                    <a:pt x="91440" y="0"/>
                  </a:lnTo>
                  <a:lnTo>
                    <a:pt x="0" y="0"/>
                  </a:lnTo>
                  <a:lnTo>
                    <a:pt x="0" y="457199"/>
                  </a:lnTo>
                  <a:close/>
                </a:path>
              </a:pathLst>
            </a:custGeom>
            <a:ln w="3175">
              <a:solidFill>
                <a:srgbClr val="FFCC00"/>
              </a:solidFill>
            </a:ln>
          </p:spPr>
          <p:txBody>
            <a:bodyPr wrap="square" lIns="0" tIns="0" rIns="0" bIns="0" rtlCol="0"/>
            <a:lstStyle/>
            <a:p>
              <a:endParaRPr/>
            </a:p>
          </p:txBody>
        </p:sp>
        <p:sp>
          <p:nvSpPr>
            <p:cNvPr id="117" name="object 117"/>
            <p:cNvSpPr/>
            <p:nvPr/>
          </p:nvSpPr>
          <p:spPr>
            <a:xfrm>
              <a:off x="7697723" y="4930139"/>
              <a:ext cx="91440" cy="457200"/>
            </a:xfrm>
            <a:custGeom>
              <a:avLst/>
              <a:gdLst/>
              <a:ahLst/>
              <a:cxnLst/>
              <a:rect l="l" t="t" r="r" b="b"/>
              <a:pathLst>
                <a:path w="91440" h="457200">
                  <a:moveTo>
                    <a:pt x="91440" y="0"/>
                  </a:moveTo>
                  <a:lnTo>
                    <a:pt x="0" y="0"/>
                  </a:lnTo>
                  <a:lnTo>
                    <a:pt x="0" y="457200"/>
                  </a:lnTo>
                  <a:lnTo>
                    <a:pt x="91440" y="457200"/>
                  </a:lnTo>
                  <a:lnTo>
                    <a:pt x="91440" y="0"/>
                  </a:lnTo>
                  <a:close/>
                </a:path>
              </a:pathLst>
            </a:custGeom>
            <a:solidFill>
              <a:srgbClr val="FFFF00"/>
            </a:solidFill>
          </p:spPr>
          <p:txBody>
            <a:bodyPr wrap="square" lIns="0" tIns="0" rIns="0" bIns="0" rtlCol="0"/>
            <a:lstStyle/>
            <a:p>
              <a:endParaRPr/>
            </a:p>
          </p:txBody>
        </p:sp>
        <p:sp>
          <p:nvSpPr>
            <p:cNvPr id="118" name="object 118"/>
            <p:cNvSpPr/>
            <p:nvPr/>
          </p:nvSpPr>
          <p:spPr>
            <a:xfrm>
              <a:off x="7697723" y="4930139"/>
              <a:ext cx="91440" cy="457200"/>
            </a:xfrm>
            <a:custGeom>
              <a:avLst/>
              <a:gdLst/>
              <a:ahLst/>
              <a:cxnLst/>
              <a:rect l="l" t="t" r="r" b="b"/>
              <a:pathLst>
                <a:path w="91440" h="457200">
                  <a:moveTo>
                    <a:pt x="0" y="457200"/>
                  </a:moveTo>
                  <a:lnTo>
                    <a:pt x="91440" y="457200"/>
                  </a:lnTo>
                  <a:lnTo>
                    <a:pt x="91440" y="0"/>
                  </a:lnTo>
                  <a:lnTo>
                    <a:pt x="0" y="0"/>
                  </a:lnTo>
                  <a:lnTo>
                    <a:pt x="0" y="457200"/>
                  </a:lnTo>
                  <a:close/>
                </a:path>
              </a:pathLst>
            </a:custGeom>
            <a:ln w="3175">
              <a:solidFill>
                <a:srgbClr val="CCCC00"/>
              </a:solidFill>
            </a:ln>
          </p:spPr>
          <p:txBody>
            <a:bodyPr wrap="square" lIns="0" tIns="0" rIns="0" bIns="0" rtlCol="0"/>
            <a:lstStyle/>
            <a:p>
              <a:endParaRPr/>
            </a:p>
          </p:txBody>
        </p:sp>
        <p:sp>
          <p:nvSpPr>
            <p:cNvPr id="119" name="object 119"/>
            <p:cNvSpPr/>
            <p:nvPr/>
          </p:nvSpPr>
          <p:spPr>
            <a:xfrm>
              <a:off x="0" y="1206753"/>
              <a:ext cx="3718560" cy="4269740"/>
            </a:xfrm>
            <a:custGeom>
              <a:avLst/>
              <a:gdLst/>
              <a:ahLst/>
              <a:cxnLst/>
              <a:rect l="l" t="t" r="r" b="b"/>
              <a:pathLst>
                <a:path w="3718560" h="4269740">
                  <a:moveTo>
                    <a:pt x="726389" y="1368044"/>
                  </a:moveTo>
                  <a:lnTo>
                    <a:pt x="706564" y="1358138"/>
                  </a:lnTo>
                  <a:lnTo>
                    <a:pt x="599389" y="1304544"/>
                  </a:lnTo>
                  <a:lnTo>
                    <a:pt x="642251" y="1358138"/>
                  </a:lnTo>
                  <a:lnTo>
                    <a:pt x="0" y="1358138"/>
                  </a:lnTo>
                  <a:lnTo>
                    <a:pt x="0" y="1377950"/>
                  </a:lnTo>
                  <a:lnTo>
                    <a:pt x="642264" y="1377950"/>
                  </a:lnTo>
                  <a:lnTo>
                    <a:pt x="599389" y="1431544"/>
                  </a:lnTo>
                  <a:lnTo>
                    <a:pt x="706577" y="1377950"/>
                  </a:lnTo>
                  <a:lnTo>
                    <a:pt x="726389" y="1368044"/>
                  </a:lnTo>
                  <a:close/>
                </a:path>
                <a:path w="3718560" h="4269740">
                  <a:moveTo>
                    <a:pt x="3112008" y="3411728"/>
                  </a:moveTo>
                  <a:lnTo>
                    <a:pt x="3092196" y="3401822"/>
                  </a:lnTo>
                  <a:lnTo>
                    <a:pt x="2985008" y="3348228"/>
                  </a:lnTo>
                  <a:lnTo>
                    <a:pt x="3027883" y="3401822"/>
                  </a:lnTo>
                  <a:lnTo>
                    <a:pt x="762" y="3401822"/>
                  </a:lnTo>
                  <a:lnTo>
                    <a:pt x="762" y="3421634"/>
                  </a:lnTo>
                  <a:lnTo>
                    <a:pt x="3027883" y="3421634"/>
                  </a:lnTo>
                  <a:lnTo>
                    <a:pt x="2985008" y="3475228"/>
                  </a:lnTo>
                  <a:lnTo>
                    <a:pt x="3092196" y="3421634"/>
                  </a:lnTo>
                  <a:lnTo>
                    <a:pt x="3112008" y="3411728"/>
                  </a:lnTo>
                  <a:close/>
                </a:path>
                <a:path w="3718560" h="4269740">
                  <a:moveTo>
                    <a:pt x="3112008" y="857504"/>
                  </a:moveTo>
                  <a:lnTo>
                    <a:pt x="3092183" y="847598"/>
                  </a:lnTo>
                  <a:lnTo>
                    <a:pt x="2985008" y="794004"/>
                  </a:lnTo>
                  <a:lnTo>
                    <a:pt x="3027870" y="847598"/>
                  </a:lnTo>
                  <a:lnTo>
                    <a:pt x="762" y="847598"/>
                  </a:lnTo>
                  <a:lnTo>
                    <a:pt x="762" y="867410"/>
                  </a:lnTo>
                  <a:lnTo>
                    <a:pt x="3027883" y="867410"/>
                  </a:lnTo>
                  <a:lnTo>
                    <a:pt x="2985008" y="921004"/>
                  </a:lnTo>
                  <a:lnTo>
                    <a:pt x="3092196" y="867410"/>
                  </a:lnTo>
                  <a:lnTo>
                    <a:pt x="3112008" y="857504"/>
                  </a:lnTo>
                  <a:close/>
                </a:path>
                <a:path w="3718560" h="4269740">
                  <a:moveTo>
                    <a:pt x="3278632" y="3609848"/>
                  </a:moveTo>
                  <a:lnTo>
                    <a:pt x="3258820" y="3599942"/>
                  </a:lnTo>
                  <a:lnTo>
                    <a:pt x="3151632" y="3546348"/>
                  </a:lnTo>
                  <a:lnTo>
                    <a:pt x="3194507" y="3599942"/>
                  </a:lnTo>
                  <a:lnTo>
                    <a:pt x="762" y="3599942"/>
                  </a:lnTo>
                  <a:lnTo>
                    <a:pt x="762" y="3619754"/>
                  </a:lnTo>
                  <a:lnTo>
                    <a:pt x="3194507" y="3619754"/>
                  </a:lnTo>
                  <a:lnTo>
                    <a:pt x="3151632" y="3673348"/>
                  </a:lnTo>
                  <a:lnTo>
                    <a:pt x="3258820" y="3619754"/>
                  </a:lnTo>
                  <a:lnTo>
                    <a:pt x="3278632" y="3609848"/>
                  </a:lnTo>
                  <a:close/>
                </a:path>
                <a:path w="3718560" h="4269740">
                  <a:moveTo>
                    <a:pt x="3278632" y="659384"/>
                  </a:moveTo>
                  <a:lnTo>
                    <a:pt x="3258820" y="649478"/>
                  </a:lnTo>
                  <a:lnTo>
                    <a:pt x="3151632" y="595884"/>
                  </a:lnTo>
                  <a:lnTo>
                    <a:pt x="3194507" y="649478"/>
                  </a:lnTo>
                  <a:lnTo>
                    <a:pt x="762" y="649478"/>
                  </a:lnTo>
                  <a:lnTo>
                    <a:pt x="762" y="669290"/>
                  </a:lnTo>
                  <a:lnTo>
                    <a:pt x="3194494" y="669290"/>
                  </a:lnTo>
                  <a:lnTo>
                    <a:pt x="3202432" y="659384"/>
                  </a:lnTo>
                  <a:lnTo>
                    <a:pt x="3151632" y="722884"/>
                  </a:lnTo>
                  <a:lnTo>
                    <a:pt x="3258807" y="669290"/>
                  </a:lnTo>
                  <a:lnTo>
                    <a:pt x="3278632" y="659384"/>
                  </a:lnTo>
                  <a:close/>
                </a:path>
                <a:path w="3718560" h="4269740">
                  <a:moveTo>
                    <a:pt x="3378454" y="3809492"/>
                  </a:moveTo>
                  <a:lnTo>
                    <a:pt x="3358642" y="3799586"/>
                  </a:lnTo>
                  <a:lnTo>
                    <a:pt x="3251441" y="3745992"/>
                  </a:lnTo>
                  <a:lnTo>
                    <a:pt x="3294316" y="3799586"/>
                  </a:lnTo>
                  <a:lnTo>
                    <a:pt x="762" y="3799586"/>
                  </a:lnTo>
                  <a:lnTo>
                    <a:pt x="762" y="3819398"/>
                  </a:lnTo>
                  <a:lnTo>
                    <a:pt x="3294316" y="3819398"/>
                  </a:lnTo>
                  <a:lnTo>
                    <a:pt x="3251441" y="3872992"/>
                  </a:lnTo>
                  <a:lnTo>
                    <a:pt x="3358642" y="3819398"/>
                  </a:lnTo>
                  <a:lnTo>
                    <a:pt x="3378454" y="3809492"/>
                  </a:lnTo>
                  <a:close/>
                </a:path>
                <a:path w="3718560" h="4269740">
                  <a:moveTo>
                    <a:pt x="3378454" y="459740"/>
                  </a:moveTo>
                  <a:lnTo>
                    <a:pt x="3358629" y="449834"/>
                  </a:lnTo>
                  <a:lnTo>
                    <a:pt x="3251441" y="396240"/>
                  </a:lnTo>
                  <a:lnTo>
                    <a:pt x="3294316" y="449834"/>
                  </a:lnTo>
                  <a:lnTo>
                    <a:pt x="762" y="449834"/>
                  </a:lnTo>
                  <a:lnTo>
                    <a:pt x="762" y="469646"/>
                  </a:lnTo>
                  <a:lnTo>
                    <a:pt x="3294316" y="469646"/>
                  </a:lnTo>
                  <a:lnTo>
                    <a:pt x="3251441" y="523240"/>
                  </a:lnTo>
                  <a:lnTo>
                    <a:pt x="3358642" y="469646"/>
                  </a:lnTo>
                  <a:lnTo>
                    <a:pt x="3378454" y="459740"/>
                  </a:lnTo>
                  <a:close/>
                </a:path>
                <a:path w="3718560" h="4269740">
                  <a:moveTo>
                    <a:pt x="3545586" y="4007624"/>
                  </a:moveTo>
                  <a:lnTo>
                    <a:pt x="3525774" y="3997718"/>
                  </a:lnTo>
                  <a:lnTo>
                    <a:pt x="3418586" y="3944112"/>
                  </a:lnTo>
                  <a:lnTo>
                    <a:pt x="3461461" y="3997718"/>
                  </a:lnTo>
                  <a:lnTo>
                    <a:pt x="762" y="3997718"/>
                  </a:lnTo>
                  <a:lnTo>
                    <a:pt x="762" y="4017530"/>
                  </a:lnTo>
                  <a:lnTo>
                    <a:pt x="3461448" y="4017530"/>
                  </a:lnTo>
                  <a:lnTo>
                    <a:pt x="3418586" y="4071112"/>
                  </a:lnTo>
                  <a:lnTo>
                    <a:pt x="3525774" y="4017530"/>
                  </a:lnTo>
                  <a:lnTo>
                    <a:pt x="3545586" y="4007624"/>
                  </a:lnTo>
                  <a:close/>
                </a:path>
                <a:path w="3718560" h="4269740">
                  <a:moveTo>
                    <a:pt x="3545586" y="261620"/>
                  </a:moveTo>
                  <a:lnTo>
                    <a:pt x="3525761" y="251714"/>
                  </a:lnTo>
                  <a:lnTo>
                    <a:pt x="3418586" y="198120"/>
                  </a:lnTo>
                  <a:lnTo>
                    <a:pt x="3461461" y="251714"/>
                  </a:lnTo>
                  <a:lnTo>
                    <a:pt x="762" y="251714"/>
                  </a:lnTo>
                  <a:lnTo>
                    <a:pt x="762" y="271526"/>
                  </a:lnTo>
                  <a:lnTo>
                    <a:pt x="3461461" y="271526"/>
                  </a:lnTo>
                  <a:lnTo>
                    <a:pt x="3418586" y="325120"/>
                  </a:lnTo>
                  <a:lnTo>
                    <a:pt x="3525774" y="271526"/>
                  </a:lnTo>
                  <a:lnTo>
                    <a:pt x="3545586" y="261620"/>
                  </a:lnTo>
                  <a:close/>
                </a:path>
                <a:path w="3718560" h="4269740">
                  <a:moveTo>
                    <a:pt x="3718052" y="4205732"/>
                  </a:moveTo>
                  <a:lnTo>
                    <a:pt x="3698240" y="4195826"/>
                  </a:lnTo>
                  <a:lnTo>
                    <a:pt x="3591052" y="4142232"/>
                  </a:lnTo>
                  <a:lnTo>
                    <a:pt x="3633914" y="4195826"/>
                  </a:lnTo>
                  <a:lnTo>
                    <a:pt x="762" y="4195826"/>
                  </a:lnTo>
                  <a:lnTo>
                    <a:pt x="762" y="4215638"/>
                  </a:lnTo>
                  <a:lnTo>
                    <a:pt x="3633927" y="4215638"/>
                  </a:lnTo>
                  <a:lnTo>
                    <a:pt x="3591052" y="4269232"/>
                  </a:lnTo>
                  <a:lnTo>
                    <a:pt x="3698240" y="4215638"/>
                  </a:lnTo>
                  <a:lnTo>
                    <a:pt x="3718052" y="4205732"/>
                  </a:lnTo>
                  <a:close/>
                </a:path>
                <a:path w="3718560" h="4269740">
                  <a:moveTo>
                    <a:pt x="3718052" y="63500"/>
                  </a:moveTo>
                  <a:lnTo>
                    <a:pt x="3698240" y="53594"/>
                  </a:lnTo>
                  <a:lnTo>
                    <a:pt x="3591052" y="0"/>
                  </a:lnTo>
                  <a:lnTo>
                    <a:pt x="3633927" y="53594"/>
                  </a:lnTo>
                  <a:lnTo>
                    <a:pt x="762" y="53594"/>
                  </a:lnTo>
                  <a:lnTo>
                    <a:pt x="762" y="73406"/>
                  </a:lnTo>
                  <a:lnTo>
                    <a:pt x="3633914" y="73406"/>
                  </a:lnTo>
                  <a:lnTo>
                    <a:pt x="3641852" y="63500"/>
                  </a:lnTo>
                  <a:lnTo>
                    <a:pt x="3591052" y="127000"/>
                  </a:lnTo>
                  <a:lnTo>
                    <a:pt x="3698227" y="73406"/>
                  </a:lnTo>
                  <a:lnTo>
                    <a:pt x="3718052" y="63500"/>
                  </a:lnTo>
                  <a:close/>
                </a:path>
              </a:pathLst>
            </a:custGeom>
            <a:solidFill>
              <a:srgbClr val="D2D2D2"/>
            </a:solidFill>
          </p:spPr>
          <p:txBody>
            <a:bodyPr wrap="square" lIns="0" tIns="0" rIns="0" bIns="0" rtlCol="0"/>
            <a:lstStyle/>
            <a:p>
              <a:endParaRPr/>
            </a:p>
          </p:txBody>
        </p:sp>
        <p:sp>
          <p:nvSpPr>
            <p:cNvPr id="120" name="object 120"/>
            <p:cNvSpPr/>
            <p:nvPr/>
          </p:nvSpPr>
          <p:spPr>
            <a:xfrm>
              <a:off x="0" y="3310103"/>
              <a:ext cx="120444" cy="120444"/>
            </a:xfrm>
            <a:prstGeom prst="rect">
              <a:avLst/>
            </a:prstGeom>
            <a:blipFill>
              <a:blip r:embed="rId16" cstate="print"/>
              <a:stretch>
                <a:fillRect/>
              </a:stretch>
            </a:blipFill>
          </p:spPr>
          <p:txBody>
            <a:bodyPr wrap="square" lIns="0" tIns="0" rIns="0" bIns="0" rtlCol="0"/>
            <a:lstStyle/>
            <a:p>
              <a:endParaRPr/>
            </a:p>
          </p:txBody>
        </p:sp>
        <p:sp>
          <p:nvSpPr>
            <p:cNvPr id="121" name="object 121"/>
            <p:cNvSpPr/>
            <p:nvPr/>
          </p:nvSpPr>
          <p:spPr>
            <a:xfrm>
              <a:off x="0" y="2710941"/>
              <a:ext cx="726440" cy="1732280"/>
            </a:xfrm>
            <a:custGeom>
              <a:avLst/>
              <a:gdLst/>
              <a:ahLst/>
              <a:cxnLst/>
              <a:rect l="l" t="t" r="r" b="b"/>
              <a:pathLst>
                <a:path w="726440" h="1732279">
                  <a:moveTo>
                    <a:pt x="287070" y="459740"/>
                  </a:moveTo>
                  <a:lnTo>
                    <a:pt x="267246" y="449834"/>
                  </a:lnTo>
                  <a:lnTo>
                    <a:pt x="160070" y="396240"/>
                  </a:lnTo>
                  <a:lnTo>
                    <a:pt x="202933" y="449834"/>
                  </a:lnTo>
                  <a:lnTo>
                    <a:pt x="0" y="449834"/>
                  </a:lnTo>
                  <a:lnTo>
                    <a:pt x="0" y="469646"/>
                  </a:lnTo>
                  <a:lnTo>
                    <a:pt x="202946" y="469646"/>
                  </a:lnTo>
                  <a:lnTo>
                    <a:pt x="160070" y="523240"/>
                  </a:lnTo>
                  <a:lnTo>
                    <a:pt x="267258" y="469646"/>
                  </a:lnTo>
                  <a:lnTo>
                    <a:pt x="287070" y="459740"/>
                  </a:lnTo>
                  <a:close/>
                </a:path>
                <a:path w="726440" h="1732279">
                  <a:moveTo>
                    <a:pt x="386867" y="261620"/>
                  </a:moveTo>
                  <a:lnTo>
                    <a:pt x="367042" y="251714"/>
                  </a:lnTo>
                  <a:lnTo>
                    <a:pt x="259867" y="198120"/>
                  </a:lnTo>
                  <a:lnTo>
                    <a:pt x="302729" y="251714"/>
                  </a:lnTo>
                  <a:lnTo>
                    <a:pt x="0" y="251714"/>
                  </a:lnTo>
                  <a:lnTo>
                    <a:pt x="0" y="271526"/>
                  </a:lnTo>
                  <a:lnTo>
                    <a:pt x="302742" y="271526"/>
                  </a:lnTo>
                  <a:lnTo>
                    <a:pt x="259867" y="325120"/>
                  </a:lnTo>
                  <a:lnTo>
                    <a:pt x="367055" y="271526"/>
                  </a:lnTo>
                  <a:lnTo>
                    <a:pt x="386867" y="261620"/>
                  </a:lnTo>
                  <a:close/>
                </a:path>
                <a:path w="726440" h="1732279">
                  <a:moveTo>
                    <a:pt x="553923" y="63500"/>
                  </a:moveTo>
                  <a:lnTo>
                    <a:pt x="534111" y="53594"/>
                  </a:lnTo>
                  <a:lnTo>
                    <a:pt x="426923" y="0"/>
                  </a:lnTo>
                  <a:lnTo>
                    <a:pt x="469798" y="53594"/>
                  </a:lnTo>
                  <a:lnTo>
                    <a:pt x="0" y="53594"/>
                  </a:lnTo>
                  <a:lnTo>
                    <a:pt x="0" y="73406"/>
                  </a:lnTo>
                  <a:lnTo>
                    <a:pt x="469785" y="73406"/>
                  </a:lnTo>
                  <a:lnTo>
                    <a:pt x="477723" y="63500"/>
                  </a:lnTo>
                  <a:lnTo>
                    <a:pt x="426923" y="127000"/>
                  </a:lnTo>
                  <a:lnTo>
                    <a:pt x="534098" y="73406"/>
                  </a:lnTo>
                  <a:lnTo>
                    <a:pt x="553923" y="63500"/>
                  </a:lnTo>
                  <a:close/>
                </a:path>
                <a:path w="726440" h="1732279">
                  <a:moveTo>
                    <a:pt x="726389" y="1668272"/>
                  </a:moveTo>
                  <a:lnTo>
                    <a:pt x="706564" y="1658366"/>
                  </a:lnTo>
                  <a:lnTo>
                    <a:pt x="599389" y="1604772"/>
                  </a:lnTo>
                  <a:lnTo>
                    <a:pt x="642251" y="1658366"/>
                  </a:lnTo>
                  <a:lnTo>
                    <a:pt x="0" y="1658366"/>
                  </a:lnTo>
                  <a:lnTo>
                    <a:pt x="0" y="1678178"/>
                  </a:lnTo>
                  <a:lnTo>
                    <a:pt x="642251" y="1678178"/>
                  </a:lnTo>
                  <a:lnTo>
                    <a:pt x="650189" y="1668272"/>
                  </a:lnTo>
                  <a:lnTo>
                    <a:pt x="599389" y="1731772"/>
                  </a:lnTo>
                  <a:lnTo>
                    <a:pt x="706564" y="1678178"/>
                  </a:lnTo>
                  <a:lnTo>
                    <a:pt x="726389" y="1668272"/>
                  </a:lnTo>
                  <a:close/>
                </a:path>
              </a:pathLst>
            </a:custGeom>
            <a:solidFill>
              <a:srgbClr val="D2D2D2"/>
            </a:solidFill>
          </p:spPr>
          <p:txBody>
            <a:bodyPr wrap="square" lIns="0" tIns="0" rIns="0" bIns="0" rtlCol="0"/>
            <a:lstStyle/>
            <a:p>
              <a:endParaRPr/>
            </a:p>
          </p:txBody>
        </p:sp>
        <p:sp>
          <p:nvSpPr>
            <p:cNvPr id="122" name="object 122"/>
            <p:cNvSpPr/>
            <p:nvPr/>
          </p:nvSpPr>
          <p:spPr>
            <a:xfrm>
              <a:off x="0" y="3523463"/>
              <a:ext cx="120444" cy="120443"/>
            </a:xfrm>
            <a:prstGeom prst="rect">
              <a:avLst/>
            </a:prstGeom>
            <a:blipFill>
              <a:blip r:embed="rId16" cstate="print"/>
              <a:stretch>
                <a:fillRect/>
              </a:stretch>
            </a:blipFill>
          </p:spPr>
          <p:txBody>
            <a:bodyPr wrap="square" lIns="0" tIns="0" rIns="0" bIns="0" rtlCol="0"/>
            <a:lstStyle/>
            <a:p>
              <a:endParaRPr/>
            </a:p>
          </p:txBody>
        </p:sp>
        <p:sp>
          <p:nvSpPr>
            <p:cNvPr id="123" name="object 123"/>
            <p:cNvSpPr/>
            <p:nvPr/>
          </p:nvSpPr>
          <p:spPr>
            <a:xfrm>
              <a:off x="0" y="3718305"/>
              <a:ext cx="554355" cy="525145"/>
            </a:xfrm>
            <a:custGeom>
              <a:avLst/>
              <a:gdLst/>
              <a:ahLst/>
              <a:cxnLst/>
              <a:rect l="l" t="t" r="r" b="b"/>
              <a:pathLst>
                <a:path w="554355" h="525145">
                  <a:moveTo>
                    <a:pt x="287070" y="63500"/>
                  </a:moveTo>
                  <a:lnTo>
                    <a:pt x="267246" y="53594"/>
                  </a:lnTo>
                  <a:lnTo>
                    <a:pt x="160070" y="0"/>
                  </a:lnTo>
                  <a:lnTo>
                    <a:pt x="202933" y="53594"/>
                  </a:lnTo>
                  <a:lnTo>
                    <a:pt x="0" y="53594"/>
                  </a:lnTo>
                  <a:lnTo>
                    <a:pt x="0" y="73406"/>
                  </a:lnTo>
                  <a:lnTo>
                    <a:pt x="202933" y="73406"/>
                  </a:lnTo>
                  <a:lnTo>
                    <a:pt x="210870" y="63500"/>
                  </a:lnTo>
                  <a:lnTo>
                    <a:pt x="160070" y="127000"/>
                  </a:lnTo>
                  <a:lnTo>
                    <a:pt x="267246" y="73406"/>
                  </a:lnTo>
                  <a:lnTo>
                    <a:pt x="287070" y="63500"/>
                  </a:lnTo>
                  <a:close/>
                </a:path>
                <a:path w="554355" h="525145">
                  <a:moveTo>
                    <a:pt x="386867" y="263144"/>
                  </a:moveTo>
                  <a:lnTo>
                    <a:pt x="367042" y="253238"/>
                  </a:lnTo>
                  <a:lnTo>
                    <a:pt x="259867" y="199644"/>
                  </a:lnTo>
                  <a:lnTo>
                    <a:pt x="302729" y="253238"/>
                  </a:lnTo>
                  <a:lnTo>
                    <a:pt x="0" y="253238"/>
                  </a:lnTo>
                  <a:lnTo>
                    <a:pt x="0" y="273050"/>
                  </a:lnTo>
                  <a:lnTo>
                    <a:pt x="302742" y="273050"/>
                  </a:lnTo>
                  <a:lnTo>
                    <a:pt x="259867" y="326644"/>
                  </a:lnTo>
                  <a:lnTo>
                    <a:pt x="367042" y="273050"/>
                  </a:lnTo>
                  <a:lnTo>
                    <a:pt x="386867" y="263144"/>
                  </a:lnTo>
                  <a:close/>
                </a:path>
                <a:path w="554355" h="525145">
                  <a:moveTo>
                    <a:pt x="553923" y="461264"/>
                  </a:moveTo>
                  <a:lnTo>
                    <a:pt x="534111" y="451358"/>
                  </a:lnTo>
                  <a:lnTo>
                    <a:pt x="426923" y="397764"/>
                  </a:lnTo>
                  <a:lnTo>
                    <a:pt x="469785" y="451358"/>
                  </a:lnTo>
                  <a:lnTo>
                    <a:pt x="0" y="451358"/>
                  </a:lnTo>
                  <a:lnTo>
                    <a:pt x="0" y="471170"/>
                  </a:lnTo>
                  <a:lnTo>
                    <a:pt x="469785" y="471170"/>
                  </a:lnTo>
                  <a:lnTo>
                    <a:pt x="426910" y="524764"/>
                  </a:lnTo>
                  <a:lnTo>
                    <a:pt x="534098" y="471170"/>
                  </a:lnTo>
                  <a:lnTo>
                    <a:pt x="553923" y="461264"/>
                  </a:lnTo>
                  <a:close/>
                </a:path>
              </a:pathLst>
            </a:custGeom>
            <a:solidFill>
              <a:srgbClr val="D2D2D2"/>
            </a:solidFill>
          </p:spPr>
          <p:txBody>
            <a:bodyPr wrap="square" lIns="0" tIns="0" rIns="0" bIns="0" rtlCol="0"/>
            <a:lstStyle/>
            <a:p>
              <a:endParaRPr/>
            </a:p>
          </p:txBody>
        </p:sp>
      </p:grpSp>
      <p:sp>
        <p:nvSpPr>
          <p:cNvPr id="124" name="object 124"/>
          <p:cNvSpPr txBox="1"/>
          <p:nvPr/>
        </p:nvSpPr>
        <p:spPr>
          <a:xfrm>
            <a:off x="9681464" y="5163439"/>
            <a:ext cx="890905" cy="239395"/>
          </a:xfrm>
          <a:prstGeom prst="rect">
            <a:avLst/>
          </a:prstGeom>
        </p:spPr>
        <p:txBody>
          <a:bodyPr vert="horz" wrap="square" lIns="0" tIns="12700" rIns="0" bIns="0" rtlCol="0">
            <a:spAutoFit/>
          </a:bodyPr>
          <a:lstStyle/>
          <a:p>
            <a:pPr marL="12700">
              <a:lnSpc>
                <a:spcPct val="100000"/>
              </a:lnSpc>
              <a:spcBef>
                <a:spcPts val="100"/>
              </a:spcBef>
            </a:pPr>
            <a:r>
              <a:rPr sz="1400" spc="-215" dirty="0">
                <a:solidFill>
                  <a:srgbClr val="353535"/>
                </a:solidFill>
                <a:latin typeface="Arial Black"/>
                <a:cs typeface="Arial Black"/>
              </a:rPr>
              <a:t>Limit</a:t>
            </a:r>
            <a:r>
              <a:rPr sz="1400" spc="-245" dirty="0">
                <a:solidFill>
                  <a:srgbClr val="353535"/>
                </a:solidFill>
                <a:latin typeface="Arial Black"/>
                <a:cs typeface="Arial Black"/>
              </a:rPr>
              <a:t> </a:t>
            </a:r>
            <a:r>
              <a:rPr sz="1400" spc="-295" dirty="0">
                <a:solidFill>
                  <a:srgbClr val="353535"/>
                </a:solidFill>
                <a:latin typeface="Arial Black"/>
                <a:cs typeface="Arial Black"/>
              </a:rPr>
              <a:t>access</a:t>
            </a:r>
            <a:endParaRPr sz="1400">
              <a:latin typeface="Arial Black"/>
              <a:cs typeface="Arial Black"/>
            </a:endParaRPr>
          </a:p>
        </p:txBody>
      </p:sp>
      <p:sp>
        <p:nvSpPr>
          <p:cNvPr id="125" name="object 125"/>
          <p:cNvSpPr txBox="1"/>
          <p:nvPr/>
        </p:nvSpPr>
        <p:spPr>
          <a:xfrm>
            <a:off x="7873110" y="4088333"/>
            <a:ext cx="764540" cy="1189990"/>
          </a:xfrm>
          <a:prstGeom prst="rect">
            <a:avLst/>
          </a:prstGeom>
        </p:spPr>
        <p:txBody>
          <a:bodyPr vert="horz" wrap="square" lIns="0" tIns="12065" rIns="0" bIns="0" rtlCol="0">
            <a:spAutoFit/>
          </a:bodyPr>
          <a:lstStyle/>
          <a:p>
            <a:pPr marL="12700">
              <a:lnSpc>
                <a:spcPct val="100000"/>
              </a:lnSpc>
              <a:spcBef>
                <a:spcPts val="95"/>
              </a:spcBef>
            </a:pPr>
            <a:r>
              <a:rPr sz="1600" b="1" spc="-60" dirty="0">
                <a:solidFill>
                  <a:srgbClr val="505050"/>
                </a:solidFill>
                <a:latin typeface="Arial"/>
                <a:cs typeface="Arial"/>
              </a:rPr>
              <a:t>High</a:t>
            </a:r>
            <a:endParaRPr sz="1600">
              <a:latin typeface="Arial"/>
              <a:cs typeface="Arial"/>
            </a:endParaRPr>
          </a:p>
          <a:p>
            <a:pPr marL="12700" marR="5080">
              <a:lnSpc>
                <a:spcPct val="188800"/>
              </a:lnSpc>
            </a:pPr>
            <a:r>
              <a:rPr sz="1600" b="1" spc="90" dirty="0">
                <a:solidFill>
                  <a:srgbClr val="505050"/>
                </a:solidFill>
                <a:latin typeface="Arial"/>
                <a:cs typeface="Arial"/>
              </a:rPr>
              <a:t>M</a:t>
            </a:r>
            <a:r>
              <a:rPr sz="1600" b="1" spc="-90" dirty="0">
                <a:solidFill>
                  <a:srgbClr val="505050"/>
                </a:solidFill>
                <a:latin typeface="Arial"/>
                <a:cs typeface="Arial"/>
              </a:rPr>
              <a:t>e</a:t>
            </a:r>
            <a:r>
              <a:rPr sz="1600" b="1" spc="-75" dirty="0">
                <a:solidFill>
                  <a:srgbClr val="505050"/>
                </a:solidFill>
                <a:latin typeface="Arial"/>
                <a:cs typeface="Arial"/>
              </a:rPr>
              <a:t>d</a:t>
            </a:r>
            <a:r>
              <a:rPr sz="1600" b="1" spc="-80" dirty="0">
                <a:solidFill>
                  <a:srgbClr val="505050"/>
                </a:solidFill>
                <a:latin typeface="Arial"/>
                <a:cs typeface="Arial"/>
              </a:rPr>
              <a:t>i</a:t>
            </a:r>
            <a:r>
              <a:rPr sz="1600" b="1" spc="-95" dirty="0">
                <a:solidFill>
                  <a:srgbClr val="505050"/>
                </a:solidFill>
                <a:latin typeface="Arial"/>
                <a:cs typeface="Arial"/>
              </a:rPr>
              <a:t>u</a:t>
            </a:r>
            <a:r>
              <a:rPr sz="1600" b="1" spc="-5" dirty="0">
                <a:solidFill>
                  <a:srgbClr val="505050"/>
                </a:solidFill>
                <a:latin typeface="Arial"/>
                <a:cs typeface="Arial"/>
              </a:rPr>
              <a:t>m  </a:t>
            </a:r>
            <a:r>
              <a:rPr sz="1600" b="1" spc="-125" dirty="0">
                <a:solidFill>
                  <a:srgbClr val="505050"/>
                </a:solidFill>
                <a:latin typeface="Arial"/>
                <a:cs typeface="Arial"/>
              </a:rPr>
              <a:t>Low</a:t>
            </a:r>
            <a:endParaRPr sz="1600">
              <a:latin typeface="Arial"/>
              <a:cs typeface="Arial"/>
            </a:endParaRPr>
          </a:p>
        </p:txBody>
      </p:sp>
      <p:sp>
        <p:nvSpPr>
          <p:cNvPr id="126" name="object 126"/>
          <p:cNvSpPr txBox="1"/>
          <p:nvPr/>
        </p:nvSpPr>
        <p:spPr>
          <a:xfrm>
            <a:off x="7632954" y="3665346"/>
            <a:ext cx="1157605" cy="299720"/>
          </a:xfrm>
          <a:prstGeom prst="rect">
            <a:avLst/>
          </a:prstGeom>
        </p:spPr>
        <p:txBody>
          <a:bodyPr vert="horz" wrap="square" lIns="0" tIns="12700" rIns="0" bIns="0" rtlCol="0">
            <a:spAutoFit/>
          </a:bodyPr>
          <a:lstStyle/>
          <a:p>
            <a:pPr marL="12700">
              <a:lnSpc>
                <a:spcPct val="100000"/>
              </a:lnSpc>
              <a:spcBef>
                <a:spcPts val="100"/>
              </a:spcBef>
            </a:pPr>
            <a:r>
              <a:rPr sz="1800" b="1" spc="-160" dirty="0">
                <a:solidFill>
                  <a:srgbClr val="353535"/>
                </a:solidFill>
                <a:latin typeface="Arial"/>
                <a:cs typeface="Arial"/>
              </a:rPr>
              <a:t>Session</a:t>
            </a:r>
            <a:r>
              <a:rPr sz="1800" b="1" spc="-180" dirty="0">
                <a:solidFill>
                  <a:srgbClr val="353535"/>
                </a:solidFill>
                <a:latin typeface="Arial"/>
                <a:cs typeface="Arial"/>
              </a:rPr>
              <a:t> </a:t>
            </a:r>
            <a:r>
              <a:rPr sz="1800" b="1" spc="-125" dirty="0">
                <a:solidFill>
                  <a:srgbClr val="353535"/>
                </a:solidFill>
                <a:latin typeface="Arial"/>
                <a:cs typeface="Arial"/>
              </a:rPr>
              <a:t>risk</a:t>
            </a:r>
            <a:endParaRPr sz="180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181600" y="1182624"/>
            <a:ext cx="1828800" cy="18288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132382" y="1182624"/>
            <a:ext cx="1828749" cy="182880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9247631" y="1182624"/>
            <a:ext cx="1828800" cy="1828800"/>
          </a:xfrm>
          <a:prstGeom prst="rect">
            <a:avLst/>
          </a:prstGeom>
          <a:blipFill>
            <a:blip r:embed="rId4" cstate="print"/>
            <a:stretch>
              <a:fillRect/>
            </a:stretch>
          </a:blipFill>
        </p:spPr>
        <p:txBody>
          <a:bodyPr wrap="square" lIns="0" tIns="0" rIns="0" bIns="0" rtlCol="0"/>
          <a:lstStyle/>
          <a:p>
            <a:endParaRPr/>
          </a:p>
        </p:txBody>
      </p:sp>
      <p:sp>
        <p:nvSpPr>
          <p:cNvPr id="5" name="object 5"/>
          <p:cNvSpPr txBox="1"/>
          <p:nvPr/>
        </p:nvSpPr>
        <p:spPr>
          <a:xfrm>
            <a:off x="1086713" y="3070352"/>
            <a:ext cx="1907539" cy="888365"/>
          </a:xfrm>
          <a:prstGeom prst="rect">
            <a:avLst/>
          </a:prstGeom>
        </p:spPr>
        <p:txBody>
          <a:bodyPr vert="horz" wrap="square" lIns="0" tIns="12700" rIns="0" bIns="0" rtlCol="0">
            <a:spAutoFit/>
          </a:bodyPr>
          <a:lstStyle/>
          <a:p>
            <a:pPr marL="238125" marR="5080" indent="-226060">
              <a:lnSpc>
                <a:spcPct val="117900"/>
              </a:lnSpc>
              <a:spcBef>
                <a:spcPts val="100"/>
              </a:spcBef>
            </a:pPr>
            <a:r>
              <a:rPr sz="2400" b="1" spc="-65" dirty="0">
                <a:solidFill>
                  <a:srgbClr val="001F50"/>
                </a:solidFill>
                <a:latin typeface="Arial"/>
                <a:cs typeface="Arial"/>
              </a:rPr>
              <a:t>Protect </a:t>
            </a:r>
            <a:r>
              <a:rPr sz="2400" b="1" spc="-10" dirty="0">
                <a:solidFill>
                  <a:srgbClr val="001F50"/>
                </a:solidFill>
                <a:latin typeface="Arial"/>
                <a:cs typeface="Arial"/>
              </a:rPr>
              <a:t>at </a:t>
            </a:r>
            <a:r>
              <a:rPr sz="2400" b="1" spc="-30" dirty="0">
                <a:solidFill>
                  <a:srgbClr val="001F50"/>
                </a:solidFill>
                <a:latin typeface="Arial"/>
                <a:cs typeface="Arial"/>
              </a:rPr>
              <a:t>the  </a:t>
            </a:r>
            <a:r>
              <a:rPr sz="2400" b="1" spc="-10" dirty="0">
                <a:solidFill>
                  <a:srgbClr val="001F50"/>
                </a:solidFill>
                <a:latin typeface="Arial"/>
                <a:cs typeface="Arial"/>
              </a:rPr>
              <a:t>front</a:t>
            </a:r>
            <a:r>
              <a:rPr sz="2400" b="1" spc="-35" dirty="0">
                <a:solidFill>
                  <a:srgbClr val="001F50"/>
                </a:solidFill>
                <a:latin typeface="Arial"/>
                <a:cs typeface="Arial"/>
              </a:rPr>
              <a:t> </a:t>
            </a:r>
            <a:r>
              <a:rPr sz="2400" b="1" spc="-40" dirty="0">
                <a:solidFill>
                  <a:srgbClr val="001F50"/>
                </a:solidFill>
                <a:latin typeface="Arial"/>
                <a:cs typeface="Arial"/>
              </a:rPr>
              <a:t>door</a:t>
            </a:r>
            <a:endParaRPr sz="2400">
              <a:latin typeface="Arial"/>
              <a:cs typeface="Arial"/>
            </a:endParaRPr>
          </a:p>
        </p:txBody>
      </p:sp>
      <p:sp>
        <p:nvSpPr>
          <p:cNvPr id="6" name="object 6"/>
          <p:cNvSpPr txBox="1"/>
          <p:nvPr/>
        </p:nvSpPr>
        <p:spPr>
          <a:xfrm>
            <a:off x="8922511" y="3070352"/>
            <a:ext cx="2480945" cy="888365"/>
          </a:xfrm>
          <a:prstGeom prst="rect">
            <a:avLst/>
          </a:prstGeom>
        </p:spPr>
        <p:txBody>
          <a:bodyPr vert="horz" wrap="square" lIns="0" tIns="12700" rIns="0" bIns="0" rtlCol="0">
            <a:spAutoFit/>
          </a:bodyPr>
          <a:lstStyle/>
          <a:p>
            <a:pPr marL="12700" marR="5080" indent="624840">
              <a:lnSpc>
                <a:spcPct val="117900"/>
              </a:lnSpc>
              <a:spcBef>
                <a:spcPts val="100"/>
              </a:spcBef>
            </a:pPr>
            <a:r>
              <a:rPr sz="2400" b="1" spc="-40" dirty="0">
                <a:solidFill>
                  <a:srgbClr val="001F50"/>
                </a:solidFill>
                <a:latin typeface="Arial"/>
                <a:cs typeface="Arial"/>
              </a:rPr>
              <a:t>Detect </a:t>
            </a:r>
            <a:r>
              <a:rPr sz="2400" b="1" spc="-20" dirty="0">
                <a:solidFill>
                  <a:srgbClr val="001F50"/>
                </a:solidFill>
                <a:latin typeface="Arial"/>
                <a:cs typeface="Arial"/>
              </a:rPr>
              <a:t>&amp;  </a:t>
            </a:r>
            <a:r>
              <a:rPr sz="2400" b="1" spc="-40" dirty="0">
                <a:solidFill>
                  <a:srgbClr val="001F50"/>
                </a:solidFill>
                <a:latin typeface="Arial"/>
                <a:cs typeface="Arial"/>
              </a:rPr>
              <a:t>remediate</a:t>
            </a:r>
            <a:r>
              <a:rPr sz="2400" b="1" spc="-70" dirty="0">
                <a:solidFill>
                  <a:srgbClr val="001F50"/>
                </a:solidFill>
                <a:latin typeface="Arial"/>
                <a:cs typeface="Arial"/>
              </a:rPr>
              <a:t> </a:t>
            </a:r>
            <a:r>
              <a:rPr sz="2400" b="1" spc="-95" dirty="0">
                <a:solidFill>
                  <a:srgbClr val="001F50"/>
                </a:solidFill>
                <a:latin typeface="Arial"/>
                <a:cs typeface="Arial"/>
              </a:rPr>
              <a:t>attacks</a:t>
            </a:r>
            <a:endParaRPr sz="2400">
              <a:latin typeface="Arial"/>
              <a:cs typeface="Arial"/>
            </a:endParaRPr>
          </a:p>
        </p:txBody>
      </p:sp>
      <p:sp>
        <p:nvSpPr>
          <p:cNvPr id="7" name="object 7"/>
          <p:cNvSpPr txBox="1"/>
          <p:nvPr/>
        </p:nvSpPr>
        <p:spPr>
          <a:xfrm>
            <a:off x="5068951" y="3070352"/>
            <a:ext cx="2057400" cy="888365"/>
          </a:xfrm>
          <a:prstGeom prst="rect">
            <a:avLst/>
          </a:prstGeom>
        </p:spPr>
        <p:txBody>
          <a:bodyPr vert="horz" wrap="square" lIns="0" tIns="12700" rIns="0" bIns="0" rtlCol="0">
            <a:spAutoFit/>
          </a:bodyPr>
          <a:lstStyle/>
          <a:p>
            <a:pPr marL="12700" marR="5080" indent="160020">
              <a:lnSpc>
                <a:spcPct val="117900"/>
              </a:lnSpc>
              <a:spcBef>
                <a:spcPts val="100"/>
              </a:spcBef>
            </a:pPr>
            <a:r>
              <a:rPr sz="2400" b="1" spc="-65" dirty="0">
                <a:solidFill>
                  <a:srgbClr val="001F50"/>
                </a:solidFill>
                <a:latin typeface="Arial"/>
                <a:cs typeface="Arial"/>
              </a:rPr>
              <a:t>Protect </a:t>
            </a:r>
            <a:r>
              <a:rPr sz="2400" b="1" spc="-70" dirty="0">
                <a:solidFill>
                  <a:srgbClr val="001F50"/>
                </a:solidFill>
                <a:latin typeface="Arial"/>
                <a:cs typeface="Arial"/>
              </a:rPr>
              <a:t>your  </a:t>
            </a:r>
            <a:r>
              <a:rPr sz="2400" b="1" spc="-30" dirty="0">
                <a:solidFill>
                  <a:srgbClr val="001F50"/>
                </a:solidFill>
                <a:latin typeface="Arial"/>
                <a:cs typeface="Arial"/>
              </a:rPr>
              <a:t>data</a:t>
            </a:r>
            <a:r>
              <a:rPr sz="2400" b="1" spc="-100" dirty="0">
                <a:solidFill>
                  <a:srgbClr val="001F50"/>
                </a:solidFill>
                <a:latin typeface="Arial"/>
                <a:cs typeface="Arial"/>
              </a:rPr>
              <a:t> </a:t>
            </a:r>
            <a:r>
              <a:rPr sz="2400" b="1" spc="-70" dirty="0">
                <a:solidFill>
                  <a:srgbClr val="001F50"/>
                </a:solidFill>
                <a:latin typeface="Arial"/>
                <a:cs typeface="Arial"/>
              </a:rPr>
              <a:t>anywhere</a:t>
            </a:r>
            <a:endParaRPr sz="2400">
              <a:latin typeface="Arial"/>
              <a:cs typeface="Arial"/>
            </a:endParaRPr>
          </a:p>
        </p:txBody>
      </p:sp>
      <p:sp>
        <p:nvSpPr>
          <p:cNvPr id="8" name="object 8"/>
          <p:cNvSpPr/>
          <p:nvPr/>
        </p:nvSpPr>
        <p:spPr>
          <a:xfrm>
            <a:off x="1644395" y="5105400"/>
            <a:ext cx="8825865" cy="129539"/>
          </a:xfrm>
          <a:custGeom>
            <a:avLst/>
            <a:gdLst/>
            <a:ahLst/>
            <a:cxnLst/>
            <a:rect l="l" t="t" r="r" b="b"/>
            <a:pathLst>
              <a:path w="8825865" h="129539">
                <a:moveTo>
                  <a:pt x="8825484" y="0"/>
                </a:moveTo>
                <a:lnTo>
                  <a:pt x="0" y="0"/>
                </a:lnTo>
                <a:lnTo>
                  <a:pt x="0" y="129540"/>
                </a:lnTo>
                <a:lnTo>
                  <a:pt x="8825484" y="129540"/>
                </a:lnTo>
                <a:lnTo>
                  <a:pt x="8825484" y="0"/>
                </a:lnTo>
                <a:close/>
              </a:path>
            </a:pathLst>
          </a:custGeom>
          <a:solidFill>
            <a:srgbClr val="FFFFFF"/>
          </a:solidFill>
        </p:spPr>
        <p:txBody>
          <a:bodyPr wrap="square" lIns="0" tIns="0" rIns="0" bIns="0" rtlCol="0"/>
          <a:lstStyle/>
          <a:p>
            <a:endParaRPr/>
          </a:p>
        </p:txBody>
      </p:sp>
      <p:grpSp>
        <p:nvGrpSpPr>
          <p:cNvPr id="9" name="object 9"/>
          <p:cNvGrpSpPr/>
          <p:nvPr/>
        </p:nvGrpSpPr>
        <p:grpSpPr>
          <a:xfrm>
            <a:off x="381762" y="581554"/>
            <a:ext cx="11430000" cy="5438246"/>
            <a:chOff x="381762" y="592073"/>
            <a:chExt cx="11430000" cy="5709142"/>
          </a:xfrm>
        </p:grpSpPr>
        <p:sp>
          <p:nvSpPr>
            <p:cNvPr id="10" name="object 10"/>
            <p:cNvSpPr/>
            <p:nvPr/>
          </p:nvSpPr>
          <p:spPr>
            <a:xfrm>
              <a:off x="381762" y="592073"/>
              <a:ext cx="11430000" cy="4579620"/>
            </a:xfrm>
            <a:custGeom>
              <a:avLst/>
              <a:gdLst/>
              <a:ahLst/>
              <a:cxnLst/>
              <a:rect l="l" t="t" r="r" b="b"/>
              <a:pathLst>
                <a:path w="11430000" h="4579620">
                  <a:moveTo>
                    <a:pt x="0" y="4579620"/>
                  </a:moveTo>
                  <a:lnTo>
                    <a:pt x="11430000" y="4579620"/>
                  </a:lnTo>
                  <a:lnTo>
                    <a:pt x="11430000" y="0"/>
                  </a:lnTo>
                  <a:lnTo>
                    <a:pt x="0" y="0"/>
                  </a:lnTo>
                  <a:lnTo>
                    <a:pt x="0" y="4579620"/>
                  </a:lnTo>
                  <a:close/>
                </a:path>
              </a:pathLst>
            </a:custGeom>
            <a:ln w="28956">
              <a:solidFill>
                <a:srgbClr val="282828"/>
              </a:solidFill>
            </a:ln>
          </p:spPr>
          <p:txBody>
            <a:bodyPr wrap="square" lIns="0" tIns="0" rIns="0" bIns="0" rtlCol="0"/>
            <a:lstStyle/>
            <a:p>
              <a:endParaRPr/>
            </a:p>
          </p:txBody>
        </p:sp>
        <p:sp>
          <p:nvSpPr>
            <p:cNvPr id="11" name="object 11"/>
            <p:cNvSpPr/>
            <p:nvPr/>
          </p:nvSpPr>
          <p:spPr>
            <a:xfrm>
              <a:off x="1828926" y="5751560"/>
              <a:ext cx="8591804" cy="549655"/>
            </a:xfrm>
            <a:prstGeom prst="rect">
              <a:avLst/>
            </a:prstGeom>
            <a:blipFill>
              <a:blip r:embed="rId5" cstate="print"/>
              <a:stretch>
                <a:fillRect/>
              </a:stretch>
            </a:blipFill>
          </p:spPr>
          <p:txBody>
            <a:bodyPr wrap="square" lIns="0" tIns="0" rIns="0" bIns="0" rtlCol="0"/>
            <a:lstStyle/>
            <a:p>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7999"/>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0000">
              <a:alpha val="19999"/>
            </a:srgbClr>
          </a:solidFill>
        </p:spPr>
        <p:txBody>
          <a:bodyPr wrap="square" lIns="0" tIns="0" rIns="0" bIns="0" rtlCol="0"/>
          <a:lstStyle/>
          <a:p>
            <a:endParaRPr/>
          </a:p>
        </p:txBody>
      </p:sp>
      <p:grpSp>
        <p:nvGrpSpPr>
          <p:cNvPr id="4" name="object 4"/>
          <p:cNvGrpSpPr/>
          <p:nvPr/>
        </p:nvGrpSpPr>
        <p:grpSpPr>
          <a:xfrm>
            <a:off x="0" y="4075176"/>
            <a:ext cx="12192000" cy="2783205"/>
            <a:chOff x="0" y="4075176"/>
            <a:chExt cx="12192000" cy="2783205"/>
          </a:xfrm>
        </p:grpSpPr>
        <p:sp>
          <p:nvSpPr>
            <p:cNvPr id="5" name="object 5"/>
            <p:cNvSpPr/>
            <p:nvPr/>
          </p:nvSpPr>
          <p:spPr>
            <a:xfrm>
              <a:off x="0" y="4268723"/>
              <a:ext cx="12192000" cy="2589276"/>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8452104" y="4079748"/>
              <a:ext cx="1828800" cy="1828800"/>
            </a:xfrm>
            <a:custGeom>
              <a:avLst/>
              <a:gdLst/>
              <a:ahLst/>
              <a:cxnLst/>
              <a:rect l="l" t="t" r="r" b="b"/>
              <a:pathLst>
                <a:path w="1828800" h="1828800">
                  <a:moveTo>
                    <a:pt x="914400" y="0"/>
                  </a:moveTo>
                  <a:lnTo>
                    <a:pt x="865842" y="1267"/>
                  </a:lnTo>
                  <a:lnTo>
                    <a:pt x="817944" y="5028"/>
                  </a:lnTo>
                  <a:lnTo>
                    <a:pt x="770768" y="11219"/>
                  </a:lnTo>
                  <a:lnTo>
                    <a:pt x="724379" y="19776"/>
                  </a:lnTo>
                  <a:lnTo>
                    <a:pt x="678839" y="30637"/>
                  </a:lnTo>
                  <a:lnTo>
                    <a:pt x="634211" y="43738"/>
                  </a:lnTo>
                  <a:lnTo>
                    <a:pt x="590559" y="59016"/>
                  </a:lnTo>
                  <a:lnTo>
                    <a:pt x="547945" y="76408"/>
                  </a:lnTo>
                  <a:lnTo>
                    <a:pt x="506434" y="95851"/>
                  </a:lnTo>
                  <a:lnTo>
                    <a:pt x="466088" y="117281"/>
                  </a:lnTo>
                  <a:lnTo>
                    <a:pt x="426971" y="140635"/>
                  </a:lnTo>
                  <a:lnTo>
                    <a:pt x="389146" y="165849"/>
                  </a:lnTo>
                  <a:lnTo>
                    <a:pt x="352675" y="192862"/>
                  </a:lnTo>
                  <a:lnTo>
                    <a:pt x="317623" y="221609"/>
                  </a:lnTo>
                  <a:lnTo>
                    <a:pt x="284053" y="252027"/>
                  </a:lnTo>
                  <a:lnTo>
                    <a:pt x="252027" y="284053"/>
                  </a:lnTo>
                  <a:lnTo>
                    <a:pt x="221609" y="317623"/>
                  </a:lnTo>
                  <a:lnTo>
                    <a:pt x="192862" y="352675"/>
                  </a:lnTo>
                  <a:lnTo>
                    <a:pt x="165849" y="389146"/>
                  </a:lnTo>
                  <a:lnTo>
                    <a:pt x="140635" y="426971"/>
                  </a:lnTo>
                  <a:lnTo>
                    <a:pt x="117281" y="466088"/>
                  </a:lnTo>
                  <a:lnTo>
                    <a:pt x="95851" y="506434"/>
                  </a:lnTo>
                  <a:lnTo>
                    <a:pt x="76408" y="547945"/>
                  </a:lnTo>
                  <a:lnTo>
                    <a:pt x="59016" y="590559"/>
                  </a:lnTo>
                  <a:lnTo>
                    <a:pt x="43738" y="634211"/>
                  </a:lnTo>
                  <a:lnTo>
                    <a:pt x="30637" y="678839"/>
                  </a:lnTo>
                  <a:lnTo>
                    <a:pt x="19776" y="724379"/>
                  </a:lnTo>
                  <a:lnTo>
                    <a:pt x="11219" y="770768"/>
                  </a:lnTo>
                  <a:lnTo>
                    <a:pt x="5028" y="817944"/>
                  </a:lnTo>
                  <a:lnTo>
                    <a:pt x="1267" y="865842"/>
                  </a:lnTo>
                  <a:lnTo>
                    <a:pt x="0" y="914400"/>
                  </a:lnTo>
                  <a:lnTo>
                    <a:pt x="1267" y="962957"/>
                  </a:lnTo>
                  <a:lnTo>
                    <a:pt x="5028" y="1010855"/>
                  </a:lnTo>
                  <a:lnTo>
                    <a:pt x="11219" y="1058031"/>
                  </a:lnTo>
                  <a:lnTo>
                    <a:pt x="19776" y="1104420"/>
                  </a:lnTo>
                  <a:lnTo>
                    <a:pt x="30637" y="1149960"/>
                  </a:lnTo>
                  <a:lnTo>
                    <a:pt x="43738" y="1194588"/>
                  </a:lnTo>
                  <a:lnTo>
                    <a:pt x="59016" y="1238240"/>
                  </a:lnTo>
                  <a:lnTo>
                    <a:pt x="76408" y="1280854"/>
                  </a:lnTo>
                  <a:lnTo>
                    <a:pt x="95851" y="1322365"/>
                  </a:lnTo>
                  <a:lnTo>
                    <a:pt x="117281" y="1362711"/>
                  </a:lnTo>
                  <a:lnTo>
                    <a:pt x="140635" y="1401828"/>
                  </a:lnTo>
                  <a:lnTo>
                    <a:pt x="165849" y="1439653"/>
                  </a:lnTo>
                  <a:lnTo>
                    <a:pt x="192862" y="1476124"/>
                  </a:lnTo>
                  <a:lnTo>
                    <a:pt x="221609" y="1511176"/>
                  </a:lnTo>
                  <a:lnTo>
                    <a:pt x="252027" y="1544746"/>
                  </a:lnTo>
                  <a:lnTo>
                    <a:pt x="284053" y="1576772"/>
                  </a:lnTo>
                  <a:lnTo>
                    <a:pt x="317623" y="1607190"/>
                  </a:lnTo>
                  <a:lnTo>
                    <a:pt x="352675" y="1635937"/>
                  </a:lnTo>
                  <a:lnTo>
                    <a:pt x="389146" y="1662950"/>
                  </a:lnTo>
                  <a:lnTo>
                    <a:pt x="426971" y="1688164"/>
                  </a:lnTo>
                  <a:lnTo>
                    <a:pt x="466088" y="1711518"/>
                  </a:lnTo>
                  <a:lnTo>
                    <a:pt x="506434" y="1732948"/>
                  </a:lnTo>
                  <a:lnTo>
                    <a:pt x="547945" y="1752391"/>
                  </a:lnTo>
                  <a:lnTo>
                    <a:pt x="590559" y="1769783"/>
                  </a:lnTo>
                  <a:lnTo>
                    <a:pt x="634211" y="1785061"/>
                  </a:lnTo>
                  <a:lnTo>
                    <a:pt x="678839" y="1798162"/>
                  </a:lnTo>
                  <a:lnTo>
                    <a:pt x="724379" y="1809023"/>
                  </a:lnTo>
                  <a:lnTo>
                    <a:pt x="770768" y="1817580"/>
                  </a:lnTo>
                  <a:lnTo>
                    <a:pt x="817944" y="1823771"/>
                  </a:lnTo>
                  <a:lnTo>
                    <a:pt x="865842" y="1827532"/>
                  </a:lnTo>
                  <a:lnTo>
                    <a:pt x="914400" y="1828800"/>
                  </a:lnTo>
                  <a:lnTo>
                    <a:pt x="962957" y="1827532"/>
                  </a:lnTo>
                  <a:lnTo>
                    <a:pt x="1010855" y="1823771"/>
                  </a:lnTo>
                  <a:lnTo>
                    <a:pt x="1058031" y="1817580"/>
                  </a:lnTo>
                  <a:lnTo>
                    <a:pt x="1104420" y="1809023"/>
                  </a:lnTo>
                  <a:lnTo>
                    <a:pt x="1149960" y="1798162"/>
                  </a:lnTo>
                  <a:lnTo>
                    <a:pt x="1194588" y="1785061"/>
                  </a:lnTo>
                  <a:lnTo>
                    <a:pt x="1238240" y="1769783"/>
                  </a:lnTo>
                  <a:lnTo>
                    <a:pt x="1280854" y="1752391"/>
                  </a:lnTo>
                  <a:lnTo>
                    <a:pt x="1322365" y="1732948"/>
                  </a:lnTo>
                  <a:lnTo>
                    <a:pt x="1362711" y="1711518"/>
                  </a:lnTo>
                  <a:lnTo>
                    <a:pt x="1401828" y="1688164"/>
                  </a:lnTo>
                  <a:lnTo>
                    <a:pt x="1439653" y="1662950"/>
                  </a:lnTo>
                  <a:lnTo>
                    <a:pt x="1476124" y="1635937"/>
                  </a:lnTo>
                  <a:lnTo>
                    <a:pt x="1511176" y="1607190"/>
                  </a:lnTo>
                  <a:lnTo>
                    <a:pt x="1544746" y="1576772"/>
                  </a:lnTo>
                  <a:lnTo>
                    <a:pt x="1576772" y="1544746"/>
                  </a:lnTo>
                  <a:lnTo>
                    <a:pt x="1607190" y="1511176"/>
                  </a:lnTo>
                  <a:lnTo>
                    <a:pt x="1635937" y="1476124"/>
                  </a:lnTo>
                  <a:lnTo>
                    <a:pt x="1662950" y="1439653"/>
                  </a:lnTo>
                  <a:lnTo>
                    <a:pt x="1688164" y="1401828"/>
                  </a:lnTo>
                  <a:lnTo>
                    <a:pt x="1711518" y="1362711"/>
                  </a:lnTo>
                  <a:lnTo>
                    <a:pt x="1732948" y="1322365"/>
                  </a:lnTo>
                  <a:lnTo>
                    <a:pt x="1752391" y="1280854"/>
                  </a:lnTo>
                  <a:lnTo>
                    <a:pt x="1769783" y="1238240"/>
                  </a:lnTo>
                  <a:lnTo>
                    <a:pt x="1785061" y="1194588"/>
                  </a:lnTo>
                  <a:lnTo>
                    <a:pt x="1798162" y="1149960"/>
                  </a:lnTo>
                  <a:lnTo>
                    <a:pt x="1809023" y="1104420"/>
                  </a:lnTo>
                  <a:lnTo>
                    <a:pt x="1817580" y="1058031"/>
                  </a:lnTo>
                  <a:lnTo>
                    <a:pt x="1823771" y="1010855"/>
                  </a:lnTo>
                  <a:lnTo>
                    <a:pt x="1827532" y="962957"/>
                  </a:lnTo>
                  <a:lnTo>
                    <a:pt x="1828800" y="914400"/>
                  </a:lnTo>
                  <a:lnTo>
                    <a:pt x="1827532" y="865842"/>
                  </a:lnTo>
                  <a:lnTo>
                    <a:pt x="1823771" y="817944"/>
                  </a:lnTo>
                  <a:lnTo>
                    <a:pt x="1817580" y="770768"/>
                  </a:lnTo>
                  <a:lnTo>
                    <a:pt x="1809023" y="724379"/>
                  </a:lnTo>
                  <a:lnTo>
                    <a:pt x="1798162" y="678839"/>
                  </a:lnTo>
                  <a:lnTo>
                    <a:pt x="1785061" y="634211"/>
                  </a:lnTo>
                  <a:lnTo>
                    <a:pt x="1769783" y="590559"/>
                  </a:lnTo>
                  <a:lnTo>
                    <a:pt x="1752391" y="547945"/>
                  </a:lnTo>
                  <a:lnTo>
                    <a:pt x="1732948" y="506434"/>
                  </a:lnTo>
                  <a:lnTo>
                    <a:pt x="1711518" y="466088"/>
                  </a:lnTo>
                  <a:lnTo>
                    <a:pt x="1688164" y="426971"/>
                  </a:lnTo>
                  <a:lnTo>
                    <a:pt x="1662950" y="389146"/>
                  </a:lnTo>
                  <a:lnTo>
                    <a:pt x="1635937" y="352675"/>
                  </a:lnTo>
                  <a:lnTo>
                    <a:pt x="1607190" y="317623"/>
                  </a:lnTo>
                  <a:lnTo>
                    <a:pt x="1576772" y="284053"/>
                  </a:lnTo>
                  <a:lnTo>
                    <a:pt x="1544746" y="252027"/>
                  </a:lnTo>
                  <a:lnTo>
                    <a:pt x="1511176" y="221609"/>
                  </a:lnTo>
                  <a:lnTo>
                    <a:pt x="1476124" y="192862"/>
                  </a:lnTo>
                  <a:lnTo>
                    <a:pt x="1439653" y="165849"/>
                  </a:lnTo>
                  <a:lnTo>
                    <a:pt x="1401828" y="140635"/>
                  </a:lnTo>
                  <a:lnTo>
                    <a:pt x="1362711" y="117281"/>
                  </a:lnTo>
                  <a:lnTo>
                    <a:pt x="1322365" y="95851"/>
                  </a:lnTo>
                  <a:lnTo>
                    <a:pt x="1280854" y="76408"/>
                  </a:lnTo>
                  <a:lnTo>
                    <a:pt x="1238240" y="59016"/>
                  </a:lnTo>
                  <a:lnTo>
                    <a:pt x="1194588" y="43738"/>
                  </a:lnTo>
                  <a:lnTo>
                    <a:pt x="1149960" y="30637"/>
                  </a:lnTo>
                  <a:lnTo>
                    <a:pt x="1104420" y="19776"/>
                  </a:lnTo>
                  <a:lnTo>
                    <a:pt x="1058031" y="11219"/>
                  </a:lnTo>
                  <a:lnTo>
                    <a:pt x="1010855" y="5028"/>
                  </a:lnTo>
                  <a:lnTo>
                    <a:pt x="962957" y="1267"/>
                  </a:lnTo>
                  <a:lnTo>
                    <a:pt x="914400" y="0"/>
                  </a:lnTo>
                  <a:close/>
                </a:path>
              </a:pathLst>
            </a:custGeom>
            <a:solidFill>
              <a:srgbClr val="F8F8F8">
                <a:alpha val="30195"/>
              </a:srgbClr>
            </a:solidFill>
          </p:spPr>
          <p:txBody>
            <a:bodyPr wrap="square" lIns="0" tIns="0" rIns="0" bIns="0" rtlCol="0"/>
            <a:lstStyle/>
            <a:p>
              <a:endParaRPr/>
            </a:p>
          </p:txBody>
        </p:sp>
        <p:sp>
          <p:nvSpPr>
            <p:cNvPr id="7" name="object 7"/>
            <p:cNvSpPr/>
            <p:nvPr/>
          </p:nvSpPr>
          <p:spPr>
            <a:xfrm>
              <a:off x="8452104" y="4079748"/>
              <a:ext cx="1828800" cy="1828800"/>
            </a:xfrm>
            <a:custGeom>
              <a:avLst/>
              <a:gdLst/>
              <a:ahLst/>
              <a:cxnLst/>
              <a:rect l="l" t="t" r="r" b="b"/>
              <a:pathLst>
                <a:path w="1828800" h="1828800">
                  <a:moveTo>
                    <a:pt x="0" y="914400"/>
                  </a:moveTo>
                  <a:lnTo>
                    <a:pt x="1267" y="865842"/>
                  </a:lnTo>
                  <a:lnTo>
                    <a:pt x="5028" y="817944"/>
                  </a:lnTo>
                  <a:lnTo>
                    <a:pt x="11219" y="770768"/>
                  </a:lnTo>
                  <a:lnTo>
                    <a:pt x="19776" y="724379"/>
                  </a:lnTo>
                  <a:lnTo>
                    <a:pt x="30637" y="678839"/>
                  </a:lnTo>
                  <a:lnTo>
                    <a:pt x="43738" y="634211"/>
                  </a:lnTo>
                  <a:lnTo>
                    <a:pt x="59016" y="590559"/>
                  </a:lnTo>
                  <a:lnTo>
                    <a:pt x="76408" y="547945"/>
                  </a:lnTo>
                  <a:lnTo>
                    <a:pt x="95851" y="506434"/>
                  </a:lnTo>
                  <a:lnTo>
                    <a:pt x="117281" y="466088"/>
                  </a:lnTo>
                  <a:lnTo>
                    <a:pt x="140635" y="426971"/>
                  </a:lnTo>
                  <a:lnTo>
                    <a:pt x="165849" y="389146"/>
                  </a:lnTo>
                  <a:lnTo>
                    <a:pt x="192862" y="352675"/>
                  </a:lnTo>
                  <a:lnTo>
                    <a:pt x="221609" y="317623"/>
                  </a:lnTo>
                  <a:lnTo>
                    <a:pt x="252027" y="284053"/>
                  </a:lnTo>
                  <a:lnTo>
                    <a:pt x="284053" y="252027"/>
                  </a:lnTo>
                  <a:lnTo>
                    <a:pt x="317623" y="221609"/>
                  </a:lnTo>
                  <a:lnTo>
                    <a:pt x="352675" y="192862"/>
                  </a:lnTo>
                  <a:lnTo>
                    <a:pt x="389146" y="165849"/>
                  </a:lnTo>
                  <a:lnTo>
                    <a:pt x="426971" y="140635"/>
                  </a:lnTo>
                  <a:lnTo>
                    <a:pt x="466088" y="117281"/>
                  </a:lnTo>
                  <a:lnTo>
                    <a:pt x="506434" y="95851"/>
                  </a:lnTo>
                  <a:lnTo>
                    <a:pt x="547945" y="76408"/>
                  </a:lnTo>
                  <a:lnTo>
                    <a:pt x="590559" y="59016"/>
                  </a:lnTo>
                  <a:lnTo>
                    <a:pt x="634211" y="43738"/>
                  </a:lnTo>
                  <a:lnTo>
                    <a:pt x="678839" y="30637"/>
                  </a:lnTo>
                  <a:lnTo>
                    <a:pt x="724379" y="19776"/>
                  </a:lnTo>
                  <a:lnTo>
                    <a:pt x="770768" y="11219"/>
                  </a:lnTo>
                  <a:lnTo>
                    <a:pt x="817944" y="5028"/>
                  </a:lnTo>
                  <a:lnTo>
                    <a:pt x="865842" y="1267"/>
                  </a:lnTo>
                  <a:lnTo>
                    <a:pt x="914400" y="0"/>
                  </a:lnTo>
                  <a:lnTo>
                    <a:pt x="962957" y="1267"/>
                  </a:lnTo>
                  <a:lnTo>
                    <a:pt x="1010855" y="5028"/>
                  </a:lnTo>
                  <a:lnTo>
                    <a:pt x="1058031" y="11219"/>
                  </a:lnTo>
                  <a:lnTo>
                    <a:pt x="1104420" y="19776"/>
                  </a:lnTo>
                  <a:lnTo>
                    <a:pt x="1149960" y="30637"/>
                  </a:lnTo>
                  <a:lnTo>
                    <a:pt x="1194588" y="43738"/>
                  </a:lnTo>
                  <a:lnTo>
                    <a:pt x="1238240" y="59016"/>
                  </a:lnTo>
                  <a:lnTo>
                    <a:pt x="1280854" y="76408"/>
                  </a:lnTo>
                  <a:lnTo>
                    <a:pt x="1322365" y="95851"/>
                  </a:lnTo>
                  <a:lnTo>
                    <a:pt x="1362711" y="117281"/>
                  </a:lnTo>
                  <a:lnTo>
                    <a:pt x="1401828" y="140635"/>
                  </a:lnTo>
                  <a:lnTo>
                    <a:pt x="1439653" y="165849"/>
                  </a:lnTo>
                  <a:lnTo>
                    <a:pt x="1476124" y="192862"/>
                  </a:lnTo>
                  <a:lnTo>
                    <a:pt x="1511176" y="221609"/>
                  </a:lnTo>
                  <a:lnTo>
                    <a:pt x="1544746" y="252027"/>
                  </a:lnTo>
                  <a:lnTo>
                    <a:pt x="1576772" y="284053"/>
                  </a:lnTo>
                  <a:lnTo>
                    <a:pt x="1607190" y="317623"/>
                  </a:lnTo>
                  <a:lnTo>
                    <a:pt x="1635937" y="352675"/>
                  </a:lnTo>
                  <a:lnTo>
                    <a:pt x="1662950" y="389146"/>
                  </a:lnTo>
                  <a:lnTo>
                    <a:pt x="1688164" y="426971"/>
                  </a:lnTo>
                  <a:lnTo>
                    <a:pt x="1711518" y="466088"/>
                  </a:lnTo>
                  <a:lnTo>
                    <a:pt x="1732948" y="506434"/>
                  </a:lnTo>
                  <a:lnTo>
                    <a:pt x="1752391" y="547945"/>
                  </a:lnTo>
                  <a:lnTo>
                    <a:pt x="1769783" y="590559"/>
                  </a:lnTo>
                  <a:lnTo>
                    <a:pt x="1785061" y="634211"/>
                  </a:lnTo>
                  <a:lnTo>
                    <a:pt x="1798162" y="678839"/>
                  </a:lnTo>
                  <a:lnTo>
                    <a:pt x="1809023" y="724379"/>
                  </a:lnTo>
                  <a:lnTo>
                    <a:pt x="1817580" y="770768"/>
                  </a:lnTo>
                  <a:lnTo>
                    <a:pt x="1823771" y="817944"/>
                  </a:lnTo>
                  <a:lnTo>
                    <a:pt x="1827532" y="865842"/>
                  </a:lnTo>
                  <a:lnTo>
                    <a:pt x="1828800" y="914400"/>
                  </a:lnTo>
                  <a:lnTo>
                    <a:pt x="1827532" y="962957"/>
                  </a:lnTo>
                  <a:lnTo>
                    <a:pt x="1823771" y="1010855"/>
                  </a:lnTo>
                  <a:lnTo>
                    <a:pt x="1817580" y="1058031"/>
                  </a:lnTo>
                  <a:lnTo>
                    <a:pt x="1809023" y="1104420"/>
                  </a:lnTo>
                  <a:lnTo>
                    <a:pt x="1798162" y="1149960"/>
                  </a:lnTo>
                  <a:lnTo>
                    <a:pt x="1785061" y="1194588"/>
                  </a:lnTo>
                  <a:lnTo>
                    <a:pt x="1769783" y="1238240"/>
                  </a:lnTo>
                  <a:lnTo>
                    <a:pt x="1752391" y="1280854"/>
                  </a:lnTo>
                  <a:lnTo>
                    <a:pt x="1732948" y="1322365"/>
                  </a:lnTo>
                  <a:lnTo>
                    <a:pt x="1711518" y="1362711"/>
                  </a:lnTo>
                  <a:lnTo>
                    <a:pt x="1688164" y="1401828"/>
                  </a:lnTo>
                  <a:lnTo>
                    <a:pt x="1662950" y="1439653"/>
                  </a:lnTo>
                  <a:lnTo>
                    <a:pt x="1635937" y="1476124"/>
                  </a:lnTo>
                  <a:lnTo>
                    <a:pt x="1607190" y="1511176"/>
                  </a:lnTo>
                  <a:lnTo>
                    <a:pt x="1576772" y="1544746"/>
                  </a:lnTo>
                  <a:lnTo>
                    <a:pt x="1544746" y="1576772"/>
                  </a:lnTo>
                  <a:lnTo>
                    <a:pt x="1511176" y="1607190"/>
                  </a:lnTo>
                  <a:lnTo>
                    <a:pt x="1476124" y="1635937"/>
                  </a:lnTo>
                  <a:lnTo>
                    <a:pt x="1439653" y="1662950"/>
                  </a:lnTo>
                  <a:lnTo>
                    <a:pt x="1401828" y="1688164"/>
                  </a:lnTo>
                  <a:lnTo>
                    <a:pt x="1362711" y="1711518"/>
                  </a:lnTo>
                  <a:lnTo>
                    <a:pt x="1322365" y="1732948"/>
                  </a:lnTo>
                  <a:lnTo>
                    <a:pt x="1280854" y="1752391"/>
                  </a:lnTo>
                  <a:lnTo>
                    <a:pt x="1238240" y="1769783"/>
                  </a:lnTo>
                  <a:lnTo>
                    <a:pt x="1194588" y="1785061"/>
                  </a:lnTo>
                  <a:lnTo>
                    <a:pt x="1149960" y="1798162"/>
                  </a:lnTo>
                  <a:lnTo>
                    <a:pt x="1104420" y="1809023"/>
                  </a:lnTo>
                  <a:lnTo>
                    <a:pt x="1058031" y="1817580"/>
                  </a:lnTo>
                  <a:lnTo>
                    <a:pt x="1010855" y="1823771"/>
                  </a:lnTo>
                  <a:lnTo>
                    <a:pt x="962957" y="1827532"/>
                  </a:lnTo>
                  <a:lnTo>
                    <a:pt x="914400" y="1828800"/>
                  </a:lnTo>
                  <a:lnTo>
                    <a:pt x="865842" y="1827532"/>
                  </a:lnTo>
                  <a:lnTo>
                    <a:pt x="817944" y="1823771"/>
                  </a:lnTo>
                  <a:lnTo>
                    <a:pt x="770768" y="1817580"/>
                  </a:lnTo>
                  <a:lnTo>
                    <a:pt x="724379" y="1809023"/>
                  </a:lnTo>
                  <a:lnTo>
                    <a:pt x="678839" y="1798162"/>
                  </a:lnTo>
                  <a:lnTo>
                    <a:pt x="634211" y="1785061"/>
                  </a:lnTo>
                  <a:lnTo>
                    <a:pt x="590559" y="1769783"/>
                  </a:lnTo>
                  <a:lnTo>
                    <a:pt x="547945" y="1752391"/>
                  </a:lnTo>
                  <a:lnTo>
                    <a:pt x="506434" y="1732948"/>
                  </a:lnTo>
                  <a:lnTo>
                    <a:pt x="466088" y="1711518"/>
                  </a:lnTo>
                  <a:lnTo>
                    <a:pt x="426971" y="1688164"/>
                  </a:lnTo>
                  <a:lnTo>
                    <a:pt x="389146" y="1662950"/>
                  </a:lnTo>
                  <a:lnTo>
                    <a:pt x="352675" y="1635937"/>
                  </a:lnTo>
                  <a:lnTo>
                    <a:pt x="317623" y="1607190"/>
                  </a:lnTo>
                  <a:lnTo>
                    <a:pt x="284053" y="1576772"/>
                  </a:lnTo>
                  <a:lnTo>
                    <a:pt x="252027" y="1544746"/>
                  </a:lnTo>
                  <a:lnTo>
                    <a:pt x="221609" y="1511176"/>
                  </a:lnTo>
                  <a:lnTo>
                    <a:pt x="192862" y="1476124"/>
                  </a:lnTo>
                  <a:lnTo>
                    <a:pt x="165849" y="1439653"/>
                  </a:lnTo>
                  <a:lnTo>
                    <a:pt x="140635" y="1401828"/>
                  </a:lnTo>
                  <a:lnTo>
                    <a:pt x="117281" y="1362711"/>
                  </a:lnTo>
                  <a:lnTo>
                    <a:pt x="95851" y="1322365"/>
                  </a:lnTo>
                  <a:lnTo>
                    <a:pt x="76408" y="1280854"/>
                  </a:lnTo>
                  <a:lnTo>
                    <a:pt x="59016" y="1238240"/>
                  </a:lnTo>
                  <a:lnTo>
                    <a:pt x="43738" y="1194588"/>
                  </a:lnTo>
                  <a:lnTo>
                    <a:pt x="30637" y="1149960"/>
                  </a:lnTo>
                  <a:lnTo>
                    <a:pt x="19776" y="1104420"/>
                  </a:lnTo>
                  <a:lnTo>
                    <a:pt x="11219" y="1058031"/>
                  </a:lnTo>
                  <a:lnTo>
                    <a:pt x="5028" y="1010855"/>
                  </a:lnTo>
                  <a:lnTo>
                    <a:pt x="1267" y="962957"/>
                  </a:lnTo>
                  <a:lnTo>
                    <a:pt x="0" y="914400"/>
                  </a:lnTo>
                  <a:close/>
                </a:path>
              </a:pathLst>
            </a:custGeom>
            <a:ln w="9144">
              <a:solidFill>
                <a:srgbClr val="FFFFFF"/>
              </a:solidFill>
            </a:ln>
          </p:spPr>
          <p:txBody>
            <a:bodyPr wrap="square" lIns="0" tIns="0" rIns="0" bIns="0" rtlCol="0"/>
            <a:lstStyle/>
            <a:p>
              <a:endParaRPr/>
            </a:p>
          </p:txBody>
        </p:sp>
        <p:sp>
          <p:nvSpPr>
            <p:cNvPr id="8" name="object 8"/>
            <p:cNvSpPr/>
            <p:nvPr/>
          </p:nvSpPr>
          <p:spPr>
            <a:xfrm>
              <a:off x="8902445" y="4595622"/>
              <a:ext cx="929640" cy="797560"/>
            </a:xfrm>
            <a:custGeom>
              <a:avLst/>
              <a:gdLst/>
              <a:ahLst/>
              <a:cxnLst/>
              <a:rect l="l" t="t" r="r" b="b"/>
              <a:pathLst>
                <a:path w="929640" h="797560">
                  <a:moveTo>
                    <a:pt x="0" y="615695"/>
                  </a:moveTo>
                  <a:lnTo>
                    <a:pt x="6394" y="567469"/>
                  </a:lnTo>
                  <a:lnTo>
                    <a:pt x="24440" y="524143"/>
                  </a:lnTo>
                  <a:lnTo>
                    <a:pt x="52435" y="487441"/>
                  </a:lnTo>
                  <a:lnTo>
                    <a:pt x="88674" y="459090"/>
                  </a:lnTo>
                  <a:lnTo>
                    <a:pt x="131453" y="440815"/>
                  </a:lnTo>
                  <a:lnTo>
                    <a:pt x="179070" y="434339"/>
                  </a:lnTo>
                  <a:lnTo>
                    <a:pt x="226686" y="440815"/>
                  </a:lnTo>
                  <a:lnTo>
                    <a:pt x="269465" y="459090"/>
                  </a:lnTo>
                  <a:lnTo>
                    <a:pt x="305704" y="487441"/>
                  </a:lnTo>
                  <a:lnTo>
                    <a:pt x="333699" y="524143"/>
                  </a:lnTo>
                  <a:lnTo>
                    <a:pt x="351745" y="567469"/>
                  </a:lnTo>
                  <a:lnTo>
                    <a:pt x="358139" y="615695"/>
                  </a:lnTo>
                  <a:lnTo>
                    <a:pt x="351745" y="663922"/>
                  </a:lnTo>
                  <a:lnTo>
                    <a:pt x="333699" y="707248"/>
                  </a:lnTo>
                  <a:lnTo>
                    <a:pt x="305704" y="743950"/>
                  </a:lnTo>
                  <a:lnTo>
                    <a:pt x="269465" y="772301"/>
                  </a:lnTo>
                  <a:lnTo>
                    <a:pt x="226686" y="790576"/>
                  </a:lnTo>
                  <a:lnTo>
                    <a:pt x="179070" y="797051"/>
                  </a:lnTo>
                  <a:lnTo>
                    <a:pt x="131453" y="790576"/>
                  </a:lnTo>
                  <a:lnTo>
                    <a:pt x="88674" y="772301"/>
                  </a:lnTo>
                  <a:lnTo>
                    <a:pt x="52435" y="743950"/>
                  </a:lnTo>
                  <a:lnTo>
                    <a:pt x="24440" y="707248"/>
                  </a:lnTo>
                  <a:lnTo>
                    <a:pt x="6394" y="663922"/>
                  </a:lnTo>
                  <a:lnTo>
                    <a:pt x="0" y="615695"/>
                  </a:lnTo>
                  <a:close/>
                </a:path>
                <a:path w="929640" h="797560">
                  <a:moveTo>
                    <a:pt x="571500" y="615695"/>
                  </a:moveTo>
                  <a:lnTo>
                    <a:pt x="577894" y="567469"/>
                  </a:lnTo>
                  <a:lnTo>
                    <a:pt x="595940" y="524143"/>
                  </a:lnTo>
                  <a:lnTo>
                    <a:pt x="623935" y="487441"/>
                  </a:lnTo>
                  <a:lnTo>
                    <a:pt x="660174" y="459090"/>
                  </a:lnTo>
                  <a:lnTo>
                    <a:pt x="702953" y="440815"/>
                  </a:lnTo>
                  <a:lnTo>
                    <a:pt x="750570" y="434339"/>
                  </a:lnTo>
                  <a:lnTo>
                    <a:pt x="798186" y="440815"/>
                  </a:lnTo>
                  <a:lnTo>
                    <a:pt x="840965" y="459090"/>
                  </a:lnTo>
                  <a:lnTo>
                    <a:pt x="877204" y="487441"/>
                  </a:lnTo>
                  <a:lnTo>
                    <a:pt x="905199" y="524143"/>
                  </a:lnTo>
                  <a:lnTo>
                    <a:pt x="923245" y="567469"/>
                  </a:lnTo>
                  <a:lnTo>
                    <a:pt x="929639" y="615695"/>
                  </a:lnTo>
                  <a:lnTo>
                    <a:pt x="923245" y="663922"/>
                  </a:lnTo>
                  <a:lnTo>
                    <a:pt x="905199" y="707248"/>
                  </a:lnTo>
                  <a:lnTo>
                    <a:pt x="877204" y="743950"/>
                  </a:lnTo>
                  <a:lnTo>
                    <a:pt x="840965" y="772301"/>
                  </a:lnTo>
                  <a:lnTo>
                    <a:pt x="798186" y="790576"/>
                  </a:lnTo>
                  <a:lnTo>
                    <a:pt x="750570" y="797051"/>
                  </a:lnTo>
                  <a:lnTo>
                    <a:pt x="702953" y="790576"/>
                  </a:lnTo>
                  <a:lnTo>
                    <a:pt x="660174" y="772301"/>
                  </a:lnTo>
                  <a:lnTo>
                    <a:pt x="623935" y="743950"/>
                  </a:lnTo>
                  <a:lnTo>
                    <a:pt x="595940" y="707248"/>
                  </a:lnTo>
                  <a:lnTo>
                    <a:pt x="577894" y="663922"/>
                  </a:lnTo>
                  <a:lnTo>
                    <a:pt x="571500" y="615695"/>
                  </a:lnTo>
                  <a:close/>
                </a:path>
                <a:path w="929640" h="797560">
                  <a:moveTo>
                    <a:pt x="571500" y="614171"/>
                  </a:moveTo>
                  <a:lnTo>
                    <a:pt x="633614" y="300880"/>
                  </a:lnTo>
                  <a:lnTo>
                    <a:pt x="665511" y="140001"/>
                  </a:lnTo>
                  <a:lnTo>
                    <a:pt x="677263" y="80730"/>
                  </a:lnTo>
                  <a:lnTo>
                    <a:pt x="701325" y="22558"/>
                  </a:lnTo>
                  <a:lnTo>
                    <a:pt x="750570" y="0"/>
                  </a:lnTo>
                  <a:lnTo>
                    <a:pt x="776870" y="6201"/>
                  </a:lnTo>
                  <a:lnTo>
                    <a:pt x="816042" y="45702"/>
                  </a:lnTo>
                  <a:lnTo>
                    <a:pt x="884312" y="385554"/>
                  </a:lnTo>
                  <a:lnTo>
                    <a:pt x="916209" y="546433"/>
                  </a:lnTo>
                  <a:lnTo>
                    <a:pt x="927961" y="605704"/>
                  </a:lnTo>
                  <a:lnTo>
                    <a:pt x="929639" y="614171"/>
                  </a:lnTo>
                </a:path>
                <a:path w="929640" h="797560">
                  <a:moveTo>
                    <a:pt x="358139" y="614171"/>
                  </a:moveTo>
                  <a:lnTo>
                    <a:pt x="296025" y="300880"/>
                  </a:lnTo>
                  <a:lnTo>
                    <a:pt x="264128" y="140001"/>
                  </a:lnTo>
                  <a:lnTo>
                    <a:pt x="252376" y="80730"/>
                  </a:lnTo>
                  <a:lnTo>
                    <a:pt x="228314" y="22558"/>
                  </a:lnTo>
                  <a:lnTo>
                    <a:pt x="179070" y="0"/>
                  </a:lnTo>
                  <a:lnTo>
                    <a:pt x="152769" y="6201"/>
                  </a:lnTo>
                  <a:lnTo>
                    <a:pt x="113597" y="45702"/>
                  </a:lnTo>
                  <a:lnTo>
                    <a:pt x="45327" y="385554"/>
                  </a:lnTo>
                  <a:lnTo>
                    <a:pt x="13430" y="546433"/>
                  </a:lnTo>
                  <a:lnTo>
                    <a:pt x="1678" y="605704"/>
                  </a:lnTo>
                  <a:lnTo>
                    <a:pt x="0" y="614171"/>
                  </a:lnTo>
                </a:path>
                <a:path w="929640" h="797560">
                  <a:moveTo>
                    <a:pt x="286511" y="217931"/>
                  </a:moveTo>
                  <a:lnTo>
                    <a:pt x="644651" y="217931"/>
                  </a:lnTo>
                </a:path>
                <a:path w="929640" h="797560">
                  <a:moveTo>
                    <a:pt x="609600" y="400811"/>
                  </a:moveTo>
                  <a:lnTo>
                    <a:pt x="593181" y="378785"/>
                  </a:lnTo>
                  <a:lnTo>
                    <a:pt x="580167" y="367474"/>
                  </a:lnTo>
                  <a:lnTo>
                    <a:pt x="563772" y="363307"/>
                  </a:lnTo>
                  <a:lnTo>
                    <a:pt x="537209" y="362711"/>
                  </a:lnTo>
                  <a:lnTo>
                    <a:pt x="495514" y="362711"/>
                  </a:lnTo>
                  <a:lnTo>
                    <a:pt x="447865" y="362711"/>
                  </a:lnTo>
                  <a:lnTo>
                    <a:pt x="408693" y="362711"/>
                  </a:lnTo>
                  <a:lnTo>
                    <a:pt x="392429" y="362711"/>
                  </a:lnTo>
                  <a:lnTo>
                    <a:pt x="362045" y="368665"/>
                  </a:lnTo>
                  <a:lnTo>
                    <a:pt x="339280" y="381761"/>
                  </a:lnTo>
                  <a:lnTo>
                    <a:pt x="324992" y="394858"/>
                  </a:lnTo>
                  <a:lnTo>
                    <a:pt x="320039" y="400811"/>
                  </a:lnTo>
                </a:path>
              </a:pathLst>
            </a:custGeom>
            <a:ln w="19812">
              <a:solidFill>
                <a:srgbClr val="FFFFFF"/>
              </a:solidFill>
            </a:ln>
          </p:spPr>
          <p:txBody>
            <a:bodyPr wrap="square" lIns="0" tIns="0" rIns="0" bIns="0" rtlCol="0"/>
            <a:lstStyle/>
            <a:p>
              <a:endParaRPr/>
            </a:p>
          </p:txBody>
        </p:sp>
        <p:sp>
          <p:nvSpPr>
            <p:cNvPr id="9" name="object 9"/>
            <p:cNvSpPr/>
            <p:nvPr/>
          </p:nvSpPr>
          <p:spPr>
            <a:xfrm>
              <a:off x="963167" y="4079748"/>
              <a:ext cx="1828800" cy="1828800"/>
            </a:xfrm>
            <a:custGeom>
              <a:avLst/>
              <a:gdLst/>
              <a:ahLst/>
              <a:cxnLst/>
              <a:rect l="l" t="t" r="r" b="b"/>
              <a:pathLst>
                <a:path w="1828800" h="1828800">
                  <a:moveTo>
                    <a:pt x="914400" y="0"/>
                  </a:moveTo>
                  <a:lnTo>
                    <a:pt x="865842" y="1267"/>
                  </a:lnTo>
                  <a:lnTo>
                    <a:pt x="817944" y="5028"/>
                  </a:lnTo>
                  <a:lnTo>
                    <a:pt x="770768" y="11219"/>
                  </a:lnTo>
                  <a:lnTo>
                    <a:pt x="724379" y="19776"/>
                  </a:lnTo>
                  <a:lnTo>
                    <a:pt x="678839" y="30637"/>
                  </a:lnTo>
                  <a:lnTo>
                    <a:pt x="634211" y="43738"/>
                  </a:lnTo>
                  <a:lnTo>
                    <a:pt x="590559" y="59016"/>
                  </a:lnTo>
                  <a:lnTo>
                    <a:pt x="547945" y="76408"/>
                  </a:lnTo>
                  <a:lnTo>
                    <a:pt x="506434" y="95851"/>
                  </a:lnTo>
                  <a:lnTo>
                    <a:pt x="466088" y="117281"/>
                  </a:lnTo>
                  <a:lnTo>
                    <a:pt x="426971" y="140635"/>
                  </a:lnTo>
                  <a:lnTo>
                    <a:pt x="389146" y="165849"/>
                  </a:lnTo>
                  <a:lnTo>
                    <a:pt x="352675" y="192862"/>
                  </a:lnTo>
                  <a:lnTo>
                    <a:pt x="317623" y="221609"/>
                  </a:lnTo>
                  <a:lnTo>
                    <a:pt x="284053" y="252027"/>
                  </a:lnTo>
                  <a:lnTo>
                    <a:pt x="252027" y="284053"/>
                  </a:lnTo>
                  <a:lnTo>
                    <a:pt x="221609" y="317623"/>
                  </a:lnTo>
                  <a:lnTo>
                    <a:pt x="192862" y="352675"/>
                  </a:lnTo>
                  <a:lnTo>
                    <a:pt x="165849" y="389146"/>
                  </a:lnTo>
                  <a:lnTo>
                    <a:pt x="140635" y="426971"/>
                  </a:lnTo>
                  <a:lnTo>
                    <a:pt x="117281" y="466088"/>
                  </a:lnTo>
                  <a:lnTo>
                    <a:pt x="95851" y="506434"/>
                  </a:lnTo>
                  <a:lnTo>
                    <a:pt x="76408" y="547945"/>
                  </a:lnTo>
                  <a:lnTo>
                    <a:pt x="59016" y="590559"/>
                  </a:lnTo>
                  <a:lnTo>
                    <a:pt x="43738" y="634211"/>
                  </a:lnTo>
                  <a:lnTo>
                    <a:pt x="30637" y="678839"/>
                  </a:lnTo>
                  <a:lnTo>
                    <a:pt x="19776" y="724379"/>
                  </a:lnTo>
                  <a:lnTo>
                    <a:pt x="11219" y="770768"/>
                  </a:lnTo>
                  <a:lnTo>
                    <a:pt x="5028" y="817944"/>
                  </a:lnTo>
                  <a:lnTo>
                    <a:pt x="1267" y="865842"/>
                  </a:lnTo>
                  <a:lnTo>
                    <a:pt x="0" y="914400"/>
                  </a:lnTo>
                  <a:lnTo>
                    <a:pt x="1267" y="962957"/>
                  </a:lnTo>
                  <a:lnTo>
                    <a:pt x="5028" y="1010855"/>
                  </a:lnTo>
                  <a:lnTo>
                    <a:pt x="11219" y="1058031"/>
                  </a:lnTo>
                  <a:lnTo>
                    <a:pt x="19776" y="1104420"/>
                  </a:lnTo>
                  <a:lnTo>
                    <a:pt x="30637" y="1149960"/>
                  </a:lnTo>
                  <a:lnTo>
                    <a:pt x="43738" y="1194588"/>
                  </a:lnTo>
                  <a:lnTo>
                    <a:pt x="59016" y="1238240"/>
                  </a:lnTo>
                  <a:lnTo>
                    <a:pt x="76408" y="1280854"/>
                  </a:lnTo>
                  <a:lnTo>
                    <a:pt x="95851" y="1322365"/>
                  </a:lnTo>
                  <a:lnTo>
                    <a:pt x="117281" y="1362711"/>
                  </a:lnTo>
                  <a:lnTo>
                    <a:pt x="140635" y="1401828"/>
                  </a:lnTo>
                  <a:lnTo>
                    <a:pt x="165849" y="1439653"/>
                  </a:lnTo>
                  <a:lnTo>
                    <a:pt x="192862" y="1476124"/>
                  </a:lnTo>
                  <a:lnTo>
                    <a:pt x="221609" y="1511176"/>
                  </a:lnTo>
                  <a:lnTo>
                    <a:pt x="252027" y="1544746"/>
                  </a:lnTo>
                  <a:lnTo>
                    <a:pt x="284053" y="1576772"/>
                  </a:lnTo>
                  <a:lnTo>
                    <a:pt x="317623" y="1607190"/>
                  </a:lnTo>
                  <a:lnTo>
                    <a:pt x="352675" y="1635937"/>
                  </a:lnTo>
                  <a:lnTo>
                    <a:pt x="389146" y="1662950"/>
                  </a:lnTo>
                  <a:lnTo>
                    <a:pt x="426971" y="1688164"/>
                  </a:lnTo>
                  <a:lnTo>
                    <a:pt x="466088" y="1711518"/>
                  </a:lnTo>
                  <a:lnTo>
                    <a:pt x="506434" y="1732948"/>
                  </a:lnTo>
                  <a:lnTo>
                    <a:pt x="547945" y="1752391"/>
                  </a:lnTo>
                  <a:lnTo>
                    <a:pt x="590559" y="1769783"/>
                  </a:lnTo>
                  <a:lnTo>
                    <a:pt x="634211" y="1785061"/>
                  </a:lnTo>
                  <a:lnTo>
                    <a:pt x="678839" y="1798162"/>
                  </a:lnTo>
                  <a:lnTo>
                    <a:pt x="724379" y="1809023"/>
                  </a:lnTo>
                  <a:lnTo>
                    <a:pt x="770768" y="1817580"/>
                  </a:lnTo>
                  <a:lnTo>
                    <a:pt x="817944" y="1823771"/>
                  </a:lnTo>
                  <a:lnTo>
                    <a:pt x="865842" y="1827532"/>
                  </a:lnTo>
                  <a:lnTo>
                    <a:pt x="914400" y="1828800"/>
                  </a:lnTo>
                  <a:lnTo>
                    <a:pt x="962957" y="1827532"/>
                  </a:lnTo>
                  <a:lnTo>
                    <a:pt x="1010855" y="1823771"/>
                  </a:lnTo>
                  <a:lnTo>
                    <a:pt x="1058031" y="1817580"/>
                  </a:lnTo>
                  <a:lnTo>
                    <a:pt x="1104420" y="1809023"/>
                  </a:lnTo>
                  <a:lnTo>
                    <a:pt x="1149960" y="1798162"/>
                  </a:lnTo>
                  <a:lnTo>
                    <a:pt x="1194588" y="1785061"/>
                  </a:lnTo>
                  <a:lnTo>
                    <a:pt x="1238240" y="1769783"/>
                  </a:lnTo>
                  <a:lnTo>
                    <a:pt x="1280854" y="1752391"/>
                  </a:lnTo>
                  <a:lnTo>
                    <a:pt x="1322365" y="1732948"/>
                  </a:lnTo>
                  <a:lnTo>
                    <a:pt x="1362711" y="1711518"/>
                  </a:lnTo>
                  <a:lnTo>
                    <a:pt x="1401828" y="1688164"/>
                  </a:lnTo>
                  <a:lnTo>
                    <a:pt x="1439653" y="1662950"/>
                  </a:lnTo>
                  <a:lnTo>
                    <a:pt x="1476124" y="1635937"/>
                  </a:lnTo>
                  <a:lnTo>
                    <a:pt x="1511176" y="1607190"/>
                  </a:lnTo>
                  <a:lnTo>
                    <a:pt x="1544746" y="1576772"/>
                  </a:lnTo>
                  <a:lnTo>
                    <a:pt x="1576772" y="1544746"/>
                  </a:lnTo>
                  <a:lnTo>
                    <a:pt x="1607190" y="1511176"/>
                  </a:lnTo>
                  <a:lnTo>
                    <a:pt x="1635937" y="1476124"/>
                  </a:lnTo>
                  <a:lnTo>
                    <a:pt x="1662950" y="1439653"/>
                  </a:lnTo>
                  <a:lnTo>
                    <a:pt x="1688164" y="1401828"/>
                  </a:lnTo>
                  <a:lnTo>
                    <a:pt x="1711518" y="1362711"/>
                  </a:lnTo>
                  <a:lnTo>
                    <a:pt x="1732948" y="1322365"/>
                  </a:lnTo>
                  <a:lnTo>
                    <a:pt x="1752391" y="1280854"/>
                  </a:lnTo>
                  <a:lnTo>
                    <a:pt x="1769783" y="1238240"/>
                  </a:lnTo>
                  <a:lnTo>
                    <a:pt x="1785061" y="1194588"/>
                  </a:lnTo>
                  <a:lnTo>
                    <a:pt x="1798162" y="1149960"/>
                  </a:lnTo>
                  <a:lnTo>
                    <a:pt x="1809023" y="1104420"/>
                  </a:lnTo>
                  <a:lnTo>
                    <a:pt x="1817580" y="1058031"/>
                  </a:lnTo>
                  <a:lnTo>
                    <a:pt x="1823771" y="1010855"/>
                  </a:lnTo>
                  <a:lnTo>
                    <a:pt x="1827532" y="962957"/>
                  </a:lnTo>
                  <a:lnTo>
                    <a:pt x="1828800" y="914400"/>
                  </a:lnTo>
                  <a:lnTo>
                    <a:pt x="1827532" y="865842"/>
                  </a:lnTo>
                  <a:lnTo>
                    <a:pt x="1823771" y="817944"/>
                  </a:lnTo>
                  <a:lnTo>
                    <a:pt x="1817580" y="770768"/>
                  </a:lnTo>
                  <a:lnTo>
                    <a:pt x="1809023" y="724379"/>
                  </a:lnTo>
                  <a:lnTo>
                    <a:pt x="1798162" y="678839"/>
                  </a:lnTo>
                  <a:lnTo>
                    <a:pt x="1785061" y="634211"/>
                  </a:lnTo>
                  <a:lnTo>
                    <a:pt x="1769783" y="590559"/>
                  </a:lnTo>
                  <a:lnTo>
                    <a:pt x="1752391" y="547945"/>
                  </a:lnTo>
                  <a:lnTo>
                    <a:pt x="1732948" y="506434"/>
                  </a:lnTo>
                  <a:lnTo>
                    <a:pt x="1711518" y="466088"/>
                  </a:lnTo>
                  <a:lnTo>
                    <a:pt x="1688164" y="426971"/>
                  </a:lnTo>
                  <a:lnTo>
                    <a:pt x="1662950" y="389146"/>
                  </a:lnTo>
                  <a:lnTo>
                    <a:pt x="1635937" y="352675"/>
                  </a:lnTo>
                  <a:lnTo>
                    <a:pt x="1607190" y="317623"/>
                  </a:lnTo>
                  <a:lnTo>
                    <a:pt x="1576772" y="284053"/>
                  </a:lnTo>
                  <a:lnTo>
                    <a:pt x="1544746" y="252027"/>
                  </a:lnTo>
                  <a:lnTo>
                    <a:pt x="1511176" y="221609"/>
                  </a:lnTo>
                  <a:lnTo>
                    <a:pt x="1476124" y="192862"/>
                  </a:lnTo>
                  <a:lnTo>
                    <a:pt x="1439653" y="165849"/>
                  </a:lnTo>
                  <a:lnTo>
                    <a:pt x="1401828" y="140635"/>
                  </a:lnTo>
                  <a:lnTo>
                    <a:pt x="1362711" y="117281"/>
                  </a:lnTo>
                  <a:lnTo>
                    <a:pt x="1322365" y="95851"/>
                  </a:lnTo>
                  <a:lnTo>
                    <a:pt x="1280854" y="76408"/>
                  </a:lnTo>
                  <a:lnTo>
                    <a:pt x="1238240" y="59016"/>
                  </a:lnTo>
                  <a:lnTo>
                    <a:pt x="1194588" y="43738"/>
                  </a:lnTo>
                  <a:lnTo>
                    <a:pt x="1149960" y="30637"/>
                  </a:lnTo>
                  <a:lnTo>
                    <a:pt x="1104420" y="19776"/>
                  </a:lnTo>
                  <a:lnTo>
                    <a:pt x="1058031" y="11219"/>
                  </a:lnTo>
                  <a:lnTo>
                    <a:pt x="1010855" y="5028"/>
                  </a:lnTo>
                  <a:lnTo>
                    <a:pt x="962957" y="1267"/>
                  </a:lnTo>
                  <a:lnTo>
                    <a:pt x="914400" y="0"/>
                  </a:lnTo>
                  <a:close/>
                </a:path>
              </a:pathLst>
            </a:custGeom>
            <a:solidFill>
              <a:srgbClr val="F8F8F8">
                <a:alpha val="30195"/>
              </a:srgbClr>
            </a:solidFill>
          </p:spPr>
          <p:txBody>
            <a:bodyPr wrap="square" lIns="0" tIns="0" rIns="0" bIns="0" rtlCol="0"/>
            <a:lstStyle/>
            <a:p>
              <a:endParaRPr/>
            </a:p>
          </p:txBody>
        </p:sp>
        <p:sp>
          <p:nvSpPr>
            <p:cNvPr id="10" name="object 10"/>
            <p:cNvSpPr/>
            <p:nvPr/>
          </p:nvSpPr>
          <p:spPr>
            <a:xfrm>
              <a:off x="963167" y="4079748"/>
              <a:ext cx="1828800" cy="1828800"/>
            </a:xfrm>
            <a:custGeom>
              <a:avLst/>
              <a:gdLst/>
              <a:ahLst/>
              <a:cxnLst/>
              <a:rect l="l" t="t" r="r" b="b"/>
              <a:pathLst>
                <a:path w="1828800" h="1828800">
                  <a:moveTo>
                    <a:pt x="0" y="914400"/>
                  </a:moveTo>
                  <a:lnTo>
                    <a:pt x="1267" y="865842"/>
                  </a:lnTo>
                  <a:lnTo>
                    <a:pt x="5028" y="817944"/>
                  </a:lnTo>
                  <a:lnTo>
                    <a:pt x="11219" y="770768"/>
                  </a:lnTo>
                  <a:lnTo>
                    <a:pt x="19776" y="724379"/>
                  </a:lnTo>
                  <a:lnTo>
                    <a:pt x="30637" y="678839"/>
                  </a:lnTo>
                  <a:lnTo>
                    <a:pt x="43738" y="634211"/>
                  </a:lnTo>
                  <a:lnTo>
                    <a:pt x="59016" y="590559"/>
                  </a:lnTo>
                  <a:lnTo>
                    <a:pt x="76408" y="547945"/>
                  </a:lnTo>
                  <a:lnTo>
                    <a:pt x="95851" y="506434"/>
                  </a:lnTo>
                  <a:lnTo>
                    <a:pt x="117281" y="466088"/>
                  </a:lnTo>
                  <a:lnTo>
                    <a:pt x="140635" y="426971"/>
                  </a:lnTo>
                  <a:lnTo>
                    <a:pt x="165849" y="389146"/>
                  </a:lnTo>
                  <a:lnTo>
                    <a:pt x="192862" y="352675"/>
                  </a:lnTo>
                  <a:lnTo>
                    <a:pt x="221609" y="317623"/>
                  </a:lnTo>
                  <a:lnTo>
                    <a:pt x="252027" y="284053"/>
                  </a:lnTo>
                  <a:lnTo>
                    <a:pt x="284053" y="252027"/>
                  </a:lnTo>
                  <a:lnTo>
                    <a:pt x="317623" y="221609"/>
                  </a:lnTo>
                  <a:lnTo>
                    <a:pt x="352675" y="192862"/>
                  </a:lnTo>
                  <a:lnTo>
                    <a:pt x="389146" y="165849"/>
                  </a:lnTo>
                  <a:lnTo>
                    <a:pt x="426971" y="140635"/>
                  </a:lnTo>
                  <a:lnTo>
                    <a:pt x="466088" y="117281"/>
                  </a:lnTo>
                  <a:lnTo>
                    <a:pt x="506434" y="95851"/>
                  </a:lnTo>
                  <a:lnTo>
                    <a:pt x="547945" y="76408"/>
                  </a:lnTo>
                  <a:lnTo>
                    <a:pt x="590559" y="59016"/>
                  </a:lnTo>
                  <a:lnTo>
                    <a:pt x="634211" y="43738"/>
                  </a:lnTo>
                  <a:lnTo>
                    <a:pt x="678839" y="30637"/>
                  </a:lnTo>
                  <a:lnTo>
                    <a:pt x="724379" y="19776"/>
                  </a:lnTo>
                  <a:lnTo>
                    <a:pt x="770768" y="11219"/>
                  </a:lnTo>
                  <a:lnTo>
                    <a:pt x="817944" y="5028"/>
                  </a:lnTo>
                  <a:lnTo>
                    <a:pt x="865842" y="1267"/>
                  </a:lnTo>
                  <a:lnTo>
                    <a:pt x="914400" y="0"/>
                  </a:lnTo>
                  <a:lnTo>
                    <a:pt x="962957" y="1267"/>
                  </a:lnTo>
                  <a:lnTo>
                    <a:pt x="1010855" y="5028"/>
                  </a:lnTo>
                  <a:lnTo>
                    <a:pt x="1058031" y="11219"/>
                  </a:lnTo>
                  <a:lnTo>
                    <a:pt x="1104420" y="19776"/>
                  </a:lnTo>
                  <a:lnTo>
                    <a:pt x="1149960" y="30637"/>
                  </a:lnTo>
                  <a:lnTo>
                    <a:pt x="1194588" y="43738"/>
                  </a:lnTo>
                  <a:lnTo>
                    <a:pt x="1238240" y="59016"/>
                  </a:lnTo>
                  <a:lnTo>
                    <a:pt x="1280854" y="76408"/>
                  </a:lnTo>
                  <a:lnTo>
                    <a:pt x="1322365" y="95851"/>
                  </a:lnTo>
                  <a:lnTo>
                    <a:pt x="1362711" y="117281"/>
                  </a:lnTo>
                  <a:lnTo>
                    <a:pt x="1401828" y="140635"/>
                  </a:lnTo>
                  <a:lnTo>
                    <a:pt x="1439653" y="165849"/>
                  </a:lnTo>
                  <a:lnTo>
                    <a:pt x="1476124" y="192862"/>
                  </a:lnTo>
                  <a:lnTo>
                    <a:pt x="1511176" y="221609"/>
                  </a:lnTo>
                  <a:lnTo>
                    <a:pt x="1544746" y="252027"/>
                  </a:lnTo>
                  <a:lnTo>
                    <a:pt x="1576772" y="284053"/>
                  </a:lnTo>
                  <a:lnTo>
                    <a:pt x="1607190" y="317623"/>
                  </a:lnTo>
                  <a:lnTo>
                    <a:pt x="1635937" y="352675"/>
                  </a:lnTo>
                  <a:lnTo>
                    <a:pt x="1662950" y="389146"/>
                  </a:lnTo>
                  <a:lnTo>
                    <a:pt x="1688164" y="426971"/>
                  </a:lnTo>
                  <a:lnTo>
                    <a:pt x="1711518" y="466088"/>
                  </a:lnTo>
                  <a:lnTo>
                    <a:pt x="1732948" y="506434"/>
                  </a:lnTo>
                  <a:lnTo>
                    <a:pt x="1752391" y="547945"/>
                  </a:lnTo>
                  <a:lnTo>
                    <a:pt x="1769783" y="590559"/>
                  </a:lnTo>
                  <a:lnTo>
                    <a:pt x="1785061" y="634211"/>
                  </a:lnTo>
                  <a:lnTo>
                    <a:pt x="1798162" y="678839"/>
                  </a:lnTo>
                  <a:lnTo>
                    <a:pt x="1809023" y="724379"/>
                  </a:lnTo>
                  <a:lnTo>
                    <a:pt x="1817580" y="770768"/>
                  </a:lnTo>
                  <a:lnTo>
                    <a:pt x="1823771" y="817944"/>
                  </a:lnTo>
                  <a:lnTo>
                    <a:pt x="1827532" y="865842"/>
                  </a:lnTo>
                  <a:lnTo>
                    <a:pt x="1828800" y="914400"/>
                  </a:lnTo>
                  <a:lnTo>
                    <a:pt x="1827532" y="962957"/>
                  </a:lnTo>
                  <a:lnTo>
                    <a:pt x="1823771" y="1010855"/>
                  </a:lnTo>
                  <a:lnTo>
                    <a:pt x="1817580" y="1058031"/>
                  </a:lnTo>
                  <a:lnTo>
                    <a:pt x="1809023" y="1104420"/>
                  </a:lnTo>
                  <a:lnTo>
                    <a:pt x="1798162" y="1149960"/>
                  </a:lnTo>
                  <a:lnTo>
                    <a:pt x="1785061" y="1194588"/>
                  </a:lnTo>
                  <a:lnTo>
                    <a:pt x="1769783" y="1238240"/>
                  </a:lnTo>
                  <a:lnTo>
                    <a:pt x="1752391" y="1280854"/>
                  </a:lnTo>
                  <a:lnTo>
                    <a:pt x="1732948" y="1322365"/>
                  </a:lnTo>
                  <a:lnTo>
                    <a:pt x="1711518" y="1362711"/>
                  </a:lnTo>
                  <a:lnTo>
                    <a:pt x="1688164" y="1401828"/>
                  </a:lnTo>
                  <a:lnTo>
                    <a:pt x="1662950" y="1439653"/>
                  </a:lnTo>
                  <a:lnTo>
                    <a:pt x="1635937" y="1476124"/>
                  </a:lnTo>
                  <a:lnTo>
                    <a:pt x="1607190" y="1511176"/>
                  </a:lnTo>
                  <a:lnTo>
                    <a:pt x="1576772" y="1544746"/>
                  </a:lnTo>
                  <a:lnTo>
                    <a:pt x="1544746" y="1576772"/>
                  </a:lnTo>
                  <a:lnTo>
                    <a:pt x="1511176" y="1607190"/>
                  </a:lnTo>
                  <a:lnTo>
                    <a:pt x="1476124" y="1635937"/>
                  </a:lnTo>
                  <a:lnTo>
                    <a:pt x="1439653" y="1662950"/>
                  </a:lnTo>
                  <a:lnTo>
                    <a:pt x="1401828" y="1688164"/>
                  </a:lnTo>
                  <a:lnTo>
                    <a:pt x="1362711" y="1711518"/>
                  </a:lnTo>
                  <a:lnTo>
                    <a:pt x="1322365" y="1732948"/>
                  </a:lnTo>
                  <a:lnTo>
                    <a:pt x="1280854" y="1752391"/>
                  </a:lnTo>
                  <a:lnTo>
                    <a:pt x="1238240" y="1769783"/>
                  </a:lnTo>
                  <a:lnTo>
                    <a:pt x="1194588" y="1785061"/>
                  </a:lnTo>
                  <a:lnTo>
                    <a:pt x="1149960" y="1798162"/>
                  </a:lnTo>
                  <a:lnTo>
                    <a:pt x="1104420" y="1809023"/>
                  </a:lnTo>
                  <a:lnTo>
                    <a:pt x="1058031" y="1817580"/>
                  </a:lnTo>
                  <a:lnTo>
                    <a:pt x="1010855" y="1823771"/>
                  </a:lnTo>
                  <a:lnTo>
                    <a:pt x="962957" y="1827532"/>
                  </a:lnTo>
                  <a:lnTo>
                    <a:pt x="914400" y="1828800"/>
                  </a:lnTo>
                  <a:lnTo>
                    <a:pt x="865842" y="1827532"/>
                  </a:lnTo>
                  <a:lnTo>
                    <a:pt x="817944" y="1823771"/>
                  </a:lnTo>
                  <a:lnTo>
                    <a:pt x="770768" y="1817580"/>
                  </a:lnTo>
                  <a:lnTo>
                    <a:pt x="724379" y="1809023"/>
                  </a:lnTo>
                  <a:lnTo>
                    <a:pt x="678839" y="1798162"/>
                  </a:lnTo>
                  <a:lnTo>
                    <a:pt x="634211" y="1785061"/>
                  </a:lnTo>
                  <a:lnTo>
                    <a:pt x="590559" y="1769783"/>
                  </a:lnTo>
                  <a:lnTo>
                    <a:pt x="547945" y="1752391"/>
                  </a:lnTo>
                  <a:lnTo>
                    <a:pt x="506434" y="1732948"/>
                  </a:lnTo>
                  <a:lnTo>
                    <a:pt x="466088" y="1711518"/>
                  </a:lnTo>
                  <a:lnTo>
                    <a:pt x="426971" y="1688164"/>
                  </a:lnTo>
                  <a:lnTo>
                    <a:pt x="389146" y="1662950"/>
                  </a:lnTo>
                  <a:lnTo>
                    <a:pt x="352675" y="1635937"/>
                  </a:lnTo>
                  <a:lnTo>
                    <a:pt x="317623" y="1607190"/>
                  </a:lnTo>
                  <a:lnTo>
                    <a:pt x="284053" y="1576772"/>
                  </a:lnTo>
                  <a:lnTo>
                    <a:pt x="252027" y="1544746"/>
                  </a:lnTo>
                  <a:lnTo>
                    <a:pt x="221609" y="1511176"/>
                  </a:lnTo>
                  <a:lnTo>
                    <a:pt x="192862" y="1476124"/>
                  </a:lnTo>
                  <a:lnTo>
                    <a:pt x="165849" y="1439653"/>
                  </a:lnTo>
                  <a:lnTo>
                    <a:pt x="140635" y="1401828"/>
                  </a:lnTo>
                  <a:lnTo>
                    <a:pt x="117281" y="1362711"/>
                  </a:lnTo>
                  <a:lnTo>
                    <a:pt x="95851" y="1322365"/>
                  </a:lnTo>
                  <a:lnTo>
                    <a:pt x="76408" y="1280854"/>
                  </a:lnTo>
                  <a:lnTo>
                    <a:pt x="59016" y="1238240"/>
                  </a:lnTo>
                  <a:lnTo>
                    <a:pt x="43738" y="1194588"/>
                  </a:lnTo>
                  <a:lnTo>
                    <a:pt x="30637" y="1149960"/>
                  </a:lnTo>
                  <a:lnTo>
                    <a:pt x="19776" y="1104420"/>
                  </a:lnTo>
                  <a:lnTo>
                    <a:pt x="11219" y="1058031"/>
                  </a:lnTo>
                  <a:lnTo>
                    <a:pt x="5028" y="1010855"/>
                  </a:lnTo>
                  <a:lnTo>
                    <a:pt x="1267" y="962957"/>
                  </a:lnTo>
                  <a:lnTo>
                    <a:pt x="0" y="914400"/>
                  </a:lnTo>
                  <a:close/>
                </a:path>
              </a:pathLst>
            </a:custGeom>
            <a:ln w="9144">
              <a:solidFill>
                <a:srgbClr val="FFFFFF"/>
              </a:solidFill>
            </a:ln>
          </p:spPr>
          <p:txBody>
            <a:bodyPr wrap="square" lIns="0" tIns="0" rIns="0" bIns="0" rtlCol="0"/>
            <a:lstStyle/>
            <a:p>
              <a:endParaRPr/>
            </a:p>
          </p:txBody>
        </p:sp>
        <p:sp>
          <p:nvSpPr>
            <p:cNvPr id="11" name="object 11"/>
            <p:cNvSpPr/>
            <p:nvPr/>
          </p:nvSpPr>
          <p:spPr>
            <a:xfrm>
              <a:off x="1460753" y="4580382"/>
              <a:ext cx="835660" cy="828040"/>
            </a:xfrm>
            <a:custGeom>
              <a:avLst/>
              <a:gdLst/>
              <a:ahLst/>
              <a:cxnLst/>
              <a:rect l="l" t="t" r="r" b="b"/>
              <a:pathLst>
                <a:path w="835660" h="828039">
                  <a:moveTo>
                    <a:pt x="508889" y="231648"/>
                  </a:moveTo>
                  <a:lnTo>
                    <a:pt x="231647" y="231648"/>
                  </a:lnTo>
                  <a:lnTo>
                    <a:pt x="231647" y="490982"/>
                  </a:lnTo>
                  <a:lnTo>
                    <a:pt x="565022" y="827532"/>
                  </a:lnTo>
                  <a:lnTo>
                    <a:pt x="835152" y="554101"/>
                  </a:lnTo>
                  <a:lnTo>
                    <a:pt x="508889" y="231648"/>
                  </a:lnTo>
                  <a:close/>
                </a:path>
                <a:path w="835660" h="828039">
                  <a:moveTo>
                    <a:pt x="339978" y="335280"/>
                  </a:moveTo>
                  <a:lnTo>
                    <a:pt x="363878" y="306347"/>
                  </a:lnTo>
                  <a:lnTo>
                    <a:pt x="381539" y="273367"/>
                  </a:lnTo>
                  <a:lnTo>
                    <a:pt x="392485" y="237053"/>
                  </a:lnTo>
                  <a:lnTo>
                    <a:pt x="396240" y="198120"/>
                  </a:lnTo>
                  <a:lnTo>
                    <a:pt x="390960" y="152755"/>
                  </a:lnTo>
                  <a:lnTo>
                    <a:pt x="375927" y="111078"/>
                  </a:lnTo>
                  <a:lnTo>
                    <a:pt x="352352" y="74289"/>
                  </a:lnTo>
                  <a:lnTo>
                    <a:pt x="321446" y="43587"/>
                  </a:lnTo>
                  <a:lnTo>
                    <a:pt x="284420" y="20171"/>
                  </a:lnTo>
                  <a:lnTo>
                    <a:pt x="242484" y="5242"/>
                  </a:lnTo>
                  <a:lnTo>
                    <a:pt x="196850" y="0"/>
                  </a:lnTo>
                  <a:lnTo>
                    <a:pt x="151315" y="5242"/>
                  </a:lnTo>
                  <a:lnTo>
                    <a:pt x="109727" y="20171"/>
                  </a:lnTo>
                  <a:lnTo>
                    <a:pt x="73199" y="43587"/>
                  </a:lnTo>
                  <a:lnTo>
                    <a:pt x="42847" y="74289"/>
                  </a:lnTo>
                  <a:lnTo>
                    <a:pt x="19786" y="111078"/>
                  </a:lnTo>
                  <a:lnTo>
                    <a:pt x="5132" y="152755"/>
                  </a:lnTo>
                  <a:lnTo>
                    <a:pt x="0" y="198120"/>
                  </a:lnTo>
                  <a:lnTo>
                    <a:pt x="5132" y="243484"/>
                  </a:lnTo>
                  <a:lnTo>
                    <a:pt x="19786" y="285161"/>
                  </a:lnTo>
                  <a:lnTo>
                    <a:pt x="42847" y="321950"/>
                  </a:lnTo>
                  <a:lnTo>
                    <a:pt x="73199" y="352652"/>
                  </a:lnTo>
                  <a:lnTo>
                    <a:pt x="109727" y="376068"/>
                  </a:lnTo>
                  <a:lnTo>
                    <a:pt x="151315" y="390997"/>
                  </a:lnTo>
                  <a:lnTo>
                    <a:pt x="196850" y="396240"/>
                  </a:lnTo>
                  <a:lnTo>
                    <a:pt x="204053" y="395843"/>
                  </a:lnTo>
                  <a:lnTo>
                    <a:pt x="210565" y="394970"/>
                  </a:lnTo>
                  <a:lnTo>
                    <a:pt x="216602" y="394096"/>
                  </a:lnTo>
                  <a:lnTo>
                    <a:pt x="222377" y="393700"/>
                  </a:lnTo>
                </a:path>
                <a:path w="835660" h="828039">
                  <a:moveTo>
                    <a:pt x="609854" y="463296"/>
                  </a:moveTo>
                  <a:lnTo>
                    <a:pt x="467868" y="605282"/>
                  </a:lnTo>
                </a:path>
                <a:path w="835660" h="828039">
                  <a:moveTo>
                    <a:pt x="681482" y="530352"/>
                  </a:moveTo>
                  <a:lnTo>
                    <a:pt x="539496" y="672338"/>
                  </a:lnTo>
                </a:path>
              </a:pathLst>
            </a:custGeom>
            <a:ln w="19812">
              <a:solidFill>
                <a:srgbClr val="FFFFFF"/>
              </a:solidFill>
            </a:ln>
          </p:spPr>
          <p:txBody>
            <a:bodyPr wrap="square" lIns="0" tIns="0" rIns="0" bIns="0" rtlCol="0"/>
            <a:lstStyle/>
            <a:p>
              <a:endParaRPr/>
            </a:p>
          </p:txBody>
        </p:sp>
        <p:sp>
          <p:nvSpPr>
            <p:cNvPr id="12" name="object 12"/>
            <p:cNvSpPr/>
            <p:nvPr/>
          </p:nvSpPr>
          <p:spPr>
            <a:xfrm>
              <a:off x="4762500" y="4079748"/>
              <a:ext cx="1828800" cy="1828800"/>
            </a:xfrm>
            <a:custGeom>
              <a:avLst/>
              <a:gdLst/>
              <a:ahLst/>
              <a:cxnLst/>
              <a:rect l="l" t="t" r="r" b="b"/>
              <a:pathLst>
                <a:path w="1828800" h="1828800">
                  <a:moveTo>
                    <a:pt x="914400" y="0"/>
                  </a:moveTo>
                  <a:lnTo>
                    <a:pt x="865842" y="1267"/>
                  </a:lnTo>
                  <a:lnTo>
                    <a:pt x="817944" y="5028"/>
                  </a:lnTo>
                  <a:lnTo>
                    <a:pt x="770768" y="11219"/>
                  </a:lnTo>
                  <a:lnTo>
                    <a:pt x="724379" y="19776"/>
                  </a:lnTo>
                  <a:lnTo>
                    <a:pt x="678839" y="30637"/>
                  </a:lnTo>
                  <a:lnTo>
                    <a:pt x="634211" y="43738"/>
                  </a:lnTo>
                  <a:lnTo>
                    <a:pt x="590559" y="59016"/>
                  </a:lnTo>
                  <a:lnTo>
                    <a:pt x="547945" y="76408"/>
                  </a:lnTo>
                  <a:lnTo>
                    <a:pt x="506434" y="95851"/>
                  </a:lnTo>
                  <a:lnTo>
                    <a:pt x="466088" y="117281"/>
                  </a:lnTo>
                  <a:lnTo>
                    <a:pt x="426971" y="140635"/>
                  </a:lnTo>
                  <a:lnTo>
                    <a:pt x="389146" y="165849"/>
                  </a:lnTo>
                  <a:lnTo>
                    <a:pt x="352675" y="192862"/>
                  </a:lnTo>
                  <a:lnTo>
                    <a:pt x="317623" y="221609"/>
                  </a:lnTo>
                  <a:lnTo>
                    <a:pt x="284053" y="252027"/>
                  </a:lnTo>
                  <a:lnTo>
                    <a:pt x="252027" y="284053"/>
                  </a:lnTo>
                  <a:lnTo>
                    <a:pt x="221609" y="317623"/>
                  </a:lnTo>
                  <a:lnTo>
                    <a:pt x="192862" y="352675"/>
                  </a:lnTo>
                  <a:lnTo>
                    <a:pt x="165849" y="389146"/>
                  </a:lnTo>
                  <a:lnTo>
                    <a:pt x="140635" y="426971"/>
                  </a:lnTo>
                  <a:lnTo>
                    <a:pt x="117281" y="466088"/>
                  </a:lnTo>
                  <a:lnTo>
                    <a:pt x="95851" y="506434"/>
                  </a:lnTo>
                  <a:lnTo>
                    <a:pt x="76408" y="547945"/>
                  </a:lnTo>
                  <a:lnTo>
                    <a:pt x="59016" y="590559"/>
                  </a:lnTo>
                  <a:lnTo>
                    <a:pt x="43738" y="634211"/>
                  </a:lnTo>
                  <a:lnTo>
                    <a:pt x="30637" y="678839"/>
                  </a:lnTo>
                  <a:lnTo>
                    <a:pt x="19776" y="724379"/>
                  </a:lnTo>
                  <a:lnTo>
                    <a:pt x="11219" y="770768"/>
                  </a:lnTo>
                  <a:lnTo>
                    <a:pt x="5028" y="817944"/>
                  </a:lnTo>
                  <a:lnTo>
                    <a:pt x="1267" y="865842"/>
                  </a:lnTo>
                  <a:lnTo>
                    <a:pt x="0" y="914400"/>
                  </a:lnTo>
                  <a:lnTo>
                    <a:pt x="1267" y="962957"/>
                  </a:lnTo>
                  <a:lnTo>
                    <a:pt x="5028" y="1010855"/>
                  </a:lnTo>
                  <a:lnTo>
                    <a:pt x="11219" y="1058031"/>
                  </a:lnTo>
                  <a:lnTo>
                    <a:pt x="19776" y="1104420"/>
                  </a:lnTo>
                  <a:lnTo>
                    <a:pt x="30637" y="1149960"/>
                  </a:lnTo>
                  <a:lnTo>
                    <a:pt x="43738" y="1194588"/>
                  </a:lnTo>
                  <a:lnTo>
                    <a:pt x="59016" y="1238240"/>
                  </a:lnTo>
                  <a:lnTo>
                    <a:pt x="76408" y="1280854"/>
                  </a:lnTo>
                  <a:lnTo>
                    <a:pt x="95851" y="1322365"/>
                  </a:lnTo>
                  <a:lnTo>
                    <a:pt x="117281" y="1362711"/>
                  </a:lnTo>
                  <a:lnTo>
                    <a:pt x="140635" y="1401828"/>
                  </a:lnTo>
                  <a:lnTo>
                    <a:pt x="165849" y="1439653"/>
                  </a:lnTo>
                  <a:lnTo>
                    <a:pt x="192862" y="1476124"/>
                  </a:lnTo>
                  <a:lnTo>
                    <a:pt x="221609" y="1511176"/>
                  </a:lnTo>
                  <a:lnTo>
                    <a:pt x="252027" y="1544746"/>
                  </a:lnTo>
                  <a:lnTo>
                    <a:pt x="284053" y="1576772"/>
                  </a:lnTo>
                  <a:lnTo>
                    <a:pt x="317623" y="1607190"/>
                  </a:lnTo>
                  <a:lnTo>
                    <a:pt x="352675" y="1635937"/>
                  </a:lnTo>
                  <a:lnTo>
                    <a:pt x="389146" y="1662950"/>
                  </a:lnTo>
                  <a:lnTo>
                    <a:pt x="426971" y="1688164"/>
                  </a:lnTo>
                  <a:lnTo>
                    <a:pt x="466088" y="1711518"/>
                  </a:lnTo>
                  <a:lnTo>
                    <a:pt x="506434" y="1732948"/>
                  </a:lnTo>
                  <a:lnTo>
                    <a:pt x="547945" y="1752391"/>
                  </a:lnTo>
                  <a:lnTo>
                    <a:pt x="590559" y="1769783"/>
                  </a:lnTo>
                  <a:lnTo>
                    <a:pt x="634211" y="1785061"/>
                  </a:lnTo>
                  <a:lnTo>
                    <a:pt x="678839" y="1798162"/>
                  </a:lnTo>
                  <a:lnTo>
                    <a:pt x="724379" y="1809023"/>
                  </a:lnTo>
                  <a:lnTo>
                    <a:pt x="770768" y="1817580"/>
                  </a:lnTo>
                  <a:lnTo>
                    <a:pt x="817944" y="1823771"/>
                  </a:lnTo>
                  <a:lnTo>
                    <a:pt x="865842" y="1827532"/>
                  </a:lnTo>
                  <a:lnTo>
                    <a:pt x="914400" y="1828800"/>
                  </a:lnTo>
                  <a:lnTo>
                    <a:pt x="962957" y="1827532"/>
                  </a:lnTo>
                  <a:lnTo>
                    <a:pt x="1010855" y="1823771"/>
                  </a:lnTo>
                  <a:lnTo>
                    <a:pt x="1058031" y="1817580"/>
                  </a:lnTo>
                  <a:lnTo>
                    <a:pt x="1104420" y="1809023"/>
                  </a:lnTo>
                  <a:lnTo>
                    <a:pt x="1149960" y="1798162"/>
                  </a:lnTo>
                  <a:lnTo>
                    <a:pt x="1194588" y="1785061"/>
                  </a:lnTo>
                  <a:lnTo>
                    <a:pt x="1238240" y="1769783"/>
                  </a:lnTo>
                  <a:lnTo>
                    <a:pt x="1280854" y="1752391"/>
                  </a:lnTo>
                  <a:lnTo>
                    <a:pt x="1322365" y="1732948"/>
                  </a:lnTo>
                  <a:lnTo>
                    <a:pt x="1362711" y="1711518"/>
                  </a:lnTo>
                  <a:lnTo>
                    <a:pt x="1401828" y="1688164"/>
                  </a:lnTo>
                  <a:lnTo>
                    <a:pt x="1439653" y="1662950"/>
                  </a:lnTo>
                  <a:lnTo>
                    <a:pt x="1476124" y="1635937"/>
                  </a:lnTo>
                  <a:lnTo>
                    <a:pt x="1511176" y="1607190"/>
                  </a:lnTo>
                  <a:lnTo>
                    <a:pt x="1544746" y="1576772"/>
                  </a:lnTo>
                  <a:lnTo>
                    <a:pt x="1576772" y="1544746"/>
                  </a:lnTo>
                  <a:lnTo>
                    <a:pt x="1607190" y="1511176"/>
                  </a:lnTo>
                  <a:lnTo>
                    <a:pt x="1635937" y="1476124"/>
                  </a:lnTo>
                  <a:lnTo>
                    <a:pt x="1662950" y="1439653"/>
                  </a:lnTo>
                  <a:lnTo>
                    <a:pt x="1688164" y="1401828"/>
                  </a:lnTo>
                  <a:lnTo>
                    <a:pt x="1711518" y="1362711"/>
                  </a:lnTo>
                  <a:lnTo>
                    <a:pt x="1732948" y="1322365"/>
                  </a:lnTo>
                  <a:lnTo>
                    <a:pt x="1752391" y="1280854"/>
                  </a:lnTo>
                  <a:lnTo>
                    <a:pt x="1769783" y="1238240"/>
                  </a:lnTo>
                  <a:lnTo>
                    <a:pt x="1785061" y="1194588"/>
                  </a:lnTo>
                  <a:lnTo>
                    <a:pt x="1798162" y="1149960"/>
                  </a:lnTo>
                  <a:lnTo>
                    <a:pt x="1809023" y="1104420"/>
                  </a:lnTo>
                  <a:lnTo>
                    <a:pt x="1817580" y="1058031"/>
                  </a:lnTo>
                  <a:lnTo>
                    <a:pt x="1823771" y="1010855"/>
                  </a:lnTo>
                  <a:lnTo>
                    <a:pt x="1827532" y="962957"/>
                  </a:lnTo>
                  <a:lnTo>
                    <a:pt x="1828800" y="914400"/>
                  </a:lnTo>
                  <a:lnTo>
                    <a:pt x="1827532" y="865842"/>
                  </a:lnTo>
                  <a:lnTo>
                    <a:pt x="1823771" y="817944"/>
                  </a:lnTo>
                  <a:lnTo>
                    <a:pt x="1817580" y="770768"/>
                  </a:lnTo>
                  <a:lnTo>
                    <a:pt x="1809023" y="724379"/>
                  </a:lnTo>
                  <a:lnTo>
                    <a:pt x="1798162" y="678839"/>
                  </a:lnTo>
                  <a:lnTo>
                    <a:pt x="1785061" y="634211"/>
                  </a:lnTo>
                  <a:lnTo>
                    <a:pt x="1769783" y="590559"/>
                  </a:lnTo>
                  <a:lnTo>
                    <a:pt x="1752391" y="547945"/>
                  </a:lnTo>
                  <a:lnTo>
                    <a:pt x="1732948" y="506434"/>
                  </a:lnTo>
                  <a:lnTo>
                    <a:pt x="1711518" y="466088"/>
                  </a:lnTo>
                  <a:lnTo>
                    <a:pt x="1688164" y="426971"/>
                  </a:lnTo>
                  <a:lnTo>
                    <a:pt x="1662950" y="389146"/>
                  </a:lnTo>
                  <a:lnTo>
                    <a:pt x="1635937" y="352675"/>
                  </a:lnTo>
                  <a:lnTo>
                    <a:pt x="1607190" y="317623"/>
                  </a:lnTo>
                  <a:lnTo>
                    <a:pt x="1576772" y="284053"/>
                  </a:lnTo>
                  <a:lnTo>
                    <a:pt x="1544746" y="252027"/>
                  </a:lnTo>
                  <a:lnTo>
                    <a:pt x="1511176" y="221609"/>
                  </a:lnTo>
                  <a:lnTo>
                    <a:pt x="1476124" y="192862"/>
                  </a:lnTo>
                  <a:lnTo>
                    <a:pt x="1439653" y="165849"/>
                  </a:lnTo>
                  <a:lnTo>
                    <a:pt x="1401828" y="140635"/>
                  </a:lnTo>
                  <a:lnTo>
                    <a:pt x="1362711" y="117281"/>
                  </a:lnTo>
                  <a:lnTo>
                    <a:pt x="1322365" y="95851"/>
                  </a:lnTo>
                  <a:lnTo>
                    <a:pt x="1280854" y="76408"/>
                  </a:lnTo>
                  <a:lnTo>
                    <a:pt x="1238240" y="59016"/>
                  </a:lnTo>
                  <a:lnTo>
                    <a:pt x="1194588" y="43738"/>
                  </a:lnTo>
                  <a:lnTo>
                    <a:pt x="1149960" y="30637"/>
                  </a:lnTo>
                  <a:lnTo>
                    <a:pt x="1104420" y="19776"/>
                  </a:lnTo>
                  <a:lnTo>
                    <a:pt x="1058031" y="11219"/>
                  </a:lnTo>
                  <a:lnTo>
                    <a:pt x="1010855" y="5028"/>
                  </a:lnTo>
                  <a:lnTo>
                    <a:pt x="962957" y="1267"/>
                  </a:lnTo>
                  <a:lnTo>
                    <a:pt x="914400" y="0"/>
                  </a:lnTo>
                  <a:close/>
                </a:path>
              </a:pathLst>
            </a:custGeom>
            <a:solidFill>
              <a:srgbClr val="F8F8F8">
                <a:alpha val="30195"/>
              </a:srgbClr>
            </a:solidFill>
          </p:spPr>
          <p:txBody>
            <a:bodyPr wrap="square" lIns="0" tIns="0" rIns="0" bIns="0" rtlCol="0"/>
            <a:lstStyle/>
            <a:p>
              <a:endParaRPr/>
            </a:p>
          </p:txBody>
        </p:sp>
        <p:sp>
          <p:nvSpPr>
            <p:cNvPr id="13" name="object 13"/>
            <p:cNvSpPr/>
            <p:nvPr/>
          </p:nvSpPr>
          <p:spPr>
            <a:xfrm>
              <a:off x="4762500" y="4079748"/>
              <a:ext cx="1828800" cy="1828800"/>
            </a:xfrm>
            <a:custGeom>
              <a:avLst/>
              <a:gdLst/>
              <a:ahLst/>
              <a:cxnLst/>
              <a:rect l="l" t="t" r="r" b="b"/>
              <a:pathLst>
                <a:path w="1828800" h="1828800">
                  <a:moveTo>
                    <a:pt x="0" y="914400"/>
                  </a:moveTo>
                  <a:lnTo>
                    <a:pt x="1267" y="865842"/>
                  </a:lnTo>
                  <a:lnTo>
                    <a:pt x="5028" y="817944"/>
                  </a:lnTo>
                  <a:lnTo>
                    <a:pt x="11219" y="770768"/>
                  </a:lnTo>
                  <a:lnTo>
                    <a:pt x="19776" y="724379"/>
                  </a:lnTo>
                  <a:lnTo>
                    <a:pt x="30637" y="678839"/>
                  </a:lnTo>
                  <a:lnTo>
                    <a:pt x="43738" y="634211"/>
                  </a:lnTo>
                  <a:lnTo>
                    <a:pt x="59016" y="590559"/>
                  </a:lnTo>
                  <a:lnTo>
                    <a:pt x="76408" y="547945"/>
                  </a:lnTo>
                  <a:lnTo>
                    <a:pt x="95851" y="506434"/>
                  </a:lnTo>
                  <a:lnTo>
                    <a:pt x="117281" y="466088"/>
                  </a:lnTo>
                  <a:lnTo>
                    <a:pt x="140635" y="426971"/>
                  </a:lnTo>
                  <a:lnTo>
                    <a:pt x="165849" y="389146"/>
                  </a:lnTo>
                  <a:lnTo>
                    <a:pt x="192862" y="352675"/>
                  </a:lnTo>
                  <a:lnTo>
                    <a:pt x="221609" y="317623"/>
                  </a:lnTo>
                  <a:lnTo>
                    <a:pt x="252027" y="284053"/>
                  </a:lnTo>
                  <a:lnTo>
                    <a:pt x="284053" y="252027"/>
                  </a:lnTo>
                  <a:lnTo>
                    <a:pt x="317623" y="221609"/>
                  </a:lnTo>
                  <a:lnTo>
                    <a:pt x="352675" y="192862"/>
                  </a:lnTo>
                  <a:lnTo>
                    <a:pt x="389146" y="165849"/>
                  </a:lnTo>
                  <a:lnTo>
                    <a:pt x="426971" y="140635"/>
                  </a:lnTo>
                  <a:lnTo>
                    <a:pt x="466088" y="117281"/>
                  </a:lnTo>
                  <a:lnTo>
                    <a:pt x="506434" y="95851"/>
                  </a:lnTo>
                  <a:lnTo>
                    <a:pt x="547945" y="76408"/>
                  </a:lnTo>
                  <a:lnTo>
                    <a:pt x="590559" y="59016"/>
                  </a:lnTo>
                  <a:lnTo>
                    <a:pt x="634211" y="43738"/>
                  </a:lnTo>
                  <a:lnTo>
                    <a:pt x="678839" y="30637"/>
                  </a:lnTo>
                  <a:lnTo>
                    <a:pt x="724379" y="19776"/>
                  </a:lnTo>
                  <a:lnTo>
                    <a:pt x="770768" y="11219"/>
                  </a:lnTo>
                  <a:lnTo>
                    <a:pt x="817944" y="5028"/>
                  </a:lnTo>
                  <a:lnTo>
                    <a:pt x="865842" y="1267"/>
                  </a:lnTo>
                  <a:lnTo>
                    <a:pt x="914400" y="0"/>
                  </a:lnTo>
                  <a:lnTo>
                    <a:pt x="962957" y="1267"/>
                  </a:lnTo>
                  <a:lnTo>
                    <a:pt x="1010855" y="5028"/>
                  </a:lnTo>
                  <a:lnTo>
                    <a:pt x="1058031" y="11219"/>
                  </a:lnTo>
                  <a:lnTo>
                    <a:pt x="1104420" y="19776"/>
                  </a:lnTo>
                  <a:lnTo>
                    <a:pt x="1149960" y="30637"/>
                  </a:lnTo>
                  <a:lnTo>
                    <a:pt x="1194588" y="43738"/>
                  </a:lnTo>
                  <a:lnTo>
                    <a:pt x="1238240" y="59016"/>
                  </a:lnTo>
                  <a:lnTo>
                    <a:pt x="1280854" y="76408"/>
                  </a:lnTo>
                  <a:lnTo>
                    <a:pt x="1322365" y="95851"/>
                  </a:lnTo>
                  <a:lnTo>
                    <a:pt x="1362711" y="117281"/>
                  </a:lnTo>
                  <a:lnTo>
                    <a:pt x="1401828" y="140635"/>
                  </a:lnTo>
                  <a:lnTo>
                    <a:pt x="1439653" y="165849"/>
                  </a:lnTo>
                  <a:lnTo>
                    <a:pt x="1476124" y="192862"/>
                  </a:lnTo>
                  <a:lnTo>
                    <a:pt x="1511176" y="221609"/>
                  </a:lnTo>
                  <a:lnTo>
                    <a:pt x="1544746" y="252027"/>
                  </a:lnTo>
                  <a:lnTo>
                    <a:pt x="1576772" y="284053"/>
                  </a:lnTo>
                  <a:lnTo>
                    <a:pt x="1607190" y="317623"/>
                  </a:lnTo>
                  <a:lnTo>
                    <a:pt x="1635937" y="352675"/>
                  </a:lnTo>
                  <a:lnTo>
                    <a:pt x="1662950" y="389146"/>
                  </a:lnTo>
                  <a:lnTo>
                    <a:pt x="1688164" y="426971"/>
                  </a:lnTo>
                  <a:lnTo>
                    <a:pt x="1711518" y="466088"/>
                  </a:lnTo>
                  <a:lnTo>
                    <a:pt x="1732948" y="506434"/>
                  </a:lnTo>
                  <a:lnTo>
                    <a:pt x="1752391" y="547945"/>
                  </a:lnTo>
                  <a:lnTo>
                    <a:pt x="1769783" y="590559"/>
                  </a:lnTo>
                  <a:lnTo>
                    <a:pt x="1785061" y="634211"/>
                  </a:lnTo>
                  <a:lnTo>
                    <a:pt x="1798162" y="678839"/>
                  </a:lnTo>
                  <a:lnTo>
                    <a:pt x="1809023" y="724379"/>
                  </a:lnTo>
                  <a:lnTo>
                    <a:pt x="1817580" y="770768"/>
                  </a:lnTo>
                  <a:lnTo>
                    <a:pt x="1823771" y="817944"/>
                  </a:lnTo>
                  <a:lnTo>
                    <a:pt x="1827532" y="865842"/>
                  </a:lnTo>
                  <a:lnTo>
                    <a:pt x="1828800" y="914400"/>
                  </a:lnTo>
                  <a:lnTo>
                    <a:pt x="1827532" y="962957"/>
                  </a:lnTo>
                  <a:lnTo>
                    <a:pt x="1823771" y="1010855"/>
                  </a:lnTo>
                  <a:lnTo>
                    <a:pt x="1817580" y="1058031"/>
                  </a:lnTo>
                  <a:lnTo>
                    <a:pt x="1809023" y="1104420"/>
                  </a:lnTo>
                  <a:lnTo>
                    <a:pt x="1798162" y="1149960"/>
                  </a:lnTo>
                  <a:lnTo>
                    <a:pt x="1785061" y="1194588"/>
                  </a:lnTo>
                  <a:lnTo>
                    <a:pt x="1769783" y="1238240"/>
                  </a:lnTo>
                  <a:lnTo>
                    <a:pt x="1752391" y="1280854"/>
                  </a:lnTo>
                  <a:lnTo>
                    <a:pt x="1732948" y="1322365"/>
                  </a:lnTo>
                  <a:lnTo>
                    <a:pt x="1711518" y="1362711"/>
                  </a:lnTo>
                  <a:lnTo>
                    <a:pt x="1688164" y="1401828"/>
                  </a:lnTo>
                  <a:lnTo>
                    <a:pt x="1662950" y="1439653"/>
                  </a:lnTo>
                  <a:lnTo>
                    <a:pt x="1635937" y="1476124"/>
                  </a:lnTo>
                  <a:lnTo>
                    <a:pt x="1607190" y="1511176"/>
                  </a:lnTo>
                  <a:lnTo>
                    <a:pt x="1576772" y="1544746"/>
                  </a:lnTo>
                  <a:lnTo>
                    <a:pt x="1544746" y="1576772"/>
                  </a:lnTo>
                  <a:lnTo>
                    <a:pt x="1511176" y="1607190"/>
                  </a:lnTo>
                  <a:lnTo>
                    <a:pt x="1476124" y="1635937"/>
                  </a:lnTo>
                  <a:lnTo>
                    <a:pt x="1439653" y="1662950"/>
                  </a:lnTo>
                  <a:lnTo>
                    <a:pt x="1401828" y="1688164"/>
                  </a:lnTo>
                  <a:lnTo>
                    <a:pt x="1362711" y="1711518"/>
                  </a:lnTo>
                  <a:lnTo>
                    <a:pt x="1322365" y="1732948"/>
                  </a:lnTo>
                  <a:lnTo>
                    <a:pt x="1280854" y="1752391"/>
                  </a:lnTo>
                  <a:lnTo>
                    <a:pt x="1238240" y="1769783"/>
                  </a:lnTo>
                  <a:lnTo>
                    <a:pt x="1194588" y="1785061"/>
                  </a:lnTo>
                  <a:lnTo>
                    <a:pt x="1149960" y="1798162"/>
                  </a:lnTo>
                  <a:lnTo>
                    <a:pt x="1104420" y="1809023"/>
                  </a:lnTo>
                  <a:lnTo>
                    <a:pt x="1058031" y="1817580"/>
                  </a:lnTo>
                  <a:lnTo>
                    <a:pt x="1010855" y="1823771"/>
                  </a:lnTo>
                  <a:lnTo>
                    <a:pt x="962957" y="1827532"/>
                  </a:lnTo>
                  <a:lnTo>
                    <a:pt x="914400" y="1828800"/>
                  </a:lnTo>
                  <a:lnTo>
                    <a:pt x="865842" y="1827532"/>
                  </a:lnTo>
                  <a:lnTo>
                    <a:pt x="817944" y="1823771"/>
                  </a:lnTo>
                  <a:lnTo>
                    <a:pt x="770768" y="1817580"/>
                  </a:lnTo>
                  <a:lnTo>
                    <a:pt x="724379" y="1809023"/>
                  </a:lnTo>
                  <a:lnTo>
                    <a:pt x="678839" y="1798162"/>
                  </a:lnTo>
                  <a:lnTo>
                    <a:pt x="634211" y="1785061"/>
                  </a:lnTo>
                  <a:lnTo>
                    <a:pt x="590559" y="1769783"/>
                  </a:lnTo>
                  <a:lnTo>
                    <a:pt x="547945" y="1752391"/>
                  </a:lnTo>
                  <a:lnTo>
                    <a:pt x="506434" y="1732948"/>
                  </a:lnTo>
                  <a:lnTo>
                    <a:pt x="466088" y="1711518"/>
                  </a:lnTo>
                  <a:lnTo>
                    <a:pt x="426971" y="1688164"/>
                  </a:lnTo>
                  <a:lnTo>
                    <a:pt x="389146" y="1662950"/>
                  </a:lnTo>
                  <a:lnTo>
                    <a:pt x="352675" y="1635937"/>
                  </a:lnTo>
                  <a:lnTo>
                    <a:pt x="317623" y="1607190"/>
                  </a:lnTo>
                  <a:lnTo>
                    <a:pt x="284053" y="1576772"/>
                  </a:lnTo>
                  <a:lnTo>
                    <a:pt x="252027" y="1544746"/>
                  </a:lnTo>
                  <a:lnTo>
                    <a:pt x="221609" y="1511176"/>
                  </a:lnTo>
                  <a:lnTo>
                    <a:pt x="192862" y="1476124"/>
                  </a:lnTo>
                  <a:lnTo>
                    <a:pt x="165849" y="1439653"/>
                  </a:lnTo>
                  <a:lnTo>
                    <a:pt x="140635" y="1401828"/>
                  </a:lnTo>
                  <a:lnTo>
                    <a:pt x="117281" y="1362711"/>
                  </a:lnTo>
                  <a:lnTo>
                    <a:pt x="95851" y="1322365"/>
                  </a:lnTo>
                  <a:lnTo>
                    <a:pt x="76408" y="1280854"/>
                  </a:lnTo>
                  <a:lnTo>
                    <a:pt x="59016" y="1238240"/>
                  </a:lnTo>
                  <a:lnTo>
                    <a:pt x="43738" y="1194588"/>
                  </a:lnTo>
                  <a:lnTo>
                    <a:pt x="30637" y="1149960"/>
                  </a:lnTo>
                  <a:lnTo>
                    <a:pt x="19776" y="1104420"/>
                  </a:lnTo>
                  <a:lnTo>
                    <a:pt x="11219" y="1058031"/>
                  </a:lnTo>
                  <a:lnTo>
                    <a:pt x="5028" y="1010855"/>
                  </a:lnTo>
                  <a:lnTo>
                    <a:pt x="1267" y="962957"/>
                  </a:lnTo>
                  <a:lnTo>
                    <a:pt x="0" y="914400"/>
                  </a:lnTo>
                  <a:close/>
                </a:path>
              </a:pathLst>
            </a:custGeom>
            <a:ln w="9144">
              <a:solidFill>
                <a:srgbClr val="FFFFFF"/>
              </a:solidFill>
            </a:ln>
          </p:spPr>
          <p:txBody>
            <a:bodyPr wrap="square" lIns="0" tIns="0" rIns="0" bIns="0" rtlCol="0"/>
            <a:lstStyle/>
            <a:p>
              <a:endParaRPr/>
            </a:p>
          </p:txBody>
        </p:sp>
        <p:sp>
          <p:nvSpPr>
            <p:cNvPr id="14" name="object 14"/>
            <p:cNvSpPr/>
            <p:nvPr/>
          </p:nvSpPr>
          <p:spPr>
            <a:xfrm>
              <a:off x="5152644" y="4512563"/>
              <a:ext cx="1065530" cy="1035050"/>
            </a:xfrm>
            <a:custGeom>
              <a:avLst/>
              <a:gdLst/>
              <a:ahLst/>
              <a:cxnLst/>
              <a:rect l="l" t="t" r="r" b="b"/>
              <a:pathLst>
                <a:path w="1065529" h="1035050">
                  <a:moveTo>
                    <a:pt x="642620" y="584327"/>
                  </a:moveTo>
                  <a:lnTo>
                    <a:pt x="633717" y="538022"/>
                  </a:lnTo>
                  <a:lnTo>
                    <a:pt x="622211" y="516255"/>
                  </a:lnTo>
                  <a:lnTo>
                    <a:pt x="620649" y="513765"/>
                  </a:lnTo>
                  <a:lnTo>
                    <a:pt x="620649" y="584327"/>
                  </a:lnTo>
                  <a:lnTo>
                    <a:pt x="620649" y="681355"/>
                  </a:lnTo>
                  <a:lnTo>
                    <a:pt x="444627" y="681355"/>
                  </a:lnTo>
                  <a:lnTo>
                    <a:pt x="444627" y="584327"/>
                  </a:lnTo>
                  <a:lnTo>
                    <a:pt x="446405" y="564705"/>
                  </a:lnTo>
                  <a:lnTo>
                    <a:pt x="472186" y="514731"/>
                  </a:lnTo>
                  <a:lnTo>
                    <a:pt x="515886" y="488988"/>
                  </a:lnTo>
                  <a:lnTo>
                    <a:pt x="533019" y="487172"/>
                  </a:lnTo>
                  <a:lnTo>
                    <a:pt x="549719" y="488988"/>
                  </a:lnTo>
                  <a:lnTo>
                    <a:pt x="565594" y="494284"/>
                  </a:lnTo>
                  <a:lnTo>
                    <a:pt x="580415" y="502932"/>
                  </a:lnTo>
                  <a:lnTo>
                    <a:pt x="593979" y="514731"/>
                  </a:lnTo>
                  <a:lnTo>
                    <a:pt x="596392" y="517906"/>
                  </a:lnTo>
                  <a:lnTo>
                    <a:pt x="599567" y="521208"/>
                  </a:lnTo>
                  <a:lnTo>
                    <a:pt x="619607" y="569315"/>
                  </a:lnTo>
                  <a:lnTo>
                    <a:pt x="620649" y="584327"/>
                  </a:lnTo>
                  <a:lnTo>
                    <a:pt x="620649" y="513765"/>
                  </a:lnTo>
                  <a:lnTo>
                    <a:pt x="592836" y="484860"/>
                  </a:lnTo>
                  <a:lnTo>
                    <a:pt x="554088" y="467690"/>
                  </a:lnTo>
                  <a:lnTo>
                    <a:pt x="533019" y="465455"/>
                  </a:lnTo>
                  <a:lnTo>
                    <a:pt x="511606" y="467690"/>
                  </a:lnTo>
                  <a:lnTo>
                    <a:pt x="472757" y="484860"/>
                  </a:lnTo>
                  <a:lnTo>
                    <a:pt x="441947" y="517740"/>
                  </a:lnTo>
                  <a:lnTo>
                    <a:pt x="425526" y="560895"/>
                  </a:lnTo>
                  <a:lnTo>
                    <a:pt x="423418" y="584327"/>
                  </a:lnTo>
                  <a:lnTo>
                    <a:pt x="423418" y="702437"/>
                  </a:lnTo>
                  <a:lnTo>
                    <a:pt x="642620" y="702437"/>
                  </a:lnTo>
                  <a:lnTo>
                    <a:pt x="642620" y="681355"/>
                  </a:lnTo>
                  <a:lnTo>
                    <a:pt x="642620" y="584327"/>
                  </a:lnTo>
                  <a:close/>
                </a:path>
                <a:path w="1065529" h="1035050">
                  <a:moveTo>
                    <a:pt x="787908" y="716165"/>
                  </a:moveTo>
                  <a:lnTo>
                    <a:pt x="785190" y="702525"/>
                  </a:lnTo>
                  <a:lnTo>
                    <a:pt x="777773" y="691476"/>
                  </a:lnTo>
                  <a:lnTo>
                    <a:pt x="766826" y="684161"/>
                  </a:lnTo>
                  <a:lnTo>
                    <a:pt x="766826" y="708787"/>
                  </a:lnTo>
                  <a:lnTo>
                    <a:pt x="766826" y="1007237"/>
                  </a:lnTo>
                  <a:lnTo>
                    <a:pt x="760349" y="1012952"/>
                  </a:lnTo>
                  <a:lnTo>
                    <a:pt x="304927" y="1012952"/>
                  </a:lnTo>
                  <a:lnTo>
                    <a:pt x="299339" y="1007237"/>
                  </a:lnTo>
                  <a:lnTo>
                    <a:pt x="299339" y="708787"/>
                  </a:lnTo>
                  <a:lnTo>
                    <a:pt x="304927" y="702437"/>
                  </a:lnTo>
                  <a:lnTo>
                    <a:pt x="355346" y="702437"/>
                  </a:lnTo>
                  <a:lnTo>
                    <a:pt x="355346" y="584327"/>
                  </a:lnTo>
                  <a:lnTo>
                    <a:pt x="368719" y="513613"/>
                  </a:lnTo>
                  <a:lnTo>
                    <a:pt x="406400" y="453263"/>
                  </a:lnTo>
                  <a:lnTo>
                    <a:pt x="464464" y="412724"/>
                  </a:lnTo>
                  <a:lnTo>
                    <a:pt x="532257" y="398272"/>
                  </a:lnTo>
                  <a:lnTo>
                    <a:pt x="533019" y="398272"/>
                  </a:lnTo>
                  <a:lnTo>
                    <a:pt x="601129" y="412724"/>
                  </a:lnTo>
                  <a:lnTo>
                    <a:pt x="658876" y="453263"/>
                  </a:lnTo>
                  <a:lnTo>
                    <a:pt x="659638" y="454914"/>
                  </a:lnTo>
                  <a:lnTo>
                    <a:pt x="660527" y="455676"/>
                  </a:lnTo>
                  <a:lnTo>
                    <a:pt x="697560" y="516255"/>
                  </a:lnTo>
                  <a:lnTo>
                    <a:pt x="709930" y="584327"/>
                  </a:lnTo>
                  <a:lnTo>
                    <a:pt x="709930" y="702437"/>
                  </a:lnTo>
                  <a:lnTo>
                    <a:pt x="760349" y="702437"/>
                  </a:lnTo>
                  <a:lnTo>
                    <a:pt x="766826" y="708787"/>
                  </a:lnTo>
                  <a:lnTo>
                    <a:pt x="766826" y="684161"/>
                  </a:lnTo>
                  <a:lnTo>
                    <a:pt x="766686" y="684060"/>
                  </a:lnTo>
                  <a:lnTo>
                    <a:pt x="752983" y="681355"/>
                  </a:lnTo>
                  <a:lnTo>
                    <a:pt x="731901" y="681355"/>
                  </a:lnTo>
                  <a:lnTo>
                    <a:pt x="731901" y="584327"/>
                  </a:lnTo>
                  <a:lnTo>
                    <a:pt x="728319" y="545490"/>
                  </a:lnTo>
                  <a:lnTo>
                    <a:pt x="717905" y="508393"/>
                  </a:lnTo>
                  <a:lnTo>
                    <a:pt x="701090" y="473849"/>
                  </a:lnTo>
                  <a:lnTo>
                    <a:pt x="678307" y="442722"/>
                  </a:lnTo>
                  <a:lnTo>
                    <a:pt x="677545" y="442722"/>
                  </a:lnTo>
                  <a:lnTo>
                    <a:pt x="677545" y="441960"/>
                  </a:lnTo>
                  <a:lnTo>
                    <a:pt x="644220" y="412229"/>
                  </a:lnTo>
                  <a:lnTo>
                    <a:pt x="609765" y="392684"/>
                  </a:lnTo>
                  <a:lnTo>
                    <a:pt x="572236" y="380580"/>
                  </a:lnTo>
                  <a:lnTo>
                    <a:pt x="533019" y="376428"/>
                  </a:lnTo>
                  <a:lnTo>
                    <a:pt x="532257" y="376428"/>
                  </a:lnTo>
                  <a:lnTo>
                    <a:pt x="493141" y="380580"/>
                  </a:lnTo>
                  <a:lnTo>
                    <a:pt x="455828" y="392684"/>
                  </a:lnTo>
                  <a:lnTo>
                    <a:pt x="421411" y="412229"/>
                  </a:lnTo>
                  <a:lnTo>
                    <a:pt x="391033" y="438658"/>
                  </a:lnTo>
                  <a:lnTo>
                    <a:pt x="366712" y="470509"/>
                  </a:lnTo>
                  <a:lnTo>
                    <a:pt x="348869" y="506018"/>
                  </a:lnTo>
                  <a:lnTo>
                    <a:pt x="337883" y="544271"/>
                  </a:lnTo>
                  <a:lnTo>
                    <a:pt x="334137" y="584327"/>
                  </a:lnTo>
                  <a:lnTo>
                    <a:pt x="334137" y="681355"/>
                  </a:lnTo>
                  <a:lnTo>
                    <a:pt x="312293" y="681355"/>
                  </a:lnTo>
                  <a:lnTo>
                    <a:pt x="298577" y="684060"/>
                  </a:lnTo>
                  <a:lnTo>
                    <a:pt x="287489" y="691476"/>
                  </a:lnTo>
                  <a:lnTo>
                    <a:pt x="280073" y="702525"/>
                  </a:lnTo>
                  <a:lnTo>
                    <a:pt x="277368" y="716165"/>
                  </a:lnTo>
                  <a:lnTo>
                    <a:pt x="277368" y="999998"/>
                  </a:lnTo>
                  <a:lnTo>
                    <a:pt x="280073" y="1013320"/>
                  </a:lnTo>
                  <a:lnTo>
                    <a:pt x="287489" y="1024407"/>
                  </a:lnTo>
                  <a:lnTo>
                    <a:pt x="298577" y="1031989"/>
                  </a:lnTo>
                  <a:lnTo>
                    <a:pt x="312293" y="1034796"/>
                  </a:lnTo>
                  <a:lnTo>
                    <a:pt x="752983" y="1034796"/>
                  </a:lnTo>
                  <a:lnTo>
                    <a:pt x="785190" y="1013320"/>
                  </a:lnTo>
                  <a:lnTo>
                    <a:pt x="787908" y="999998"/>
                  </a:lnTo>
                  <a:lnTo>
                    <a:pt x="787908" y="716165"/>
                  </a:lnTo>
                  <a:close/>
                </a:path>
                <a:path w="1065529" h="1035050">
                  <a:moveTo>
                    <a:pt x="1065276" y="474472"/>
                  </a:moveTo>
                  <a:lnTo>
                    <a:pt x="1060716" y="428637"/>
                  </a:lnTo>
                  <a:lnTo>
                    <a:pt x="1047496" y="384771"/>
                  </a:lnTo>
                  <a:lnTo>
                    <a:pt x="1026287" y="344170"/>
                  </a:lnTo>
                  <a:lnTo>
                    <a:pt x="997737" y="308114"/>
                  </a:lnTo>
                  <a:lnTo>
                    <a:pt x="962533" y="277876"/>
                  </a:lnTo>
                  <a:lnTo>
                    <a:pt x="954887" y="235686"/>
                  </a:lnTo>
                  <a:lnTo>
                    <a:pt x="938491" y="197827"/>
                  </a:lnTo>
                  <a:lnTo>
                    <a:pt x="913955" y="165417"/>
                  </a:lnTo>
                  <a:lnTo>
                    <a:pt x="881888" y="139573"/>
                  </a:lnTo>
                  <a:lnTo>
                    <a:pt x="836904" y="117030"/>
                  </a:lnTo>
                  <a:lnTo>
                    <a:pt x="781939" y="109347"/>
                  </a:lnTo>
                  <a:lnTo>
                    <a:pt x="762838" y="110312"/>
                  </a:lnTo>
                  <a:lnTo>
                    <a:pt x="744004" y="113118"/>
                  </a:lnTo>
                  <a:lnTo>
                    <a:pt x="725728" y="117652"/>
                  </a:lnTo>
                  <a:lnTo>
                    <a:pt x="708279" y="123825"/>
                  </a:lnTo>
                  <a:lnTo>
                    <a:pt x="676706" y="87630"/>
                  </a:lnTo>
                  <a:lnTo>
                    <a:pt x="640562" y="57124"/>
                  </a:lnTo>
                  <a:lnTo>
                    <a:pt x="600557" y="32727"/>
                  </a:lnTo>
                  <a:lnTo>
                    <a:pt x="557466" y="14808"/>
                  </a:lnTo>
                  <a:lnTo>
                    <a:pt x="512013" y="3771"/>
                  </a:lnTo>
                  <a:lnTo>
                    <a:pt x="464947" y="0"/>
                  </a:lnTo>
                  <a:lnTo>
                    <a:pt x="416166" y="3987"/>
                  </a:lnTo>
                  <a:lnTo>
                    <a:pt x="369874" y="15494"/>
                  </a:lnTo>
                  <a:lnTo>
                    <a:pt x="326669" y="33909"/>
                  </a:lnTo>
                  <a:lnTo>
                    <a:pt x="287197" y="58610"/>
                  </a:lnTo>
                  <a:lnTo>
                    <a:pt x="252069" y="88950"/>
                  </a:lnTo>
                  <a:lnTo>
                    <a:pt x="221932" y="124333"/>
                  </a:lnTo>
                  <a:lnTo>
                    <a:pt x="197396" y="164096"/>
                  </a:lnTo>
                  <a:lnTo>
                    <a:pt x="179095" y="207645"/>
                  </a:lnTo>
                  <a:lnTo>
                    <a:pt x="167652" y="254330"/>
                  </a:lnTo>
                  <a:lnTo>
                    <a:pt x="163703" y="303530"/>
                  </a:lnTo>
                  <a:lnTo>
                    <a:pt x="118935" y="318617"/>
                  </a:lnTo>
                  <a:lnTo>
                    <a:pt x="79489" y="343192"/>
                  </a:lnTo>
                  <a:lnTo>
                    <a:pt x="46609" y="375780"/>
                  </a:lnTo>
                  <a:lnTo>
                    <a:pt x="21551" y="414934"/>
                  </a:lnTo>
                  <a:lnTo>
                    <a:pt x="5588" y="459155"/>
                  </a:lnTo>
                  <a:lnTo>
                    <a:pt x="0" y="506984"/>
                  </a:lnTo>
                  <a:lnTo>
                    <a:pt x="5537" y="553974"/>
                  </a:lnTo>
                  <a:lnTo>
                    <a:pt x="21348" y="597408"/>
                  </a:lnTo>
                  <a:lnTo>
                    <a:pt x="46126" y="635990"/>
                  </a:lnTo>
                  <a:lnTo>
                    <a:pt x="78600" y="668464"/>
                  </a:lnTo>
                  <a:lnTo>
                    <a:pt x="117513" y="693521"/>
                  </a:lnTo>
                  <a:lnTo>
                    <a:pt x="161582" y="709891"/>
                  </a:lnTo>
                  <a:lnTo>
                    <a:pt x="209550" y="716280"/>
                  </a:lnTo>
                  <a:lnTo>
                    <a:pt x="218313" y="716280"/>
                  </a:lnTo>
                  <a:lnTo>
                    <a:pt x="225298" y="709930"/>
                  </a:lnTo>
                  <a:lnTo>
                    <a:pt x="225298" y="692404"/>
                  </a:lnTo>
                  <a:lnTo>
                    <a:pt x="218821" y="685419"/>
                  </a:lnTo>
                  <a:lnTo>
                    <a:pt x="210185" y="685419"/>
                  </a:lnTo>
                  <a:lnTo>
                    <a:pt x="162623" y="678078"/>
                  </a:lnTo>
                  <a:lnTo>
                    <a:pt x="119799" y="659460"/>
                  </a:lnTo>
                  <a:lnTo>
                    <a:pt x="83451" y="631304"/>
                  </a:lnTo>
                  <a:lnTo>
                    <a:pt x="55321" y="595363"/>
                  </a:lnTo>
                  <a:lnTo>
                    <a:pt x="37172" y="553339"/>
                  </a:lnTo>
                  <a:lnTo>
                    <a:pt x="30734" y="506984"/>
                  </a:lnTo>
                  <a:lnTo>
                    <a:pt x="38176" y="456260"/>
                  </a:lnTo>
                  <a:lnTo>
                    <a:pt x="59080" y="410984"/>
                  </a:lnTo>
                  <a:lnTo>
                    <a:pt x="91300" y="373583"/>
                  </a:lnTo>
                  <a:lnTo>
                    <a:pt x="132689" y="346443"/>
                  </a:lnTo>
                  <a:lnTo>
                    <a:pt x="181102" y="331978"/>
                  </a:lnTo>
                  <a:lnTo>
                    <a:pt x="194437" y="330200"/>
                  </a:lnTo>
                  <a:lnTo>
                    <a:pt x="194437" y="303530"/>
                  </a:lnTo>
                  <a:lnTo>
                    <a:pt x="198793" y="254685"/>
                  </a:lnTo>
                  <a:lnTo>
                    <a:pt x="211391" y="208635"/>
                  </a:lnTo>
                  <a:lnTo>
                    <a:pt x="231432" y="166179"/>
                  </a:lnTo>
                  <a:lnTo>
                    <a:pt x="258152" y="128104"/>
                  </a:lnTo>
                  <a:lnTo>
                    <a:pt x="290779" y="95199"/>
                  </a:lnTo>
                  <a:lnTo>
                    <a:pt x="328549" y="68224"/>
                  </a:lnTo>
                  <a:lnTo>
                    <a:pt x="370674" y="47993"/>
                  </a:lnTo>
                  <a:lnTo>
                    <a:pt x="416394" y="35280"/>
                  </a:lnTo>
                  <a:lnTo>
                    <a:pt x="464947" y="30861"/>
                  </a:lnTo>
                  <a:lnTo>
                    <a:pt x="517169" y="36296"/>
                  </a:lnTo>
                  <a:lnTo>
                    <a:pt x="567448" y="52019"/>
                  </a:lnTo>
                  <a:lnTo>
                    <a:pt x="614146" y="77177"/>
                  </a:lnTo>
                  <a:lnTo>
                    <a:pt x="655624" y="110883"/>
                  </a:lnTo>
                  <a:lnTo>
                    <a:pt x="690245" y="152273"/>
                  </a:lnTo>
                  <a:lnTo>
                    <a:pt x="698373" y="163957"/>
                  </a:lnTo>
                  <a:lnTo>
                    <a:pt x="710565" y="156972"/>
                  </a:lnTo>
                  <a:lnTo>
                    <a:pt x="726694" y="149682"/>
                  </a:lnTo>
                  <a:lnTo>
                    <a:pt x="744296" y="144386"/>
                  </a:lnTo>
                  <a:lnTo>
                    <a:pt x="762863" y="141173"/>
                  </a:lnTo>
                  <a:lnTo>
                    <a:pt x="781939" y="140081"/>
                  </a:lnTo>
                  <a:lnTo>
                    <a:pt x="805497" y="141617"/>
                  </a:lnTo>
                  <a:lnTo>
                    <a:pt x="827227" y="146202"/>
                  </a:lnTo>
                  <a:lnTo>
                    <a:pt x="846785" y="153860"/>
                  </a:lnTo>
                  <a:lnTo>
                    <a:pt x="863854" y="164592"/>
                  </a:lnTo>
                  <a:lnTo>
                    <a:pt x="864997" y="165735"/>
                  </a:lnTo>
                  <a:lnTo>
                    <a:pt x="892670" y="187909"/>
                  </a:lnTo>
                  <a:lnTo>
                    <a:pt x="913460" y="216204"/>
                  </a:lnTo>
                  <a:lnTo>
                    <a:pt x="926833" y="249631"/>
                  </a:lnTo>
                  <a:lnTo>
                    <a:pt x="932307" y="287147"/>
                  </a:lnTo>
                  <a:lnTo>
                    <a:pt x="932307" y="295402"/>
                  </a:lnTo>
                  <a:lnTo>
                    <a:pt x="939292" y="299974"/>
                  </a:lnTo>
                  <a:lnTo>
                    <a:pt x="978916" y="333387"/>
                  </a:lnTo>
                  <a:lnTo>
                    <a:pt x="1008913" y="375221"/>
                  </a:lnTo>
                  <a:lnTo>
                    <a:pt x="1027899" y="423062"/>
                  </a:lnTo>
                  <a:lnTo>
                    <a:pt x="1034542" y="474472"/>
                  </a:lnTo>
                  <a:lnTo>
                    <a:pt x="1029881" y="519430"/>
                  </a:lnTo>
                  <a:lnTo>
                    <a:pt x="1016495" y="561035"/>
                  </a:lnTo>
                  <a:lnTo>
                    <a:pt x="995235" y="598322"/>
                  </a:lnTo>
                  <a:lnTo>
                    <a:pt x="966965" y="630351"/>
                  </a:lnTo>
                  <a:lnTo>
                    <a:pt x="932561" y="656183"/>
                  </a:lnTo>
                  <a:lnTo>
                    <a:pt x="892860" y="674852"/>
                  </a:lnTo>
                  <a:lnTo>
                    <a:pt x="848741" y="685419"/>
                  </a:lnTo>
                  <a:lnTo>
                    <a:pt x="839978" y="686689"/>
                  </a:lnTo>
                  <a:lnTo>
                    <a:pt x="834263" y="694182"/>
                  </a:lnTo>
                  <a:lnTo>
                    <a:pt x="835406" y="702945"/>
                  </a:lnTo>
                  <a:lnTo>
                    <a:pt x="835914" y="710438"/>
                  </a:lnTo>
                  <a:lnTo>
                    <a:pt x="842899" y="716280"/>
                  </a:lnTo>
                  <a:lnTo>
                    <a:pt x="852805" y="716280"/>
                  </a:lnTo>
                  <a:lnTo>
                    <a:pt x="897255" y="706310"/>
                  </a:lnTo>
                  <a:lnTo>
                    <a:pt x="937920" y="689063"/>
                  </a:lnTo>
                  <a:lnTo>
                    <a:pt x="974102" y="665276"/>
                  </a:lnTo>
                  <a:lnTo>
                    <a:pt x="1005179" y="635723"/>
                  </a:lnTo>
                  <a:lnTo>
                    <a:pt x="1030490" y="601116"/>
                  </a:lnTo>
                  <a:lnTo>
                    <a:pt x="1049375" y="562216"/>
                  </a:lnTo>
                  <a:lnTo>
                    <a:pt x="1061186" y="519747"/>
                  </a:lnTo>
                  <a:lnTo>
                    <a:pt x="1065276" y="474472"/>
                  </a:lnTo>
                  <a:close/>
                </a:path>
              </a:pathLst>
            </a:custGeom>
            <a:solidFill>
              <a:srgbClr val="FFFFFF"/>
            </a:solidFill>
          </p:spPr>
          <p:txBody>
            <a:bodyPr wrap="square" lIns="0" tIns="0" rIns="0" bIns="0" rtlCol="0"/>
            <a:lstStyle/>
            <a:p>
              <a:endParaRPr/>
            </a:p>
          </p:txBody>
        </p:sp>
      </p:grpSp>
      <p:sp>
        <p:nvSpPr>
          <p:cNvPr id="15" name="object 15"/>
          <p:cNvSpPr txBox="1">
            <a:spLocks noGrp="1"/>
          </p:cNvSpPr>
          <p:nvPr>
            <p:ph type="title"/>
          </p:nvPr>
        </p:nvSpPr>
        <p:spPr>
          <a:xfrm>
            <a:off x="403047" y="285699"/>
            <a:ext cx="11320780" cy="697230"/>
          </a:xfrm>
          <a:prstGeom prst="rect">
            <a:avLst/>
          </a:prstGeom>
        </p:spPr>
        <p:txBody>
          <a:bodyPr vert="horz" wrap="square" lIns="0" tIns="13335" rIns="0" bIns="0" rtlCol="0">
            <a:spAutoFit/>
          </a:bodyPr>
          <a:lstStyle/>
          <a:p>
            <a:pPr marL="12700">
              <a:lnSpc>
                <a:spcPct val="100000"/>
              </a:lnSpc>
              <a:spcBef>
                <a:spcPts val="105"/>
              </a:spcBef>
            </a:pPr>
            <a:r>
              <a:rPr sz="4400" spc="-310" dirty="0">
                <a:solidFill>
                  <a:srgbClr val="FFFFFF"/>
                </a:solidFill>
                <a:latin typeface="Trebuchet MS"/>
                <a:cs typeface="Trebuchet MS"/>
              </a:rPr>
              <a:t>Protect </a:t>
            </a:r>
            <a:r>
              <a:rPr sz="4400" spc="-300" dirty="0">
                <a:solidFill>
                  <a:srgbClr val="FFFFFF"/>
                </a:solidFill>
                <a:latin typeface="Trebuchet MS"/>
                <a:cs typeface="Trebuchet MS"/>
              </a:rPr>
              <a:t>sensitive </a:t>
            </a:r>
            <a:r>
              <a:rPr sz="4400" spc="-250" dirty="0">
                <a:solidFill>
                  <a:srgbClr val="FFFFFF"/>
                </a:solidFill>
                <a:latin typeface="Trebuchet MS"/>
                <a:cs typeface="Trebuchet MS"/>
              </a:rPr>
              <a:t>data </a:t>
            </a:r>
            <a:r>
              <a:rPr sz="4400" spc="-185" dirty="0">
                <a:solidFill>
                  <a:srgbClr val="FFFFFF"/>
                </a:solidFill>
                <a:latin typeface="Trebuchet MS"/>
                <a:cs typeface="Trebuchet MS"/>
              </a:rPr>
              <a:t>on-premises </a:t>
            </a:r>
            <a:r>
              <a:rPr sz="4400" spc="-125" dirty="0">
                <a:solidFill>
                  <a:srgbClr val="FFFFFF"/>
                </a:solidFill>
                <a:latin typeface="Trebuchet MS"/>
                <a:cs typeface="Trebuchet MS"/>
              </a:rPr>
              <a:t>and </a:t>
            </a:r>
            <a:r>
              <a:rPr sz="4400" spc="-254" dirty="0">
                <a:solidFill>
                  <a:srgbClr val="FFFFFF"/>
                </a:solidFill>
                <a:latin typeface="Trebuchet MS"/>
                <a:cs typeface="Trebuchet MS"/>
              </a:rPr>
              <a:t>in </a:t>
            </a:r>
            <a:r>
              <a:rPr sz="4400" spc="-290" dirty="0">
                <a:solidFill>
                  <a:srgbClr val="FFFFFF"/>
                </a:solidFill>
                <a:latin typeface="Trebuchet MS"/>
                <a:cs typeface="Trebuchet MS"/>
              </a:rPr>
              <a:t>the</a:t>
            </a:r>
            <a:r>
              <a:rPr sz="4400" spc="-990" dirty="0">
                <a:solidFill>
                  <a:srgbClr val="FFFFFF"/>
                </a:solidFill>
                <a:latin typeface="Trebuchet MS"/>
                <a:cs typeface="Trebuchet MS"/>
              </a:rPr>
              <a:t> </a:t>
            </a:r>
            <a:r>
              <a:rPr sz="4400" spc="-190" dirty="0">
                <a:solidFill>
                  <a:srgbClr val="FFFFFF"/>
                </a:solidFill>
                <a:latin typeface="Trebuchet MS"/>
                <a:cs typeface="Trebuchet MS"/>
              </a:rPr>
              <a:t>cloud</a:t>
            </a:r>
            <a:endParaRPr sz="4400">
              <a:latin typeface="Trebuchet MS"/>
              <a:cs typeface="Trebuchet MS"/>
            </a:endParaRPr>
          </a:p>
        </p:txBody>
      </p:sp>
      <p:sp>
        <p:nvSpPr>
          <p:cNvPr id="16" name="object 16"/>
          <p:cNvSpPr txBox="1"/>
          <p:nvPr/>
        </p:nvSpPr>
        <p:spPr>
          <a:xfrm>
            <a:off x="939190" y="2105660"/>
            <a:ext cx="2165985" cy="1630045"/>
          </a:xfrm>
          <a:prstGeom prst="rect">
            <a:avLst/>
          </a:prstGeom>
        </p:spPr>
        <p:txBody>
          <a:bodyPr vert="horz" wrap="square" lIns="0" tIns="12065" rIns="0" bIns="0" rtlCol="0">
            <a:spAutoFit/>
          </a:bodyPr>
          <a:lstStyle/>
          <a:p>
            <a:pPr marL="12700" marR="186055">
              <a:lnSpc>
                <a:spcPct val="100000"/>
              </a:lnSpc>
              <a:spcBef>
                <a:spcPts val="95"/>
              </a:spcBef>
            </a:pPr>
            <a:r>
              <a:rPr sz="2800" spc="-145" dirty="0">
                <a:solidFill>
                  <a:srgbClr val="FFFFFF"/>
                </a:solidFill>
                <a:latin typeface="Arial"/>
                <a:cs typeface="Arial"/>
              </a:rPr>
              <a:t>Classi</a:t>
            </a:r>
            <a:r>
              <a:rPr sz="2800" spc="-85" dirty="0">
                <a:solidFill>
                  <a:srgbClr val="FFFFFF"/>
                </a:solidFill>
                <a:latin typeface="Arial"/>
                <a:cs typeface="Arial"/>
              </a:rPr>
              <a:t>f</a:t>
            </a:r>
            <a:r>
              <a:rPr sz="2800" spc="-45" dirty="0">
                <a:solidFill>
                  <a:srgbClr val="FFFFFF"/>
                </a:solidFill>
                <a:latin typeface="Arial"/>
                <a:cs typeface="Arial"/>
              </a:rPr>
              <a:t>i</a:t>
            </a:r>
            <a:r>
              <a:rPr sz="2800" spc="-105" dirty="0">
                <a:solidFill>
                  <a:srgbClr val="FFFFFF"/>
                </a:solidFill>
                <a:latin typeface="Arial"/>
                <a:cs typeface="Arial"/>
              </a:rPr>
              <a:t>c</a:t>
            </a:r>
            <a:r>
              <a:rPr sz="2800" spc="-5" dirty="0">
                <a:solidFill>
                  <a:srgbClr val="FFFFFF"/>
                </a:solidFill>
                <a:latin typeface="Arial"/>
                <a:cs typeface="Arial"/>
              </a:rPr>
              <a:t>ation  </a:t>
            </a:r>
            <a:r>
              <a:rPr sz="2800" spc="-45" dirty="0">
                <a:solidFill>
                  <a:srgbClr val="FFFFFF"/>
                </a:solidFill>
                <a:latin typeface="Arial"/>
                <a:cs typeface="Arial"/>
              </a:rPr>
              <a:t>and</a:t>
            </a:r>
            <a:r>
              <a:rPr sz="2800" spc="-55" dirty="0">
                <a:solidFill>
                  <a:srgbClr val="FFFFFF"/>
                </a:solidFill>
                <a:latin typeface="Arial"/>
                <a:cs typeface="Arial"/>
              </a:rPr>
              <a:t> </a:t>
            </a:r>
            <a:r>
              <a:rPr sz="2800" spc="-25" dirty="0">
                <a:solidFill>
                  <a:srgbClr val="FFFFFF"/>
                </a:solidFill>
                <a:latin typeface="Arial"/>
                <a:cs typeface="Arial"/>
              </a:rPr>
              <a:t>labeling</a:t>
            </a:r>
            <a:endParaRPr sz="2800">
              <a:latin typeface="Arial"/>
              <a:cs typeface="Arial"/>
            </a:endParaRPr>
          </a:p>
          <a:p>
            <a:pPr marL="12700" marR="5080">
              <a:lnSpc>
                <a:spcPct val="107100"/>
              </a:lnSpc>
              <a:spcBef>
                <a:spcPts val="515"/>
              </a:spcBef>
            </a:pPr>
            <a:r>
              <a:rPr sz="1400" spc="-195" dirty="0">
                <a:solidFill>
                  <a:srgbClr val="FFFFFF"/>
                </a:solidFill>
                <a:latin typeface="Arial Black"/>
                <a:cs typeface="Arial Black"/>
              </a:rPr>
              <a:t>Classify </a:t>
            </a:r>
            <a:r>
              <a:rPr sz="1400" spc="-175" dirty="0">
                <a:solidFill>
                  <a:srgbClr val="FFFFFF"/>
                </a:solidFill>
                <a:latin typeface="Arial Black"/>
                <a:cs typeface="Arial Black"/>
              </a:rPr>
              <a:t>data </a:t>
            </a:r>
            <a:r>
              <a:rPr sz="1400" spc="-180" dirty="0">
                <a:solidFill>
                  <a:srgbClr val="FFFFFF"/>
                </a:solidFill>
                <a:latin typeface="Arial Black"/>
                <a:cs typeface="Arial Black"/>
              </a:rPr>
              <a:t>based </a:t>
            </a:r>
            <a:r>
              <a:rPr sz="1400" spc="-130" dirty="0">
                <a:solidFill>
                  <a:srgbClr val="FFFFFF"/>
                </a:solidFill>
                <a:latin typeface="Arial Black"/>
                <a:cs typeface="Arial Black"/>
              </a:rPr>
              <a:t>on  </a:t>
            </a:r>
            <a:r>
              <a:rPr sz="1400" spc="-180" dirty="0">
                <a:solidFill>
                  <a:srgbClr val="FFFFFF"/>
                </a:solidFill>
                <a:latin typeface="Arial Black"/>
                <a:cs typeface="Arial Black"/>
              </a:rPr>
              <a:t>sensitivity </a:t>
            </a:r>
            <a:r>
              <a:rPr sz="1400" spc="-160" dirty="0">
                <a:solidFill>
                  <a:srgbClr val="FFFFFF"/>
                </a:solidFill>
                <a:latin typeface="Arial Black"/>
                <a:cs typeface="Arial Black"/>
              </a:rPr>
              <a:t>and </a:t>
            </a:r>
            <a:r>
              <a:rPr sz="1400" spc="-145" dirty="0">
                <a:solidFill>
                  <a:srgbClr val="FFFFFF"/>
                </a:solidFill>
                <a:latin typeface="Arial Black"/>
                <a:cs typeface="Arial Black"/>
              </a:rPr>
              <a:t>add </a:t>
            </a:r>
            <a:r>
              <a:rPr sz="1400" spc="-150" dirty="0">
                <a:solidFill>
                  <a:srgbClr val="FFFFFF"/>
                </a:solidFill>
                <a:latin typeface="Arial Black"/>
                <a:cs typeface="Arial Black"/>
              </a:rPr>
              <a:t>labels—  </a:t>
            </a:r>
            <a:r>
              <a:rPr sz="1400" spc="-175" dirty="0">
                <a:solidFill>
                  <a:srgbClr val="FFFFFF"/>
                </a:solidFill>
                <a:latin typeface="Arial Black"/>
                <a:cs typeface="Arial Black"/>
              </a:rPr>
              <a:t>manually </a:t>
            </a:r>
            <a:r>
              <a:rPr sz="1400" spc="-125" dirty="0">
                <a:solidFill>
                  <a:srgbClr val="FFFFFF"/>
                </a:solidFill>
                <a:latin typeface="Arial Black"/>
                <a:cs typeface="Arial Black"/>
              </a:rPr>
              <a:t>or</a:t>
            </a:r>
            <a:r>
              <a:rPr sz="1400" spc="-40" dirty="0">
                <a:solidFill>
                  <a:srgbClr val="FFFFFF"/>
                </a:solidFill>
                <a:latin typeface="Arial Black"/>
                <a:cs typeface="Arial Black"/>
              </a:rPr>
              <a:t> </a:t>
            </a:r>
            <a:r>
              <a:rPr sz="1400" spc="-175" dirty="0">
                <a:solidFill>
                  <a:srgbClr val="FFFFFF"/>
                </a:solidFill>
                <a:latin typeface="Arial Black"/>
                <a:cs typeface="Arial Black"/>
              </a:rPr>
              <a:t>automatically.</a:t>
            </a:r>
            <a:endParaRPr sz="1400">
              <a:latin typeface="Arial Black"/>
              <a:cs typeface="Arial Black"/>
            </a:endParaRPr>
          </a:p>
        </p:txBody>
      </p:sp>
      <p:sp>
        <p:nvSpPr>
          <p:cNvPr id="17" name="object 17"/>
          <p:cNvSpPr txBox="1"/>
          <p:nvPr/>
        </p:nvSpPr>
        <p:spPr>
          <a:xfrm>
            <a:off x="4780534" y="1946627"/>
            <a:ext cx="1772285" cy="1819275"/>
          </a:xfrm>
          <a:prstGeom prst="rect">
            <a:avLst/>
          </a:prstGeom>
        </p:spPr>
        <p:txBody>
          <a:bodyPr vert="horz" wrap="square" lIns="0" tIns="170815" rIns="0" bIns="0" rtlCol="0">
            <a:spAutoFit/>
          </a:bodyPr>
          <a:lstStyle/>
          <a:p>
            <a:pPr marL="111760">
              <a:lnSpc>
                <a:spcPct val="100000"/>
              </a:lnSpc>
              <a:spcBef>
                <a:spcPts val="1345"/>
              </a:spcBef>
            </a:pPr>
            <a:r>
              <a:rPr sz="2800" spc="-30" dirty="0">
                <a:solidFill>
                  <a:srgbClr val="FFFFFF"/>
                </a:solidFill>
                <a:latin typeface="Arial"/>
                <a:cs typeface="Arial"/>
              </a:rPr>
              <a:t>Protection</a:t>
            </a:r>
            <a:endParaRPr sz="2800">
              <a:latin typeface="Arial"/>
              <a:cs typeface="Arial"/>
            </a:endParaRPr>
          </a:p>
          <a:p>
            <a:pPr marL="12700" marR="5080">
              <a:lnSpc>
                <a:spcPct val="107200"/>
              </a:lnSpc>
              <a:spcBef>
                <a:spcPts val="515"/>
              </a:spcBef>
            </a:pPr>
            <a:r>
              <a:rPr sz="1400" spc="-185" dirty="0">
                <a:solidFill>
                  <a:srgbClr val="FFFFFF"/>
                </a:solidFill>
                <a:latin typeface="Arial Black"/>
                <a:cs typeface="Arial Black"/>
              </a:rPr>
              <a:t>Encrypt </a:t>
            </a:r>
            <a:r>
              <a:rPr sz="1400" spc="-140" dirty="0">
                <a:solidFill>
                  <a:srgbClr val="FFFFFF"/>
                </a:solidFill>
                <a:latin typeface="Arial Black"/>
                <a:cs typeface="Arial Black"/>
              </a:rPr>
              <a:t>your </a:t>
            </a:r>
            <a:r>
              <a:rPr sz="1400" spc="-190" dirty="0">
                <a:solidFill>
                  <a:srgbClr val="FFFFFF"/>
                </a:solidFill>
                <a:latin typeface="Arial Black"/>
                <a:cs typeface="Arial Black"/>
              </a:rPr>
              <a:t>sensitive  </a:t>
            </a:r>
            <a:r>
              <a:rPr sz="1400" spc="-175" dirty="0">
                <a:solidFill>
                  <a:srgbClr val="FFFFFF"/>
                </a:solidFill>
                <a:latin typeface="Arial Black"/>
                <a:cs typeface="Arial Black"/>
              </a:rPr>
              <a:t>data </a:t>
            </a:r>
            <a:r>
              <a:rPr sz="1400" spc="-155" dirty="0">
                <a:solidFill>
                  <a:srgbClr val="FFFFFF"/>
                </a:solidFill>
                <a:latin typeface="Arial Black"/>
                <a:cs typeface="Arial Black"/>
              </a:rPr>
              <a:t>and </a:t>
            </a:r>
            <a:r>
              <a:rPr sz="1400" spc="-150" dirty="0">
                <a:solidFill>
                  <a:srgbClr val="FFFFFF"/>
                </a:solidFill>
                <a:latin typeface="Arial Black"/>
                <a:cs typeface="Arial Black"/>
              </a:rPr>
              <a:t>define </a:t>
            </a:r>
            <a:r>
              <a:rPr sz="1400" spc="-185" dirty="0">
                <a:solidFill>
                  <a:srgbClr val="FFFFFF"/>
                </a:solidFill>
                <a:latin typeface="Arial Black"/>
                <a:cs typeface="Arial Black"/>
              </a:rPr>
              <a:t>usage  </a:t>
            </a:r>
            <a:r>
              <a:rPr sz="1400" spc="-155" dirty="0">
                <a:solidFill>
                  <a:srgbClr val="FFFFFF"/>
                </a:solidFill>
                <a:latin typeface="Arial Black"/>
                <a:cs typeface="Arial Black"/>
              </a:rPr>
              <a:t>rights </a:t>
            </a:r>
            <a:r>
              <a:rPr sz="1400" spc="-125" dirty="0">
                <a:solidFill>
                  <a:srgbClr val="FFFFFF"/>
                </a:solidFill>
                <a:latin typeface="Arial Black"/>
                <a:cs typeface="Arial Black"/>
              </a:rPr>
              <a:t>or </a:t>
            </a:r>
            <a:r>
              <a:rPr sz="1400" spc="-145" dirty="0">
                <a:solidFill>
                  <a:srgbClr val="FFFFFF"/>
                </a:solidFill>
                <a:latin typeface="Arial Black"/>
                <a:cs typeface="Arial Black"/>
              </a:rPr>
              <a:t>add </a:t>
            </a:r>
            <a:r>
              <a:rPr sz="1400" spc="-180" dirty="0">
                <a:solidFill>
                  <a:srgbClr val="FFFFFF"/>
                </a:solidFill>
                <a:latin typeface="Arial Black"/>
                <a:cs typeface="Arial Black"/>
              </a:rPr>
              <a:t>visual  markings </a:t>
            </a:r>
            <a:r>
              <a:rPr sz="1400" spc="-200" dirty="0">
                <a:solidFill>
                  <a:srgbClr val="FFFFFF"/>
                </a:solidFill>
                <a:latin typeface="Arial Black"/>
                <a:cs typeface="Arial Black"/>
              </a:rPr>
              <a:t>when  </a:t>
            </a:r>
            <a:r>
              <a:rPr sz="1400" spc="-165" dirty="0">
                <a:solidFill>
                  <a:srgbClr val="FFFFFF"/>
                </a:solidFill>
                <a:latin typeface="Arial Black"/>
                <a:cs typeface="Arial Black"/>
              </a:rPr>
              <a:t>needed.</a:t>
            </a:r>
            <a:endParaRPr sz="1400">
              <a:latin typeface="Arial Black"/>
              <a:cs typeface="Arial Black"/>
            </a:endParaRPr>
          </a:p>
        </p:txBody>
      </p:sp>
      <p:sp>
        <p:nvSpPr>
          <p:cNvPr id="18" name="object 18"/>
          <p:cNvSpPr txBox="1"/>
          <p:nvPr/>
        </p:nvSpPr>
        <p:spPr>
          <a:xfrm>
            <a:off x="8546338" y="1946627"/>
            <a:ext cx="1896110" cy="1819275"/>
          </a:xfrm>
          <a:prstGeom prst="rect">
            <a:avLst/>
          </a:prstGeom>
        </p:spPr>
        <p:txBody>
          <a:bodyPr vert="horz" wrap="square" lIns="0" tIns="170815" rIns="0" bIns="0" rtlCol="0">
            <a:spAutoFit/>
          </a:bodyPr>
          <a:lstStyle/>
          <a:p>
            <a:pPr marL="12700">
              <a:lnSpc>
                <a:spcPct val="100000"/>
              </a:lnSpc>
              <a:spcBef>
                <a:spcPts val="1345"/>
              </a:spcBef>
            </a:pPr>
            <a:r>
              <a:rPr sz="2800" spc="25" dirty="0">
                <a:solidFill>
                  <a:srgbClr val="FFFFFF"/>
                </a:solidFill>
                <a:latin typeface="Arial"/>
                <a:cs typeface="Arial"/>
              </a:rPr>
              <a:t>Monitoring</a:t>
            </a:r>
            <a:endParaRPr sz="2800">
              <a:latin typeface="Arial"/>
              <a:cs typeface="Arial"/>
            </a:endParaRPr>
          </a:p>
          <a:p>
            <a:pPr marL="12700" marR="5080">
              <a:lnSpc>
                <a:spcPct val="107200"/>
              </a:lnSpc>
              <a:spcBef>
                <a:spcPts val="515"/>
              </a:spcBef>
            </a:pPr>
            <a:r>
              <a:rPr sz="1400" spc="-225" dirty="0">
                <a:solidFill>
                  <a:srgbClr val="FFFFFF"/>
                </a:solidFill>
                <a:latin typeface="Arial Black"/>
                <a:cs typeface="Arial Black"/>
              </a:rPr>
              <a:t>Use </a:t>
            </a:r>
            <a:r>
              <a:rPr sz="1400" spc="-160" dirty="0">
                <a:solidFill>
                  <a:srgbClr val="FFFFFF"/>
                </a:solidFill>
                <a:latin typeface="Arial Black"/>
                <a:cs typeface="Arial Black"/>
              </a:rPr>
              <a:t>detailed </a:t>
            </a:r>
            <a:r>
              <a:rPr sz="1400" spc="-180" dirty="0">
                <a:solidFill>
                  <a:srgbClr val="FFFFFF"/>
                </a:solidFill>
                <a:latin typeface="Arial Black"/>
                <a:cs typeface="Arial Black"/>
              </a:rPr>
              <a:t>tracking  </a:t>
            </a:r>
            <a:r>
              <a:rPr sz="1400" spc="-155" dirty="0">
                <a:solidFill>
                  <a:srgbClr val="FFFFFF"/>
                </a:solidFill>
                <a:latin typeface="Arial Black"/>
                <a:cs typeface="Arial Black"/>
              </a:rPr>
              <a:t>and </a:t>
            </a:r>
            <a:r>
              <a:rPr sz="1400" spc="-135" dirty="0">
                <a:solidFill>
                  <a:srgbClr val="FFFFFF"/>
                </a:solidFill>
                <a:latin typeface="Arial Black"/>
                <a:cs typeface="Arial Black"/>
              </a:rPr>
              <a:t>reporting </a:t>
            </a:r>
            <a:r>
              <a:rPr sz="1400" spc="-130" dirty="0">
                <a:solidFill>
                  <a:srgbClr val="FFFFFF"/>
                </a:solidFill>
                <a:latin typeface="Arial Black"/>
                <a:cs typeface="Arial Black"/>
              </a:rPr>
              <a:t>to </a:t>
            </a:r>
            <a:r>
              <a:rPr sz="1400" spc="-225" dirty="0">
                <a:solidFill>
                  <a:srgbClr val="FFFFFF"/>
                </a:solidFill>
                <a:latin typeface="Arial Black"/>
                <a:cs typeface="Arial Black"/>
              </a:rPr>
              <a:t>see  </a:t>
            </a:r>
            <a:r>
              <a:rPr sz="1400" spc="-190" dirty="0">
                <a:solidFill>
                  <a:srgbClr val="FFFFFF"/>
                </a:solidFill>
                <a:latin typeface="Arial Black"/>
                <a:cs typeface="Arial Black"/>
              </a:rPr>
              <a:t>what’s </a:t>
            </a:r>
            <a:r>
              <a:rPr sz="1400" spc="-145" dirty="0">
                <a:solidFill>
                  <a:srgbClr val="FFFFFF"/>
                </a:solidFill>
                <a:latin typeface="Arial Black"/>
                <a:cs typeface="Arial Black"/>
              </a:rPr>
              <a:t>happening </a:t>
            </a:r>
            <a:r>
              <a:rPr sz="1400" spc="-185" dirty="0">
                <a:solidFill>
                  <a:srgbClr val="FFFFFF"/>
                </a:solidFill>
                <a:latin typeface="Arial Black"/>
                <a:cs typeface="Arial Black"/>
              </a:rPr>
              <a:t>with  </a:t>
            </a:r>
            <a:r>
              <a:rPr sz="1400" spc="-140" dirty="0">
                <a:solidFill>
                  <a:srgbClr val="FFFFFF"/>
                </a:solidFill>
                <a:latin typeface="Arial Black"/>
                <a:cs typeface="Arial Black"/>
              </a:rPr>
              <a:t>your </a:t>
            </a:r>
            <a:r>
              <a:rPr sz="1400" spc="-180" dirty="0">
                <a:solidFill>
                  <a:srgbClr val="FFFFFF"/>
                </a:solidFill>
                <a:latin typeface="Arial Black"/>
                <a:cs typeface="Arial Black"/>
              </a:rPr>
              <a:t>shared </a:t>
            </a:r>
            <a:r>
              <a:rPr sz="1400" spc="-175" dirty="0">
                <a:solidFill>
                  <a:srgbClr val="FFFFFF"/>
                </a:solidFill>
                <a:latin typeface="Arial Black"/>
                <a:cs typeface="Arial Black"/>
              </a:rPr>
              <a:t>data </a:t>
            </a:r>
            <a:r>
              <a:rPr sz="1400" spc="-160" dirty="0">
                <a:solidFill>
                  <a:srgbClr val="FFFFFF"/>
                </a:solidFill>
                <a:latin typeface="Arial Black"/>
                <a:cs typeface="Arial Black"/>
              </a:rPr>
              <a:t>and  </a:t>
            </a:r>
            <a:r>
              <a:rPr sz="1400" spc="-170" dirty="0">
                <a:solidFill>
                  <a:srgbClr val="FFFFFF"/>
                </a:solidFill>
                <a:latin typeface="Arial Black"/>
                <a:cs typeface="Arial Black"/>
              </a:rPr>
              <a:t>maintain </a:t>
            </a:r>
            <a:r>
              <a:rPr sz="1400" spc="-155" dirty="0">
                <a:solidFill>
                  <a:srgbClr val="FFFFFF"/>
                </a:solidFill>
                <a:latin typeface="Arial Black"/>
                <a:cs typeface="Arial Black"/>
              </a:rPr>
              <a:t>control </a:t>
            </a:r>
            <a:r>
              <a:rPr sz="1400" spc="-160" dirty="0">
                <a:solidFill>
                  <a:srgbClr val="FFFFFF"/>
                </a:solidFill>
                <a:latin typeface="Arial Black"/>
                <a:cs typeface="Arial Black"/>
              </a:rPr>
              <a:t>over</a:t>
            </a:r>
            <a:r>
              <a:rPr sz="1400" spc="-5" dirty="0">
                <a:solidFill>
                  <a:srgbClr val="FFFFFF"/>
                </a:solidFill>
                <a:latin typeface="Arial Black"/>
                <a:cs typeface="Arial Black"/>
              </a:rPr>
              <a:t> </a:t>
            </a:r>
            <a:r>
              <a:rPr sz="1400" spc="-150" dirty="0">
                <a:solidFill>
                  <a:srgbClr val="FFFFFF"/>
                </a:solidFill>
                <a:latin typeface="Arial Black"/>
                <a:cs typeface="Arial Black"/>
              </a:rPr>
              <a:t>it.</a:t>
            </a:r>
            <a:endParaRPr sz="1400">
              <a:latin typeface="Arial Black"/>
              <a:cs typeface="Arial Black"/>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7996"/>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523" y="0"/>
            <a:ext cx="12189460" cy="6858000"/>
          </a:xfrm>
          <a:custGeom>
            <a:avLst/>
            <a:gdLst/>
            <a:ahLst/>
            <a:cxnLst/>
            <a:rect l="l" t="t" r="r" b="b"/>
            <a:pathLst>
              <a:path w="12189460" h="6858000">
                <a:moveTo>
                  <a:pt x="12188952" y="0"/>
                </a:moveTo>
                <a:lnTo>
                  <a:pt x="0" y="0"/>
                </a:lnTo>
                <a:lnTo>
                  <a:pt x="0" y="6858000"/>
                </a:lnTo>
                <a:lnTo>
                  <a:pt x="12188952" y="6858000"/>
                </a:lnTo>
                <a:lnTo>
                  <a:pt x="12188952" y="0"/>
                </a:lnTo>
                <a:close/>
              </a:path>
            </a:pathLst>
          </a:custGeom>
          <a:solidFill>
            <a:srgbClr val="001F50">
              <a:alpha val="59999"/>
            </a:srgbClr>
          </a:solidFill>
        </p:spPr>
        <p:txBody>
          <a:bodyPr wrap="square" lIns="0" tIns="0" rIns="0" bIns="0" rtlCol="0"/>
          <a:lstStyle/>
          <a:p>
            <a:endParaRPr/>
          </a:p>
        </p:txBody>
      </p:sp>
      <p:sp>
        <p:nvSpPr>
          <p:cNvPr id="4" name="object 4"/>
          <p:cNvSpPr txBox="1">
            <a:spLocks noGrp="1"/>
          </p:cNvSpPr>
          <p:nvPr>
            <p:ph type="title"/>
          </p:nvPr>
        </p:nvSpPr>
        <p:spPr>
          <a:xfrm>
            <a:off x="403047" y="285699"/>
            <a:ext cx="10843895" cy="697230"/>
          </a:xfrm>
          <a:prstGeom prst="rect">
            <a:avLst/>
          </a:prstGeom>
        </p:spPr>
        <p:txBody>
          <a:bodyPr vert="horz" wrap="square" lIns="0" tIns="13335" rIns="0" bIns="0" rtlCol="0">
            <a:spAutoFit/>
          </a:bodyPr>
          <a:lstStyle/>
          <a:p>
            <a:pPr marL="12700">
              <a:lnSpc>
                <a:spcPct val="100000"/>
              </a:lnSpc>
              <a:spcBef>
                <a:spcPts val="105"/>
              </a:spcBef>
            </a:pPr>
            <a:r>
              <a:rPr sz="4400" spc="-220" dirty="0">
                <a:solidFill>
                  <a:srgbClr val="FFFFFF"/>
                </a:solidFill>
                <a:latin typeface="Trebuchet MS"/>
                <a:cs typeface="Trebuchet MS"/>
              </a:rPr>
              <a:t>Gain</a:t>
            </a:r>
            <a:r>
              <a:rPr sz="4400" spc="-355" dirty="0">
                <a:solidFill>
                  <a:srgbClr val="FFFFFF"/>
                </a:solidFill>
                <a:latin typeface="Trebuchet MS"/>
                <a:cs typeface="Trebuchet MS"/>
              </a:rPr>
              <a:t> visibility </a:t>
            </a:r>
            <a:r>
              <a:rPr sz="4400" spc="-125" dirty="0">
                <a:solidFill>
                  <a:srgbClr val="FFFFFF"/>
                </a:solidFill>
                <a:latin typeface="Trebuchet MS"/>
                <a:cs typeface="Trebuchet MS"/>
              </a:rPr>
              <a:t>and</a:t>
            </a:r>
            <a:r>
              <a:rPr sz="4400" spc="-345" dirty="0">
                <a:solidFill>
                  <a:srgbClr val="FFFFFF"/>
                </a:solidFill>
                <a:latin typeface="Trebuchet MS"/>
                <a:cs typeface="Trebuchet MS"/>
              </a:rPr>
              <a:t> </a:t>
            </a:r>
            <a:r>
              <a:rPr sz="4400" spc="-265" dirty="0">
                <a:solidFill>
                  <a:srgbClr val="FFFFFF"/>
                </a:solidFill>
                <a:latin typeface="Trebuchet MS"/>
                <a:cs typeface="Trebuchet MS"/>
              </a:rPr>
              <a:t>control</a:t>
            </a:r>
            <a:r>
              <a:rPr sz="4400" spc="-375" dirty="0">
                <a:solidFill>
                  <a:srgbClr val="FFFFFF"/>
                </a:solidFill>
                <a:latin typeface="Trebuchet MS"/>
                <a:cs typeface="Trebuchet MS"/>
              </a:rPr>
              <a:t> </a:t>
            </a:r>
            <a:r>
              <a:rPr sz="4400" spc="-200" dirty="0">
                <a:solidFill>
                  <a:srgbClr val="FFFFFF"/>
                </a:solidFill>
                <a:latin typeface="Trebuchet MS"/>
                <a:cs typeface="Trebuchet MS"/>
              </a:rPr>
              <a:t>over</a:t>
            </a:r>
            <a:r>
              <a:rPr sz="4400" spc="-335" dirty="0">
                <a:solidFill>
                  <a:srgbClr val="FFFFFF"/>
                </a:solidFill>
                <a:latin typeface="Trebuchet MS"/>
                <a:cs typeface="Trebuchet MS"/>
              </a:rPr>
              <a:t> </a:t>
            </a:r>
            <a:r>
              <a:rPr sz="4400" spc="-250" dirty="0">
                <a:solidFill>
                  <a:srgbClr val="FFFFFF"/>
                </a:solidFill>
                <a:latin typeface="Trebuchet MS"/>
                <a:cs typeface="Trebuchet MS"/>
              </a:rPr>
              <a:t>data</a:t>
            </a:r>
            <a:r>
              <a:rPr sz="4400" spc="-355" dirty="0">
                <a:solidFill>
                  <a:srgbClr val="FFFFFF"/>
                </a:solidFill>
                <a:latin typeface="Trebuchet MS"/>
                <a:cs typeface="Trebuchet MS"/>
              </a:rPr>
              <a:t> </a:t>
            </a:r>
            <a:r>
              <a:rPr sz="4400" spc="-254" dirty="0">
                <a:solidFill>
                  <a:srgbClr val="FFFFFF"/>
                </a:solidFill>
                <a:latin typeface="Trebuchet MS"/>
                <a:cs typeface="Trebuchet MS"/>
              </a:rPr>
              <a:t>in</a:t>
            </a:r>
            <a:r>
              <a:rPr sz="4400" spc="-340" dirty="0">
                <a:solidFill>
                  <a:srgbClr val="FFFFFF"/>
                </a:solidFill>
                <a:latin typeface="Trebuchet MS"/>
                <a:cs typeface="Trebuchet MS"/>
              </a:rPr>
              <a:t> </a:t>
            </a:r>
            <a:r>
              <a:rPr sz="4400" spc="-190" dirty="0">
                <a:solidFill>
                  <a:srgbClr val="FFFFFF"/>
                </a:solidFill>
                <a:latin typeface="Trebuchet MS"/>
                <a:cs typeface="Trebuchet MS"/>
              </a:rPr>
              <a:t>cloud</a:t>
            </a:r>
            <a:r>
              <a:rPr sz="4400" spc="-375" dirty="0">
                <a:solidFill>
                  <a:srgbClr val="FFFFFF"/>
                </a:solidFill>
                <a:latin typeface="Trebuchet MS"/>
                <a:cs typeface="Trebuchet MS"/>
              </a:rPr>
              <a:t> </a:t>
            </a:r>
            <a:r>
              <a:rPr sz="4400" spc="-120" dirty="0">
                <a:solidFill>
                  <a:srgbClr val="FFFFFF"/>
                </a:solidFill>
                <a:latin typeface="Trebuchet MS"/>
                <a:cs typeface="Trebuchet MS"/>
              </a:rPr>
              <a:t>apps</a:t>
            </a:r>
            <a:endParaRPr sz="4400">
              <a:latin typeface="Trebuchet MS"/>
              <a:cs typeface="Trebuchet MS"/>
            </a:endParaRPr>
          </a:p>
        </p:txBody>
      </p:sp>
      <p:sp>
        <p:nvSpPr>
          <p:cNvPr id="5" name="object 5"/>
          <p:cNvSpPr txBox="1"/>
          <p:nvPr/>
        </p:nvSpPr>
        <p:spPr>
          <a:xfrm>
            <a:off x="707237" y="2097312"/>
            <a:ext cx="2759710" cy="1362710"/>
          </a:xfrm>
          <a:prstGeom prst="rect">
            <a:avLst/>
          </a:prstGeom>
        </p:spPr>
        <p:txBody>
          <a:bodyPr vert="horz" wrap="square" lIns="0" tIns="172085" rIns="0" bIns="0" rtlCol="0">
            <a:spAutoFit/>
          </a:bodyPr>
          <a:lstStyle/>
          <a:p>
            <a:pPr marL="196850">
              <a:lnSpc>
                <a:spcPct val="100000"/>
              </a:lnSpc>
              <a:spcBef>
                <a:spcPts val="1355"/>
              </a:spcBef>
            </a:pPr>
            <a:r>
              <a:rPr sz="2800" spc="-50" dirty="0">
                <a:solidFill>
                  <a:srgbClr val="FFFFFF"/>
                </a:solidFill>
                <a:latin typeface="Arial"/>
                <a:cs typeface="Arial"/>
              </a:rPr>
              <a:t>Cloud</a:t>
            </a:r>
            <a:r>
              <a:rPr sz="2800" spc="-35" dirty="0">
                <a:solidFill>
                  <a:srgbClr val="FFFFFF"/>
                </a:solidFill>
                <a:latin typeface="Arial"/>
                <a:cs typeface="Arial"/>
              </a:rPr>
              <a:t> </a:t>
            </a:r>
            <a:r>
              <a:rPr sz="2800" spc="-75" dirty="0">
                <a:solidFill>
                  <a:srgbClr val="FFFFFF"/>
                </a:solidFill>
                <a:latin typeface="Arial"/>
                <a:cs typeface="Arial"/>
              </a:rPr>
              <a:t>discovery</a:t>
            </a:r>
            <a:endParaRPr sz="2800">
              <a:latin typeface="Arial"/>
              <a:cs typeface="Arial"/>
            </a:endParaRPr>
          </a:p>
          <a:p>
            <a:pPr marL="12700" marR="5080">
              <a:lnSpc>
                <a:spcPct val="107100"/>
              </a:lnSpc>
              <a:spcBef>
                <a:spcPts val="515"/>
              </a:spcBef>
            </a:pPr>
            <a:r>
              <a:rPr sz="1400" spc="-180" dirty="0">
                <a:solidFill>
                  <a:srgbClr val="FFFFFF"/>
                </a:solidFill>
                <a:latin typeface="Arial Black"/>
                <a:cs typeface="Arial Black"/>
              </a:rPr>
              <a:t>Discover </a:t>
            </a:r>
            <a:r>
              <a:rPr sz="1400" spc="-155" dirty="0">
                <a:solidFill>
                  <a:srgbClr val="FFFFFF"/>
                </a:solidFill>
                <a:latin typeface="Arial Black"/>
                <a:cs typeface="Arial Black"/>
              </a:rPr>
              <a:t>cloud </a:t>
            </a:r>
            <a:r>
              <a:rPr sz="1400" spc="-175" dirty="0">
                <a:solidFill>
                  <a:srgbClr val="FFFFFF"/>
                </a:solidFill>
                <a:latin typeface="Arial Black"/>
                <a:cs typeface="Arial Black"/>
              </a:rPr>
              <a:t>apps </a:t>
            </a:r>
            <a:r>
              <a:rPr sz="1400" spc="-180" dirty="0">
                <a:solidFill>
                  <a:srgbClr val="FFFFFF"/>
                </a:solidFill>
                <a:latin typeface="Arial Black"/>
                <a:cs typeface="Arial Black"/>
              </a:rPr>
              <a:t>used </a:t>
            </a:r>
            <a:r>
              <a:rPr sz="1400" spc="-140" dirty="0">
                <a:solidFill>
                  <a:srgbClr val="FFFFFF"/>
                </a:solidFill>
                <a:latin typeface="Arial Black"/>
                <a:cs typeface="Arial Black"/>
              </a:rPr>
              <a:t>in your  </a:t>
            </a:r>
            <a:r>
              <a:rPr sz="1400" spc="-150" dirty="0">
                <a:solidFill>
                  <a:srgbClr val="FFFFFF"/>
                </a:solidFill>
                <a:latin typeface="Arial Black"/>
                <a:cs typeface="Arial Black"/>
              </a:rPr>
              <a:t>organization, </a:t>
            </a:r>
            <a:r>
              <a:rPr sz="1400" spc="-155" dirty="0">
                <a:solidFill>
                  <a:srgbClr val="FFFFFF"/>
                </a:solidFill>
                <a:latin typeface="Arial Black"/>
                <a:cs typeface="Arial Black"/>
              </a:rPr>
              <a:t>get </a:t>
            </a:r>
            <a:r>
              <a:rPr sz="1400" spc="-220" dirty="0">
                <a:solidFill>
                  <a:srgbClr val="FFFFFF"/>
                </a:solidFill>
                <a:latin typeface="Arial Black"/>
                <a:cs typeface="Arial Black"/>
              </a:rPr>
              <a:t>a </a:t>
            </a:r>
            <a:r>
              <a:rPr sz="1400" spc="-190" dirty="0">
                <a:solidFill>
                  <a:srgbClr val="FFFFFF"/>
                </a:solidFill>
                <a:latin typeface="Arial Black"/>
                <a:cs typeface="Arial Black"/>
              </a:rPr>
              <a:t>risk </a:t>
            </a:r>
            <a:r>
              <a:rPr sz="1400" spc="-215" dirty="0">
                <a:solidFill>
                  <a:srgbClr val="FFFFFF"/>
                </a:solidFill>
                <a:latin typeface="Arial Black"/>
                <a:cs typeface="Arial Black"/>
              </a:rPr>
              <a:t>assessment  </a:t>
            </a:r>
            <a:r>
              <a:rPr sz="1400" spc="-160" dirty="0">
                <a:solidFill>
                  <a:srgbClr val="FFFFFF"/>
                </a:solidFill>
                <a:latin typeface="Arial Black"/>
                <a:cs typeface="Arial Black"/>
              </a:rPr>
              <a:t>and </a:t>
            </a:r>
            <a:r>
              <a:rPr sz="1400" spc="-185" dirty="0">
                <a:solidFill>
                  <a:srgbClr val="FFFFFF"/>
                </a:solidFill>
                <a:latin typeface="Arial Black"/>
                <a:cs typeface="Arial Black"/>
              </a:rPr>
              <a:t>alerts </a:t>
            </a:r>
            <a:r>
              <a:rPr sz="1400" spc="-130" dirty="0">
                <a:solidFill>
                  <a:srgbClr val="FFFFFF"/>
                </a:solidFill>
                <a:latin typeface="Arial Black"/>
                <a:cs typeface="Arial Black"/>
              </a:rPr>
              <a:t>on </a:t>
            </a:r>
            <a:r>
              <a:rPr sz="1400" spc="-190" dirty="0">
                <a:solidFill>
                  <a:srgbClr val="FFFFFF"/>
                </a:solidFill>
                <a:latin typeface="Arial Black"/>
                <a:cs typeface="Arial Black"/>
              </a:rPr>
              <a:t>risky</a:t>
            </a:r>
            <a:r>
              <a:rPr sz="1400" spc="-175" dirty="0">
                <a:solidFill>
                  <a:srgbClr val="FFFFFF"/>
                </a:solidFill>
                <a:latin typeface="Arial Black"/>
                <a:cs typeface="Arial Black"/>
              </a:rPr>
              <a:t> </a:t>
            </a:r>
            <a:r>
              <a:rPr sz="1400" spc="-185" dirty="0">
                <a:solidFill>
                  <a:srgbClr val="FFFFFF"/>
                </a:solidFill>
                <a:latin typeface="Arial Black"/>
                <a:cs typeface="Arial Black"/>
              </a:rPr>
              <a:t>usage.</a:t>
            </a:r>
            <a:endParaRPr sz="1400">
              <a:latin typeface="Arial Black"/>
              <a:cs typeface="Arial Black"/>
            </a:endParaRPr>
          </a:p>
        </p:txBody>
      </p:sp>
      <p:sp>
        <p:nvSpPr>
          <p:cNvPr id="6" name="object 6"/>
          <p:cNvSpPr txBox="1"/>
          <p:nvPr/>
        </p:nvSpPr>
        <p:spPr>
          <a:xfrm>
            <a:off x="4631182" y="2094274"/>
            <a:ext cx="2464435" cy="1550670"/>
          </a:xfrm>
          <a:prstGeom prst="rect">
            <a:avLst/>
          </a:prstGeom>
        </p:spPr>
        <p:txBody>
          <a:bodyPr vert="horz" wrap="square" lIns="0" tIns="174625" rIns="0" bIns="0" rtlCol="0">
            <a:spAutoFit/>
          </a:bodyPr>
          <a:lstStyle/>
          <a:p>
            <a:pPr marL="315595">
              <a:lnSpc>
                <a:spcPct val="100000"/>
              </a:lnSpc>
              <a:spcBef>
                <a:spcPts val="1375"/>
              </a:spcBef>
            </a:pPr>
            <a:r>
              <a:rPr sz="2800" spc="-75" dirty="0">
                <a:solidFill>
                  <a:srgbClr val="FFFFFF"/>
                </a:solidFill>
                <a:latin typeface="Arial"/>
                <a:cs typeface="Arial"/>
              </a:rPr>
              <a:t>Data</a:t>
            </a:r>
            <a:r>
              <a:rPr sz="2800" spc="-55" dirty="0">
                <a:solidFill>
                  <a:srgbClr val="FFFFFF"/>
                </a:solidFill>
                <a:latin typeface="Arial"/>
                <a:cs typeface="Arial"/>
              </a:rPr>
              <a:t> </a:t>
            </a:r>
            <a:r>
              <a:rPr sz="2800" spc="-30" dirty="0">
                <a:solidFill>
                  <a:srgbClr val="FFFFFF"/>
                </a:solidFill>
                <a:latin typeface="Arial"/>
                <a:cs typeface="Arial"/>
              </a:rPr>
              <a:t>visibility</a:t>
            </a:r>
            <a:endParaRPr sz="2800">
              <a:latin typeface="Arial"/>
              <a:cs typeface="Arial"/>
            </a:endParaRPr>
          </a:p>
          <a:p>
            <a:pPr marL="12700" marR="5080">
              <a:lnSpc>
                <a:spcPct val="100000"/>
              </a:lnSpc>
              <a:spcBef>
                <a:spcPts val="650"/>
              </a:spcBef>
            </a:pPr>
            <a:r>
              <a:rPr sz="1400" spc="-180" dirty="0">
                <a:solidFill>
                  <a:srgbClr val="FFFFFF"/>
                </a:solidFill>
                <a:latin typeface="Arial Black"/>
                <a:cs typeface="Arial Black"/>
              </a:rPr>
              <a:t>Gain </a:t>
            </a:r>
            <a:r>
              <a:rPr sz="1400" spc="-155" dirty="0">
                <a:solidFill>
                  <a:srgbClr val="FFFFFF"/>
                </a:solidFill>
                <a:latin typeface="Arial Black"/>
                <a:cs typeface="Arial Black"/>
              </a:rPr>
              <a:t>deep visibility </a:t>
            </a:r>
            <a:r>
              <a:rPr sz="1400" spc="-135" dirty="0">
                <a:solidFill>
                  <a:srgbClr val="FFFFFF"/>
                </a:solidFill>
                <a:latin typeface="Arial Black"/>
                <a:cs typeface="Arial Black"/>
              </a:rPr>
              <a:t>into </a:t>
            </a:r>
            <a:r>
              <a:rPr sz="1400" spc="-200" dirty="0">
                <a:solidFill>
                  <a:srgbClr val="FFFFFF"/>
                </a:solidFill>
                <a:latin typeface="Arial Black"/>
                <a:cs typeface="Arial Black"/>
              </a:rPr>
              <a:t>where  </a:t>
            </a:r>
            <a:r>
              <a:rPr sz="1400" spc="-175" dirty="0">
                <a:solidFill>
                  <a:srgbClr val="FFFFFF"/>
                </a:solidFill>
                <a:latin typeface="Arial Black"/>
                <a:cs typeface="Arial Black"/>
              </a:rPr>
              <a:t>data </a:t>
            </a:r>
            <a:r>
              <a:rPr sz="1400" spc="-185" dirty="0">
                <a:solidFill>
                  <a:srgbClr val="FFFFFF"/>
                </a:solidFill>
                <a:latin typeface="Arial Black"/>
                <a:cs typeface="Arial Black"/>
              </a:rPr>
              <a:t>travels </a:t>
            </a:r>
            <a:r>
              <a:rPr sz="1400" spc="-145" dirty="0">
                <a:solidFill>
                  <a:srgbClr val="FFFFFF"/>
                </a:solidFill>
                <a:latin typeface="Arial Black"/>
                <a:cs typeface="Arial Black"/>
              </a:rPr>
              <a:t>by </a:t>
            </a:r>
            <a:r>
              <a:rPr sz="1400" spc="-160" dirty="0">
                <a:solidFill>
                  <a:srgbClr val="FFFFFF"/>
                </a:solidFill>
                <a:latin typeface="Arial Black"/>
                <a:cs typeface="Arial Black"/>
              </a:rPr>
              <a:t>investigating </a:t>
            </a:r>
            <a:r>
              <a:rPr sz="1400" spc="-165" dirty="0">
                <a:solidFill>
                  <a:srgbClr val="FFFFFF"/>
                </a:solidFill>
                <a:latin typeface="Arial Black"/>
                <a:cs typeface="Arial Black"/>
              </a:rPr>
              <a:t>all  </a:t>
            </a:r>
            <a:r>
              <a:rPr sz="1400" spc="-185" dirty="0">
                <a:solidFill>
                  <a:srgbClr val="FFFFFF"/>
                </a:solidFill>
                <a:latin typeface="Arial Black"/>
                <a:cs typeface="Arial Black"/>
              </a:rPr>
              <a:t>activities, </a:t>
            </a:r>
            <a:r>
              <a:rPr sz="1400" spc="-170" dirty="0">
                <a:solidFill>
                  <a:srgbClr val="FFFFFF"/>
                </a:solidFill>
                <a:latin typeface="Arial Black"/>
                <a:cs typeface="Arial Black"/>
              </a:rPr>
              <a:t>files </a:t>
            </a:r>
            <a:r>
              <a:rPr sz="1400" spc="-160" dirty="0">
                <a:solidFill>
                  <a:srgbClr val="FFFFFF"/>
                </a:solidFill>
                <a:latin typeface="Arial Black"/>
                <a:cs typeface="Arial Black"/>
              </a:rPr>
              <a:t>and </a:t>
            </a:r>
            <a:r>
              <a:rPr sz="1400" spc="-200" dirty="0">
                <a:solidFill>
                  <a:srgbClr val="FFFFFF"/>
                </a:solidFill>
                <a:latin typeface="Arial Black"/>
                <a:cs typeface="Arial Black"/>
              </a:rPr>
              <a:t>accounts </a:t>
            </a:r>
            <a:r>
              <a:rPr sz="1400" spc="-120" dirty="0">
                <a:solidFill>
                  <a:srgbClr val="FFFFFF"/>
                </a:solidFill>
                <a:latin typeface="Arial Black"/>
                <a:cs typeface="Arial Black"/>
              </a:rPr>
              <a:t>for  </a:t>
            </a:r>
            <a:r>
              <a:rPr sz="1400" spc="-170" dirty="0">
                <a:solidFill>
                  <a:srgbClr val="FFFFFF"/>
                </a:solidFill>
                <a:latin typeface="Arial Black"/>
                <a:cs typeface="Arial Black"/>
              </a:rPr>
              <a:t>managed</a:t>
            </a:r>
            <a:r>
              <a:rPr sz="1400" spc="-110" dirty="0">
                <a:solidFill>
                  <a:srgbClr val="FFFFFF"/>
                </a:solidFill>
                <a:latin typeface="Arial Black"/>
                <a:cs typeface="Arial Black"/>
              </a:rPr>
              <a:t> </a:t>
            </a:r>
            <a:r>
              <a:rPr sz="1400" spc="-175" dirty="0">
                <a:solidFill>
                  <a:srgbClr val="FFFFFF"/>
                </a:solidFill>
                <a:latin typeface="Arial Black"/>
                <a:cs typeface="Arial Black"/>
              </a:rPr>
              <a:t>apps.</a:t>
            </a:r>
            <a:endParaRPr sz="1400">
              <a:latin typeface="Arial Black"/>
              <a:cs typeface="Arial Black"/>
            </a:endParaRPr>
          </a:p>
        </p:txBody>
      </p:sp>
      <p:sp>
        <p:nvSpPr>
          <p:cNvPr id="7" name="object 7"/>
          <p:cNvSpPr txBox="1"/>
          <p:nvPr/>
        </p:nvSpPr>
        <p:spPr>
          <a:xfrm>
            <a:off x="8258936" y="2097312"/>
            <a:ext cx="2745105" cy="1362710"/>
          </a:xfrm>
          <a:prstGeom prst="rect">
            <a:avLst/>
          </a:prstGeom>
        </p:spPr>
        <p:txBody>
          <a:bodyPr vert="horz" wrap="square" lIns="0" tIns="172085" rIns="0" bIns="0" rtlCol="0">
            <a:spAutoFit/>
          </a:bodyPr>
          <a:lstStyle/>
          <a:p>
            <a:pPr marL="512445">
              <a:lnSpc>
                <a:spcPct val="100000"/>
              </a:lnSpc>
              <a:spcBef>
                <a:spcPts val="1355"/>
              </a:spcBef>
            </a:pPr>
            <a:r>
              <a:rPr sz="2800" spc="-75" dirty="0">
                <a:solidFill>
                  <a:srgbClr val="FFFFFF"/>
                </a:solidFill>
                <a:latin typeface="Arial"/>
                <a:cs typeface="Arial"/>
              </a:rPr>
              <a:t>Data</a:t>
            </a:r>
            <a:r>
              <a:rPr sz="2800" spc="-45" dirty="0">
                <a:solidFill>
                  <a:srgbClr val="FFFFFF"/>
                </a:solidFill>
                <a:latin typeface="Arial"/>
                <a:cs typeface="Arial"/>
              </a:rPr>
              <a:t> </a:t>
            </a:r>
            <a:r>
              <a:rPr sz="2800" spc="5" dirty="0">
                <a:solidFill>
                  <a:srgbClr val="FFFFFF"/>
                </a:solidFill>
                <a:latin typeface="Arial"/>
                <a:cs typeface="Arial"/>
              </a:rPr>
              <a:t>control</a:t>
            </a:r>
            <a:endParaRPr sz="2800">
              <a:latin typeface="Arial"/>
              <a:cs typeface="Arial"/>
            </a:endParaRPr>
          </a:p>
          <a:p>
            <a:pPr marL="12700" marR="5080">
              <a:lnSpc>
                <a:spcPct val="107100"/>
              </a:lnSpc>
              <a:spcBef>
                <a:spcPts val="515"/>
              </a:spcBef>
            </a:pPr>
            <a:r>
              <a:rPr sz="1400" spc="-120" dirty="0">
                <a:solidFill>
                  <a:srgbClr val="FFFFFF"/>
                </a:solidFill>
                <a:latin typeface="Arial Black"/>
                <a:cs typeface="Arial Black"/>
              </a:rPr>
              <a:t>Monitor </a:t>
            </a:r>
            <a:r>
              <a:rPr sz="1400" spc="-160" dirty="0">
                <a:solidFill>
                  <a:srgbClr val="FFFFFF"/>
                </a:solidFill>
                <a:latin typeface="Arial Black"/>
                <a:cs typeface="Arial Black"/>
              </a:rPr>
              <a:t>and </a:t>
            </a:r>
            <a:r>
              <a:rPr sz="1400" spc="-165" dirty="0">
                <a:solidFill>
                  <a:srgbClr val="FFFFFF"/>
                </a:solidFill>
                <a:latin typeface="Arial Black"/>
                <a:cs typeface="Arial Black"/>
              </a:rPr>
              <a:t>protect personal </a:t>
            </a:r>
            <a:r>
              <a:rPr sz="1400" spc="-160" dirty="0">
                <a:solidFill>
                  <a:srgbClr val="FFFFFF"/>
                </a:solidFill>
                <a:latin typeface="Arial Black"/>
                <a:cs typeface="Arial Black"/>
              </a:rPr>
              <a:t>and  </a:t>
            </a:r>
            <a:r>
              <a:rPr sz="1400" spc="-190" dirty="0">
                <a:solidFill>
                  <a:srgbClr val="FFFFFF"/>
                </a:solidFill>
                <a:latin typeface="Arial Black"/>
                <a:cs typeface="Arial Black"/>
              </a:rPr>
              <a:t>sensitive </a:t>
            </a:r>
            <a:r>
              <a:rPr sz="1400" spc="-175" dirty="0">
                <a:solidFill>
                  <a:srgbClr val="FFFFFF"/>
                </a:solidFill>
                <a:latin typeface="Arial Black"/>
                <a:cs typeface="Arial Black"/>
              </a:rPr>
              <a:t>data </a:t>
            </a:r>
            <a:r>
              <a:rPr sz="1400" spc="-160" dirty="0">
                <a:solidFill>
                  <a:srgbClr val="FFFFFF"/>
                </a:solidFill>
                <a:latin typeface="Arial Black"/>
                <a:cs typeface="Arial Black"/>
              </a:rPr>
              <a:t>stored </a:t>
            </a:r>
            <a:r>
              <a:rPr sz="1400" spc="-140" dirty="0">
                <a:solidFill>
                  <a:srgbClr val="FFFFFF"/>
                </a:solidFill>
                <a:latin typeface="Arial Black"/>
                <a:cs typeface="Arial Black"/>
              </a:rPr>
              <a:t>in </a:t>
            </a:r>
            <a:r>
              <a:rPr sz="1400" spc="-160" dirty="0">
                <a:solidFill>
                  <a:srgbClr val="FFFFFF"/>
                </a:solidFill>
                <a:latin typeface="Arial Black"/>
                <a:cs typeface="Arial Black"/>
              </a:rPr>
              <a:t>cloud </a:t>
            </a:r>
            <a:r>
              <a:rPr sz="1400" spc="-175" dirty="0">
                <a:solidFill>
                  <a:srgbClr val="FFFFFF"/>
                </a:solidFill>
                <a:latin typeface="Arial Black"/>
                <a:cs typeface="Arial Black"/>
              </a:rPr>
              <a:t>apps  </a:t>
            </a:r>
            <a:r>
              <a:rPr sz="1400" spc="-160" dirty="0">
                <a:solidFill>
                  <a:srgbClr val="FFFFFF"/>
                </a:solidFill>
                <a:latin typeface="Arial Black"/>
                <a:cs typeface="Arial Black"/>
              </a:rPr>
              <a:t>using </a:t>
            </a:r>
            <a:r>
              <a:rPr sz="1400" spc="-155" dirty="0">
                <a:solidFill>
                  <a:srgbClr val="FFFFFF"/>
                </a:solidFill>
                <a:latin typeface="Arial Black"/>
                <a:cs typeface="Arial Black"/>
              </a:rPr>
              <a:t>granular</a:t>
            </a:r>
            <a:r>
              <a:rPr sz="1400" spc="-50" dirty="0">
                <a:solidFill>
                  <a:srgbClr val="FFFFFF"/>
                </a:solidFill>
                <a:latin typeface="Arial Black"/>
                <a:cs typeface="Arial Black"/>
              </a:rPr>
              <a:t> </a:t>
            </a:r>
            <a:r>
              <a:rPr sz="1400" spc="-170" dirty="0">
                <a:solidFill>
                  <a:srgbClr val="FFFFFF"/>
                </a:solidFill>
                <a:latin typeface="Arial Black"/>
                <a:cs typeface="Arial Black"/>
              </a:rPr>
              <a:t>policies.</a:t>
            </a:r>
            <a:endParaRPr sz="1400">
              <a:latin typeface="Arial Black"/>
              <a:cs typeface="Arial Black"/>
            </a:endParaRPr>
          </a:p>
        </p:txBody>
      </p:sp>
      <p:grpSp>
        <p:nvGrpSpPr>
          <p:cNvPr id="8" name="object 8"/>
          <p:cNvGrpSpPr/>
          <p:nvPr/>
        </p:nvGrpSpPr>
        <p:grpSpPr>
          <a:xfrm>
            <a:off x="5027676" y="4009644"/>
            <a:ext cx="1838325" cy="1838325"/>
            <a:chOff x="5027676" y="4009644"/>
            <a:chExt cx="1838325" cy="1838325"/>
          </a:xfrm>
        </p:grpSpPr>
        <p:sp>
          <p:nvSpPr>
            <p:cNvPr id="9" name="object 9"/>
            <p:cNvSpPr/>
            <p:nvPr/>
          </p:nvSpPr>
          <p:spPr>
            <a:xfrm>
              <a:off x="5032248" y="4014216"/>
              <a:ext cx="1828800" cy="1828800"/>
            </a:xfrm>
            <a:custGeom>
              <a:avLst/>
              <a:gdLst/>
              <a:ahLst/>
              <a:cxnLst/>
              <a:rect l="l" t="t" r="r" b="b"/>
              <a:pathLst>
                <a:path w="1828800" h="1828800">
                  <a:moveTo>
                    <a:pt x="914400" y="0"/>
                  </a:moveTo>
                  <a:lnTo>
                    <a:pt x="865842" y="1267"/>
                  </a:lnTo>
                  <a:lnTo>
                    <a:pt x="817944" y="5028"/>
                  </a:lnTo>
                  <a:lnTo>
                    <a:pt x="770768" y="11219"/>
                  </a:lnTo>
                  <a:lnTo>
                    <a:pt x="724379" y="19776"/>
                  </a:lnTo>
                  <a:lnTo>
                    <a:pt x="678839" y="30637"/>
                  </a:lnTo>
                  <a:lnTo>
                    <a:pt x="634211" y="43738"/>
                  </a:lnTo>
                  <a:lnTo>
                    <a:pt x="590559" y="59016"/>
                  </a:lnTo>
                  <a:lnTo>
                    <a:pt x="547945" y="76408"/>
                  </a:lnTo>
                  <a:lnTo>
                    <a:pt x="506434" y="95851"/>
                  </a:lnTo>
                  <a:lnTo>
                    <a:pt x="466088" y="117281"/>
                  </a:lnTo>
                  <a:lnTo>
                    <a:pt x="426971" y="140635"/>
                  </a:lnTo>
                  <a:lnTo>
                    <a:pt x="389146" y="165849"/>
                  </a:lnTo>
                  <a:lnTo>
                    <a:pt x="352675" y="192862"/>
                  </a:lnTo>
                  <a:lnTo>
                    <a:pt x="317623" y="221609"/>
                  </a:lnTo>
                  <a:lnTo>
                    <a:pt x="284053" y="252027"/>
                  </a:lnTo>
                  <a:lnTo>
                    <a:pt x="252027" y="284053"/>
                  </a:lnTo>
                  <a:lnTo>
                    <a:pt x="221609" y="317623"/>
                  </a:lnTo>
                  <a:lnTo>
                    <a:pt x="192862" y="352675"/>
                  </a:lnTo>
                  <a:lnTo>
                    <a:pt x="165849" y="389146"/>
                  </a:lnTo>
                  <a:lnTo>
                    <a:pt x="140635" y="426971"/>
                  </a:lnTo>
                  <a:lnTo>
                    <a:pt x="117281" y="466088"/>
                  </a:lnTo>
                  <a:lnTo>
                    <a:pt x="95851" y="506434"/>
                  </a:lnTo>
                  <a:lnTo>
                    <a:pt x="76408" y="547945"/>
                  </a:lnTo>
                  <a:lnTo>
                    <a:pt x="59016" y="590559"/>
                  </a:lnTo>
                  <a:lnTo>
                    <a:pt x="43738" y="634211"/>
                  </a:lnTo>
                  <a:lnTo>
                    <a:pt x="30637" y="678839"/>
                  </a:lnTo>
                  <a:lnTo>
                    <a:pt x="19776" y="724379"/>
                  </a:lnTo>
                  <a:lnTo>
                    <a:pt x="11219" y="770768"/>
                  </a:lnTo>
                  <a:lnTo>
                    <a:pt x="5028" y="817944"/>
                  </a:lnTo>
                  <a:lnTo>
                    <a:pt x="1267" y="865842"/>
                  </a:lnTo>
                  <a:lnTo>
                    <a:pt x="0" y="914399"/>
                  </a:lnTo>
                  <a:lnTo>
                    <a:pt x="1267" y="962957"/>
                  </a:lnTo>
                  <a:lnTo>
                    <a:pt x="5028" y="1010855"/>
                  </a:lnTo>
                  <a:lnTo>
                    <a:pt x="11219" y="1058031"/>
                  </a:lnTo>
                  <a:lnTo>
                    <a:pt x="19776" y="1104420"/>
                  </a:lnTo>
                  <a:lnTo>
                    <a:pt x="30637" y="1149960"/>
                  </a:lnTo>
                  <a:lnTo>
                    <a:pt x="43738" y="1194588"/>
                  </a:lnTo>
                  <a:lnTo>
                    <a:pt x="59016" y="1238240"/>
                  </a:lnTo>
                  <a:lnTo>
                    <a:pt x="76408" y="1280854"/>
                  </a:lnTo>
                  <a:lnTo>
                    <a:pt x="95851" y="1322365"/>
                  </a:lnTo>
                  <a:lnTo>
                    <a:pt x="117281" y="1362711"/>
                  </a:lnTo>
                  <a:lnTo>
                    <a:pt x="140635" y="1401828"/>
                  </a:lnTo>
                  <a:lnTo>
                    <a:pt x="165849" y="1439653"/>
                  </a:lnTo>
                  <a:lnTo>
                    <a:pt x="192862" y="1476124"/>
                  </a:lnTo>
                  <a:lnTo>
                    <a:pt x="221609" y="1511176"/>
                  </a:lnTo>
                  <a:lnTo>
                    <a:pt x="252027" y="1544746"/>
                  </a:lnTo>
                  <a:lnTo>
                    <a:pt x="284053" y="1576772"/>
                  </a:lnTo>
                  <a:lnTo>
                    <a:pt x="317623" y="1607190"/>
                  </a:lnTo>
                  <a:lnTo>
                    <a:pt x="352675" y="1635937"/>
                  </a:lnTo>
                  <a:lnTo>
                    <a:pt x="389146" y="1662950"/>
                  </a:lnTo>
                  <a:lnTo>
                    <a:pt x="426971" y="1688164"/>
                  </a:lnTo>
                  <a:lnTo>
                    <a:pt x="466088" y="1711518"/>
                  </a:lnTo>
                  <a:lnTo>
                    <a:pt x="506434" y="1732948"/>
                  </a:lnTo>
                  <a:lnTo>
                    <a:pt x="547945" y="1752391"/>
                  </a:lnTo>
                  <a:lnTo>
                    <a:pt x="590559" y="1769783"/>
                  </a:lnTo>
                  <a:lnTo>
                    <a:pt x="634211" y="1785061"/>
                  </a:lnTo>
                  <a:lnTo>
                    <a:pt x="678839" y="1798162"/>
                  </a:lnTo>
                  <a:lnTo>
                    <a:pt x="724379" y="1809023"/>
                  </a:lnTo>
                  <a:lnTo>
                    <a:pt x="770768" y="1817580"/>
                  </a:lnTo>
                  <a:lnTo>
                    <a:pt x="817944" y="1823771"/>
                  </a:lnTo>
                  <a:lnTo>
                    <a:pt x="865842" y="1827532"/>
                  </a:lnTo>
                  <a:lnTo>
                    <a:pt x="914400" y="1828799"/>
                  </a:lnTo>
                  <a:lnTo>
                    <a:pt x="962957" y="1827532"/>
                  </a:lnTo>
                  <a:lnTo>
                    <a:pt x="1010855" y="1823771"/>
                  </a:lnTo>
                  <a:lnTo>
                    <a:pt x="1058031" y="1817580"/>
                  </a:lnTo>
                  <a:lnTo>
                    <a:pt x="1104420" y="1809023"/>
                  </a:lnTo>
                  <a:lnTo>
                    <a:pt x="1149960" y="1798162"/>
                  </a:lnTo>
                  <a:lnTo>
                    <a:pt x="1194588" y="1785061"/>
                  </a:lnTo>
                  <a:lnTo>
                    <a:pt x="1238240" y="1769783"/>
                  </a:lnTo>
                  <a:lnTo>
                    <a:pt x="1280854" y="1752391"/>
                  </a:lnTo>
                  <a:lnTo>
                    <a:pt x="1322365" y="1732948"/>
                  </a:lnTo>
                  <a:lnTo>
                    <a:pt x="1362711" y="1711518"/>
                  </a:lnTo>
                  <a:lnTo>
                    <a:pt x="1401828" y="1688164"/>
                  </a:lnTo>
                  <a:lnTo>
                    <a:pt x="1439653" y="1662950"/>
                  </a:lnTo>
                  <a:lnTo>
                    <a:pt x="1476124" y="1635937"/>
                  </a:lnTo>
                  <a:lnTo>
                    <a:pt x="1511176" y="1607190"/>
                  </a:lnTo>
                  <a:lnTo>
                    <a:pt x="1544746" y="1576772"/>
                  </a:lnTo>
                  <a:lnTo>
                    <a:pt x="1576772" y="1544746"/>
                  </a:lnTo>
                  <a:lnTo>
                    <a:pt x="1607190" y="1511176"/>
                  </a:lnTo>
                  <a:lnTo>
                    <a:pt x="1635937" y="1476124"/>
                  </a:lnTo>
                  <a:lnTo>
                    <a:pt x="1662950" y="1439653"/>
                  </a:lnTo>
                  <a:lnTo>
                    <a:pt x="1688164" y="1401828"/>
                  </a:lnTo>
                  <a:lnTo>
                    <a:pt x="1711518" y="1362711"/>
                  </a:lnTo>
                  <a:lnTo>
                    <a:pt x="1732948" y="1322365"/>
                  </a:lnTo>
                  <a:lnTo>
                    <a:pt x="1752391" y="1280854"/>
                  </a:lnTo>
                  <a:lnTo>
                    <a:pt x="1769783" y="1238240"/>
                  </a:lnTo>
                  <a:lnTo>
                    <a:pt x="1785061" y="1194588"/>
                  </a:lnTo>
                  <a:lnTo>
                    <a:pt x="1798162" y="1149960"/>
                  </a:lnTo>
                  <a:lnTo>
                    <a:pt x="1809023" y="1104420"/>
                  </a:lnTo>
                  <a:lnTo>
                    <a:pt x="1817580" y="1058031"/>
                  </a:lnTo>
                  <a:lnTo>
                    <a:pt x="1823771" y="1010855"/>
                  </a:lnTo>
                  <a:lnTo>
                    <a:pt x="1827532" y="962957"/>
                  </a:lnTo>
                  <a:lnTo>
                    <a:pt x="1828800" y="914399"/>
                  </a:lnTo>
                  <a:lnTo>
                    <a:pt x="1827532" y="865842"/>
                  </a:lnTo>
                  <a:lnTo>
                    <a:pt x="1823771" y="817944"/>
                  </a:lnTo>
                  <a:lnTo>
                    <a:pt x="1817580" y="770768"/>
                  </a:lnTo>
                  <a:lnTo>
                    <a:pt x="1809023" y="724379"/>
                  </a:lnTo>
                  <a:lnTo>
                    <a:pt x="1798162" y="678839"/>
                  </a:lnTo>
                  <a:lnTo>
                    <a:pt x="1785061" y="634211"/>
                  </a:lnTo>
                  <a:lnTo>
                    <a:pt x="1769783" y="590559"/>
                  </a:lnTo>
                  <a:lnTo>
                    <a:pt x="1752391" y="547945"/>
                  </a:lnTo>
                  <a:lnTo>
                    <a:pt x="1732948" y="506434"/>
                  </a:lnTo>
                  <a:lnTo>
                    <a:pt x="1711518" y="466088"/>
                  </a:lnTo>
                  <a:lnTo>
                    <a:pt x="1688164" y="426971"/>
                  </a:lnTo>
                  <a:lnTo>
                    <a:pt x="1662950" y="389146"/>
                  </a:lnTo>
                  <a:lnTo>
                    <a:pt x="1635937" y="352675"/>
                  </a:lnTo>
                  <a:lnTo>
                    <a:pt x="1607190" y="317623"/>
                  </a:lnTo>
                  <a:lnTo>
                    <a:pt x="1576772" y="284053"/>
                  </a:lnTo>
                  <a:lnTo>
                    <a:pt x="1544746" y="252027"/>
                  </a:lnTo>
                  <a:lnTo>
                    <a:pt x="1511176" y="221609"/>
                  </a:lnTo>
                  <a:lnTo>
                    <a:pt x="1476124" y="192862"/>
                  </a:lnTo>
                  <a:lnTo>
                    <a:pt x="1439653" y="165849"/>
                  </a:lnTo>
                  <a:lnTo>
                    <a:pt x="1401828" y="140635"/>
                  </a:lnTo>
                  <a:lnTo>
                    <a:pt x="1362711" y="117281"/>
                  </a:lnTo>
                  <a:lnTo>
                    <a:pt x="1322365" y="95851"/>
                  </a:lnTo>
                  <a:lnTo>
                    <a:pt x="1280854" y="76408"/>
                  </a:lnTo>
                  <a:lnTo>
                    <a:pt x="1238240" y="59016"/>
                  </a:lnTo>
                  <a:lnTo>
                    <a:pt x="1194588" y="43738"/>
                  </a:lnTo>
                  <a:lnTo>
                    <a:pt x="1149960" y="30637"/>
                  </a:lnTo>
                  <a:lnTo>
                    <a:pt x="1104420" y="19776"/>
                  </a:lnTo>
                  <a:lnTo>
                    <a:pt x="1058031" y="11219"/>
                  </a:lnTo>
                  <a:lnTo>
                    <a:pt x="1010855" y="5028"/>
                  </a:lnTo>
                  <a:lnTo>
                    <a:pt x="962957" y="1267"/>
                  </a:lnTo>
                  <a:lnTo>
                    <a:pt x="914400" y="0"/>
                  </a:lnTo>
                  <a:close/>
                </a:path>
              </a:pathLst>
            </a:custGeom>
            <a:solidFill>
              <a:srgbClr val="F8F8F8">
                <a:alpha val="30195"/>
              </a:srgbClr>
            </a:solidFill>
          </p:spPr>
          <p:txBody>
            <a:bodyPr wrap="square" lIns="0" tIns="0" rIns="0" bIns="0" rtlCol="0"/>
            <a:lstStyle/>
            <a:p>
              <a:endParaRPr/>
            </a:p>
          </p:txBody>
        </p:sp>
        <p:sp>
          <p:nvSpPr>
            <p:cNvPr id="10" name="object 10"/>
            <p:cNvSpPr/>
            <p:nvPr/>
          </p:nvSpPr>
          <p:spPr>
            <a:xfrm>
              <a:off x="5032248" y="4014216"/>
              <a:ext cx="1828800" cy="1828800"/>
            </a:xfrm>
            <a:custGeom>
              <a:avLst/>
              <a:gdLst/>
              <a:ahLst/>
              <a:cxnLst/>
              <a:rect l="l" t="t" r="r" b="b"/>
              <a:pathLst>
                <a:path w="1828800" h="1828800">
                  <a:moveTo>
                    <a:pt x="0" y="914399"/>
                  </a:moveTo>
                  <a:lnTo>
                    <a:pt x="1267" y="865842"/>
                  </a:lnTo>
                  <a:lnTo>
                    <a:pt x="5028" y="817944"/>
                  </a:lnTo>
                  <a:lnTo>
                    <a:pt x="11219" y="770768"/>
                  </a:lnTo>
                  <a:lnTo>
                    <a:pt x="19776" y="724379"/>
                  </a:lnTo>
                  <a:lnTo>
                    <a:pt x="30637" y="678839"/>
                  </a:lnTo>
                  <a:lnTo>
                    <a:pt x="43738" y="634211"/>
                  </a:lnTo>
                  <a:lnTo>
                    <a:pt x="59016" y="590559"/>
                  </a:lnTo>
                  <a:lnTo>
                    <a:pt x="76408" y="547945"/>
                  </a:lnTo>
                  <a:lnTo>
                    <a:pt x="95851" y="506434"/>
                  </a:lnTo>
                  <a:lnTo>
                    <a:pt x="117281" y="466088"/>
                  </a:lnTo>
                  <a:lnTo>
                    <a:pt x="140635" y="426971"/>
                  </a:lnTo>
                  <a:lnTo>
                    <a:pt x="165849" y="389146"/>
                  </a:lnTo>
                  <a:lnTo>
                    <a:pt x="192862" y="352675"/>
                  </a:lnTo>
                  <a:lnTo>
                    <a:pt x="221609" y="317623"/>
                  </a:lnTo>
                  <a:lnTo>
                    <a:pt x="252027" y="284053"/>
                  </a:lnTo>
                  <a:lnTo>
                    <a:pt x="284053" y="252027"/>
                  </a:lnTo>
                  <a:lnTo>
                    <a:pt x="317623" y="221609"/>
                  </a:lnTo>
                  <a:lnTo>
                    <a:pt x="352675" y="192862"/>
                  </a:lnTo>
                  <a:lnTo>
                    <a:pt x="389146" y="165849"/>
                  </a:lnTo>
                  <a:lnTo>
                    <a:pt x="426971" y="140635"/>
                  </a:lnTo>
                  <a:lnTo>
                    <a:pt x="466088" y="117281"/>
                  </a:lnTo>
                  <a:lnTo>
                    <a:pt x="506434" y="95851"/>
                  </a:lnTo>
                  <a:lnTo>
                    <a:pt x="547945" y="76408"/>
                  </a:lnTo>
                  <a:lnTo>
                    <a:pt x="590559" y="59016"/>
                  </a:lnTo>
                  <a:lnTo>
                    <a:pt x="634211" y="43738"/>
                  </a:lnTo>
                  <a:lnTo>
                    <a:pt x="678839" y="30637"/>
                  </a:lnTo>
                  <a:lnTo>
                    <a:pt x="724379" y="19776"/>
                  </a:lnTo>
                  <a:lnTo>
                    <a:pt x="770768" y="11219"/>
                  </a:lnTo>
                  <a:lnTo>
                    <a:pt x="817944" y="5028"/>
                  </a:lnTo>
                  <a:lnTo>
                    <a:pt x="865842" y="1267"/>
                  </a:lnTo>
                  <a:lnTo>
                    <a:pt x="914400" y="0"/>
                  </a:lnTo>
                  <a:lnTo>
                    <a:pt x="962957" y="1267"/>
                  </a:lnTo>
                  <a:lnTo>
                    <a:pt x="1010855" y="5028"/>
                  </a:lnTo>
                  <a:lnTo>
                    <a:pt x="1058031" y="11219"/>
                  </a:lnTo>
                  <a:lnTo>
                    <a:pt x="1104420" y="19776"/>
                  </a:lnTo>
                  <a:lnTo>
                    <a:pt x="1149960" y="30637"/>
                  </a:lnTo>
                  <a:lnTo>
                    <a:pt x="1194588" y="43738"/>
                  </a:lnTo>
                  <a:lnTo>
                    <a:pt x="1238240" y="59016"/>
                  </a:lnTo>
                  <a:lnTo>
                    <a:pt x="1280854" y="76408"/>
                  </a:lnTo>
                  <a:lnTo>
                    <a:pt x="1322365" y="95851"/>
                  </a:lnTo>
                  <a:lnTo>
                    <a:pt x="1362711" y="117281"/>
                  </a:lnTo>
                  <a:lnTo>
                    <a:pt x="1401828" y="140635"/>
                  </a:lnTo>
                  <a:lnTo>
                    <a:pt x="1439653" y="165849"/>
                  </a:lnTo>
                  <a:lnTo>
                    <a:pt x="1476124" y="192862"/>
                  </a:lnTo>
                  <a:lnTo>
                    <a:pt x="1511176" y="221609"/>
                  </a:lnTo>
                  <a:lnTo>
                    <a:pt x="1544746" y="252027"/>
                  </a:lnTo>
                  <a:lnTo>
                    <a:pt x="1576772" y="284053"/>
                  </a:lnTo>
                  <a:lnTo>
                    <a:pt x="1607190" y="317623"/>
                  </a:lnTo>
                  <a:lnTo>
                    <a:pt x="1635937" y="352675"/>
                  </a:lnTo>
                  <a:lnTo>
                    <a:pt x="1662950" y="389146"/>
                  </a:lnTo>
                  <a:lnTo>
                    <a:pt x="1688164" y="426971"/>
                  </a:lnTo>
                  <a:lnTo>
                    <a:pt x="1711518" y="466088"/>
                  </a:lnTo>
                  <a:lnTo>
                    <a:pt x="1732948" y="506434"/>
                  </a:lnTo>
                  <a:lnTo>
                    <a:pt x="1752391" y="547945"/>
                  </a:lnTo>
                  <a:lnTo>
                    <a:pt x="1769783" y="590559"/>
                  </a:lnTo>
                  <a:lnTo>
                    <a:pt x="1785061" y="634211"/>
                  </a:lnTo>
                  <a:lnTo>
                    <a:pt x="1798162" y="678839"/>
                  </a:lnTo>
                  <a:lnTo>
                    <a:pt x="1809023" y="724379"/>
                  </a:lnTo>
                  <a:lnTo>
                    <a:pt x="1817580" y="770768"/>
                  </a:lnTo>
                  <a:lnTo>
                    <a:pt x="1823771" y="817944"/>
                  </a:lnTo>
                  <a:lnTo>
                    <a:pt x="1827532" y="865842"/>
                  </a:lnTo>
                  <a:lnTo>
                    <a:pt x="1828800" y="914399"/>
                  </a:lnTo>
                  <a:lnTo>
                    <a:pt x="1827532" y="962957"/>
                  </a:lnTo>
                  <a:lnTo>
                    <a:pt x="1823771" y="1010855"/>
                  </a:lnTo>
                  <a:lnTo>
                    <a:pt x="1817580" y="1058031"/>
                  </a:lnTo>
                  <a:lnTo>
                    <a:pt x="1809023" y="1104420"/>
                  </a:lnTo>
                  <a:lnTo>
                    <a:pt x="1798162" y="1149960"/>
                  </a:lnTo>
                  <a:lnTo>
                    <a:pt x="1785061" y="1194588"/>
                  </a:lnTo>
                  <a:lnTo>
                    <a:pt x="1769783" y="1238240"/>
                  </a:lnTo>
                  <a:lnTo>
                    <a:pt x="1752391" y="1280854"/>
                  </a:lnTo>
                  <a:lnTo>
                    <a:pt x="1732948" y="1322365"/>
                  </a:lnTo>
                  <a:lnTo>
                    <a:pt x="1711518" y="1362711"/>
                  </a:lnTo>
                  <a:lnTo>
                    <a:pt x="1688164" y="1401828"/>
                  </a:lnTo>
                  <a:lnTo>
                    <a:pt x="1662950" y="1439653"/>
                  </a:lnTo>
                  <a:lnTo>
                    <a:pt x="1635937" y="1476124"/>
                  </a:lnTo>
                  <a:lnTo>
                    <a:pt x="1607190" y="1511176"/>
                  </a:lnTo>
                  <a:lnTo>
                    <a:pt x="1576772" y="1544746"/>
                  </a:lnTo>
                  <a:lnTo>
                    <a:pt x="1544746" y="1576772"/>
                  </a:lnTo>
                  <a:lnTo>
                    <a:pt x="1511176" y="1607190"/>
                  </a:lnTo>
                  <a:lnTo>
                    <a:pt x="1476124" y="1635937"/>
                  </a:lnTo>
                  <a:lnTo>
                    <a:pt x="1439653" y="1662950"/>
                  </a:lnTo>
                  <a:lnTo>
                    <a:pt x="1401828" y="1688164"/>
                  </a:lnTo>
                  <a:lnTo>
                    <a:pt x="1362711" y="1711518"/>
                  </a:lnTo>
                  <a:lnTo>
                    <a:pt x="1322365" y="1732948"/>
                  </a:lnTo>
                  <a:lnTo>
                    <a:pt x="1280854" y="1752391"/>
                  </a:lnTo>
                  <a:lnTo>
                    <a:pt x="1238240" y="1769783"/>
                  </a:lnTo>
                  <a:lnTo>
                    <a:pt x="1194588" y="1785061"/>
                  </a:lnTo>
                  <a:lnTo>
                    <a:pt x="1149960" y="1798162"/>
                  </a:lnTo>
                  <a:lnTo>
                    <a:pt x="1104420" y="1809023"/>
                  </a:lnTo>
                  <a:lnTo>
                    <a:pt x="1058031" y="1817580"/>
                  </a:lnTo>
                  <a:lnTo>
                    <a:pt x="1010855" y="1823771"/>
                  </a:lnTo>
                  <a:lnTo>
                    <a:pt x="962957" y="1827532"/>
                  </a:lnTo>
                  <a:lnTo>
                    <a:pt x="914400" y="1828799"/>
                  </a:lnTo>
                  <a:lnTo>
                    <a:pt x="865842" y="1827532"/>
                  </a:lnTo>
                  <a:lnTo>
                    <a:pt x="817944" y="1823771"/>
                  </a:lnTo>
                  <a:lnTo>
                    <a:pt x="770768" y="1817580"/>
                  </a:lnTo>
                  <a:lnTo>
                    <a:pt x="724379" y="1809023"/>
                  </a:lnTo>
                  <a:lnTo>
                    <a:pt x="678839" y="1798162"/>
                  </a:lnTo>
                  <a:lnTo>
                    <a:pt x="634211" y="1785061"/>
                  </a:lnTo>
                  <a:lnTo>
                    <a:pt x="590559" y="1769783"/>
                  </a:lnTo>
                  <a:lnTo>
                    <a:pt x="547945" y="1752391"/>
                  </a:lnTo>
                  <a:lnTo>
                    <a:pt x="506434" y="1732948"/>
                  </a:lnTo>
                  <a:lnTo>
                    <a:pt x="466088" y="1711518"/>
                  </a:lnTo>
                  <a:lnTo>
                    <a:pt x="426971" y="1688164"/>
                  </a:lnTo>
                  <a:lnTo>
                    <a:pt x="389146" y="1662950"/>
                  </a:lnTo>
                  <a:lnTo>
                    <a:pt x="352675" y="1635937"/>
                  </a:lnTo>
                  <a:lnTo>
                    <a:pt x="317623" y="1607190"/>
                  </a:lnTo>
                  <a:lnTo>
                    <a:pt x="284053" y="1576772"/>
                  </a:lnTo>
                  <a:lnTo>
                    <a:pt x="252027" y="1544746"/>
                  </a:lnTo>
                  <a:lnTo>
                    <a:pt x="221609" y="1511176"/>
                  </a:lnTo>
                  <a:lnTo>
                    <a:pt x="192862" y="1476124"/>
                  </a:lnTo>
                  <a:lnTo>
                    <a:pt x="165849" y="1439653"/>
                  </a:lnTo>
                  <a:lnTo>
                    <a:pt x="140635" y="1401828"/>
                  </a:lnTo>
                  <a:lnTo>
                    <a:pt x="117281" y="1362711"/>
                  </a:lnTo>
                  <a:lnTo>
                    <a:pt x="95851" y="1322365"/>
                  </a:lnTo>
                  <a:lnTo>
                    <a:pt x="76408" y="1280854"/>
                  </a:lnTo>
                  <a:lnTo>
                    <a:pt x="59016" y="1238240"/>
                  </a:lnTo>
                  <a:lnTo>
                    <a:pt x="43738" y="1194588"/>
                  </a:lnTo>
                  <a:lnTo>
                    <a:pt x="30637" y="1149960"/>
                  </a:lnTo>
                  <a:lnTo>
                    <a:pt x="19776" y="1104420"/>
                  </a:lnTo>
                  <a:lnTo>
                    <a:pt x="11219" y="1058031"/>
                  </a:lnTo>
                  <a:lnTo>
                    <a:pt x="5028" y="1010855"/>
                  </a:lnTo>
                  <a:lnTo>
                    <a:pt x="1267" y="962957"/>
                  </a:lnTo>
                  <a:lnTo>
                    <a:pt x="0" y="914399"/>
                  </a:lnTo>
                  <a:close/>
                </a:path>
              </a:pathLst>
            </a:custGeom>
            <a:ln w="9144">
              <a:solidFill>
                <a:srgbClr val="FFFFFF"/>
              </a:solidFill>
            </a:ln>
          </p:spPr>
          <p:txBody>
            <a:bodyPr wrap="square" lIns="0" tIns="0" rIns="0" bIns="0" rtlCol="0"/>
            <a:lstStyle/>
            <a:p>
              <a:endParaRPr/>
            </a:p>
          </p:txBody>
        </p:sp>
        <p:sp>
          <p:nvSpPr>
            <p:cNvPr id="11" name="object 11"/>
            <p:cNvSpPr/>
            <p:nvPr/>
          </p:nvSpPr>
          <p:spPr>
            <a:xfrm>
              <a:off x="5520690" y="4581906"/>
              <a:ext cx="853440" cy="913130"/>
            </a:xfrm>
            <a:custGeom>
              <a:avLst/>
              <a:gdLst/>
              <a:ahLst/>
              <a:cxnLst/>
              <a:rect l="l" t="t" r="r" b="b"/>
              <a:pathLst>
                <a:path w="853439" h="913129">
                  <a:moveTo>
                    <a:pt x="853439" y="359283"/>
                  </a:moveTo>
                  <a:lnTo>
                    <a:pt x="786764" y="605605"/>
                  </a:lnTo>
                  <a:lnTo>
                    <a:pt x="640079" y="778144"/>
                  </a:lnTo>
                  <a:lnTo>
                    <a:pt x="493394" y="879651"/>
                  </a:lnTo>
                  <a:lnTo>
                    <a:pt x="426720" y="912876"/>
                  </a:lnTo>
                  <a:lnTo>
                    <a:pt x="180022" y="805928"/>
                  </a:lnTo>
                  <a:lnTo>
                    <a:pt x="53339" y="712612"/>
                  </a:lnTo>
                  <a:lnTo>
                    <a:pt x="6667" y="581030"/>
                  </a:lnTo>
                  <a:lnTo>
                    <a:pt x="0" y="359283"/>
                  </a:lnTo>
                  <a:lnTo>
                    <a:pt x="0" y="266283"/>
                  </a:lnTo>
                  <a:lnTo>
                    <a:pt x="0" y="146875"/>
                  </a:lnTo>
                  <a:lnTo>
                    <a:pt x="0" y="43850"/>
                  </a:lnTo>
                  <a:lnTo>
                    <a:pt x="0" y="0"/>
                  </a:lnTo>
                  <a:lnTo>
                    <a:pt x="57761" y="39280"/>
                  </a:lnTo>
                  <a:lnTo>
                    <a:pt x="98234" y="59451"/>
                  </a:lnTo>
                  <a:lnTo>
                    <a:pt x="140517" y="66883"/>
                  </a:lnTo>
                  <a:lnTo>
                    <a:pt x="203708" y="67945"/>
                  </a:lnTo>
                  <a:lnTo>
                    <a:pt x="283559" y="57328"/>
                  </a:lnTo>
                  <a:lnTo>
                    <a:pt x="355218" y="33972"/>
                  </a:lnTo>
                  <a:lnTo>
                    <a:pt x="406876" y="10616"/>
                  </a:lnTo>
                  <a:lnTo>
                    <a:pt x="426720" y="0"/>
                  </a:lnTo>
                  <a:lnTo>
                    <a:pt x="490212" y="39280"/>
                  </a:lnTo>
                  <a:lnTo>
                    <a:pt x="534606" y="59451"/>
                  </a:lnTo>
                  <a:lnTo>
                    <a:pt x="580810" y="66883"/>
                  </a:lnTo>
                  <a:lnTo>
                    <a:pt x="649732" y="67945"/>
                  </a:lnTo>
                  <a:lnTo>
                    <a:pt x="730692" y="57328"/>
                  </a:lnTo>
                  <a:lnTo>
                    <a:pt x="795258" y="33972"/>
                  </a:lnTo>
                  <a:lnTo>
                    <a:pt x="837987" y="10616"/>
                  </a:lnTo>
                  <a:lnTo>
                    <a:pt x="853439" y="0"/>
                  </a:lnTo>
                  <a:lnTo>
                    <a:pt x="853439" y="158561"/>
                  </a:lnTo>
                  <a:lnTo>
                    <a:pt x="853439" y="248840"/>
                  </a:lnTo>
                  <a:lnTo>
                    <a:pt x="853439" y="304520"/>
                  </a:lnTo>
                  <a:lnTo>
                    <a:pt x="853439" y="359283"/>
                  </a:lnTo>
                  <a:close/>
                </a:path>
              </a:pathLst>
            </a:custGeom>
            <a:ln w="19812">
              <a:solidFill>
                <a:srgbClr val="FFFFFF"/>
              </a:solidFill>
            </a:ln>
          </p:spPr>
          <p:txBody>
            <a:bodyPr wrap="square" lIns="0" tIns="0" rIns="0" bIns="0" rtlCol="0"/>
            <a:lstStyle/>
            <a:p>
              <a:endParaRPr/>
            </a:p>
          </p:txBody>
        </p:sp>
      </p:grpSp>
      <p:grpSp>
        <p:nvGrpSpPr>
          <p:cNvPr id="12" name="object 12"/>
          <p:cNvGrpSpPr/>
          <p:nvPr/>
        </p:nvGrpSpPr>
        <p:grpSpPr>
          <a:xfrm>
            <a:off x="8795004" y="3906011"/>
            <a:ext cx="1838325" cy="1838325"/>
            <a:chOff x="8795004" y="3906011"/>
            <a:chExt cx="1838325" cy="1838325"/>
          </a:xfrm>
        </p:grpSpPr>
        <p:sp>
          <p:nvSpPr>
            <p:cNvPr id="13" name="object 13"/>
            <p:cNvSpPr/>
            <p:nvPr/>
          </p:nvSpPr>
          <p:spPr>
            <a:xfrm>
              <a:off x="8799576" y="3910583"/>
              <a:ext cx="1828800" cy="1828800"/>
            </a:xfrm>
            <a:custGeom>
              <a:avLst/>
              <a:gdLst/>
              <a:ahLst/>
              <a:cxnLst/>
              <a:rect l="l" t="t" r="r" b="b"/>
              <a:pathLst>
                <a:path w="1828800" h="1828800">
                  <a:moveTo>
                    <a:pt x="914400" y="0"/>
                  </a:moveTo>
                  <a:lnTo>
                    <a:pt x="865842" y="1267"/>
                  </a:lnTo>
                  <a:lnTo>
                    <a:pt x="817944" y="5028"/>
                  </a:lnTo>
                  <a:lnTo>
                    <a:pt x="770768" y="11219"/>
                  </a:lnTo>
                  <a:lnTo>
                    <a:pt x="724379" y="19776"/>
                  </a:lnTo>
                  <a:lnTo>
                    <a:pt x="678839" y="30637"/>
                  </a:lnTo>
                  <a:lnTo>
                    <a:pt x="634211" y="43738"/>
                  </a:lnTo>
                  <a:lnTo>
                    <a:pt x="590559" y="59016"/>
                  </a:lnTo>
                  <a:lnTo>
                    <a:pt x="547945" y="76408"/>
                  </a:lnTo>
                  <a:lnTo>
                    <a:pt x="506434" y="95851"/>
                  </a:lnTo>
                  <a:lnTo>
                    <a:pt x="466088" y="117281"/>
                  </a:lnTo>
                  <a:lnTo>
                    <a:pt x="426971" y="140635"/>
                  </a:lnTo>
                  <a:lnTo>
                    <a:pt x="389146" y="165849"/>
                  </a:lnTo>
                  <a:lnTo>
                    <a:pt x="352675" y="192862"/>
                  </a:lnTo>
                  <a:lnTo>
                    <a:pt x="317623" y="221609"/>
                  </a:lnTo>
                  <a:lnTo>
                    <a:pt x="284053" y="252027"/>
                  </a:lnTo>
                  <a:lnTo>
                    <a:pt x="252027" y="284053"/>
                  </a:lnTo>
                  <a:lnTo>
                    <a:pt x="221609" y="317623"/>
                  </a:lnTo>
                  <a:lnTo>
                    <a:pt x="192862" y="352675"/>
                  </a:lnTo>
                  <a:lnTo>
                    <a:pt x="165849" y="389146"/>
                  </a:lnTo>
                  <a:lnTo>
                    <a:pt x="140635" y="426971"/>
                  </a:lnTo>
                  <a:lnTo>
                    <a:pt x="117281" y="466088"/>
                  </a:lnTo>
                  <a:lnTo>
                    <a:pt x="95851" y="506434"/>
                  </a:lnTo>
                  <a:lnTo>
                    <a:pt x="76408" y="547945"/>
                  </a:lnTo>
                  <a:lnTo>
                    <a:pt x="59016" y="590559"/>
                  </a:lnTo>
                  <a:lnTo>
                    <a:pt x="43738" y="634211"/>
                  </a:lnTo>
                  <a:lnTo>
                    <a:pt x="30637" y="678839"/>
                  </a:lnTo>
                  <a:lnTo>
                    <a:pt x="19776" y="724379"/>
                  </a:lnTo>
                  <a:lnTo>
                    <a:pt x="11219" y="770768"/>
                  </a:lnTo>
                  <a:lnTo>
                    <a:pt x="5028" y="817944"/>
                  </a:lnTo>
                  <a:lnTo>
                    <a:pt x="1267" y="865842"/>
                  </a:lnTo>
                  <a:lnTo>
                    <a:pt x="0" y="914400"/>
                  </a:lnTo>
                  <a:lnTo>
                    <a:pt x="1267" y="962957"/>
                  </a:lnTo>
                  <a:lnTo>
                    <a:pt x="5028" y="1010855"/>
                  </a:lnTo>
                  <a:lnTo>
                    <a:pt x="11219" y="1058031"/>
                  </a:lnTo>
                  <a:lnTo>
                    <a:pt x="19776" y="1104420"/>
                  </a:lnTo>
                  <a:lnTo>
                    <a:pt x="30637" y="1149960"/>
                  </a:lnTo>
                  <a:lnTo>
                    <a:pt x="43738" y="1194588"/>
                  </a:lnTo>
                  <a:lnTo>
                    <a:pt x="59016" y="1238240"/>
                  </a:lnTo>
                  <a:lnTo>
                    <a:pt x="76408" y="1280854"/>
                  </a:lnTo>
                  <a:lnTo>
                    <a:pt x="95851" y="1322365"/>
                  </a:lnTo>
                  <a:lnTo>
                    <a:pt x="117281" y="1362711"/>
                  </a:lnTo>
                  <a:lnTo>
                    <a:pt x="140635" y="1401828"/>
                  </a:lnTo>
                  <a:lnTo>
                    <a:pt x="165849" y="1439653"/>
                  </a:lnTo>
                  <a:lnTo>
                    <a:pt x="192862" y="1476124"/>
                  </a:lnTo>
                  <a:lnTo>
                    <a:pt x="221609" y="1511176"/>
                  </a:lnTo>
                  <a:lnTo>
                    <a:pt x="252027" y="1544746"/>
                  </a:lnTo>
                  <a:lnTo>
                    <a:pt x="284053" y="1576772"/>
                  </a:lnTo>
                  <a:lnTo>
                    <a:pt x="317623" y="1607190"/>
                  </a:lnTo>
                  <a:lnTo>
                    <a:pt x="352675" y="1635937"/>
                  </a:lnTo>
                  <a:lnTo>
                    <a:pt x="389146" y="1662950"/>
                  </a:lnTo>
                  <a:lnTo>
                    <a:pt x="426971" y="1688164"/>
                  </a:lnTo>
                  <a:lnTo>
                    <a:pt x="466088" y="1711518"/>
                  </a:lnTo>
                  <a:lnTo>
                    <a:pt x="506434" y="1732948"/>
                  </a:lnTo>
                  <a:lnTo>
                    <a:pt x="547945" y="1752391"/>
                  </a:lnTo>
                  <a:lnTo>
                    <a:pt x="590559" y="1769783"/>
                  </a:lnTo>
                  <a:lnTo>
                    <a:pt x="634211" y="1785061"/>
                  </a:lnTo>
                  <a:lnTo>
                    <a:pt x="678839" y="1798162"/>
                  </a:lnTo>
                  <a:lnTo>
                    <a:pt x="724379" y="1809023"/>
                  </a:lnTo>
                  <a:lnTo>
                    <a:pt x="770768" y="1817580"/>
                  </a:lnTo>
                  <a:lnTo>
                    <a:pt x="817944" y="1823771"/>
                  </a:lnTo>
                  <a:lnTo>
                    <a:pt x="865842" y="1827532"/>
                  </a:lnTo>
                  <a:lnTo>
                    <a:pt x="914400" y="1828800"/>
                  </a:lnTo>
                  <a:lnTo>
                    <a:pt x="962957" y="1827532"/>
                  </a:lnTo>
                  <a:lnTo>
                    <a:pt x="1010855" y="1823771"/>
                  </a:lnTo>
                  <a:lnTo>
                    <a:pt x="1058031" y="1817580"/>
                  </a:lnTo>
                  <a:lnTo>
                    <a:pt x="1104420" y="1809023"/>
                  </a:lnTo>
                  <a:lnTo>
                    <a:pt x="1149960" y="1798162"/>
                  </a:lnTo>
                  <a:lnTo>
                    <a:pt x="1194588" y="1785061"/>
                  </a:lnTo>
                  <a:lnTo>
                    <a:pt x="1238240" y="1769783"/>
                  </a:lnTo>
                  <a:lnTo>
                    <a:pt x="1280854" y="1752391"/>
                  </a:lnTo>
                  <a:lnTo>
                    <a:pt x="1322365" y="1732948"/>
                  </a:lnTo>
                  <a:lnTo>
                    <a:pt x="1362711" y="1711518"/>
                  </a:lnTo>
                  <a:lnTo>
                    <a:pt x="1401828" y="1688164"/>
                  </a:lnTo>
                  <a:lnTo>
                    <a:pt x="1439653" y="1662950"/>
                  </a:lnTo>
                  <a:lnTo>
                    <a:pt x="1476124" y="1635937"/>
                  </a:lnTo>
                  <a:lnTo>
                    <a:pt x="1511176" y="1607190"/>
                  </a:lnTo>
                  <a:lnTo>
                    <a:pt x="1544746" y="1576772"/>
                  </a:lnTo>
                  <a:lnTo>
                    <a:pt x="1576772" y="1544746"/>
                  </a:lnTo>
                  <a:lnTo>
                    <a:pt x="1607190" y="1511176"/>
                  </a:lnTo>
                  <a:lnTo>
                    <a:pt x="1635937" y="1476124"/>
                  </a:lnTo>
                  <a:lnTo>
                    <a:pt x="1662950" y="1439653"/>
                  </a:lnTo>
                  <a:lnTo>
                    <a:pt x="1688164" y="1401828"/>
                  </a:lnTo>
                  <a:lnTo>
                    <a:pt x="1711518" y="1362711"/>
                  </a:lnTo>
                  <a:lnTo>
                    <a:pt x="1732948" y="1322365"/>
                  </a:lnTo>
                  <a:lnTo>
                    <a:pt x="1752391" y="1280854"/>
                  </a:lnTo>
                  <a:lnTo>
                    <a:pt x="1769783" y="1238240"/>
                  </a:lnTo>
                  <a:lnTo>
                    <a:pt x="1785061" y="1194588"/>
                  </a:lnTo>
                  <a:lnTo>
                    <a:pt x="1798162" y="1149960"/>
                  </a:lnTo>
                  <a:lnTo>
                    <a:pt x="1809023" y="1104420"/>
                  </a:lnTo>
                  <a:lnTo>
                    <a:pt x="1817580" y="1058031"/>
                  </a:lnTo>
                  <a:lnTo>
                    <a:pt x="1823771" y="1010855"/>
                  </a:lnTo>
                  <a:lnTo>
                    <a:pt x="1827532" y="962957"/>
                  </a:lnTo>
                  <a:lnTo>
                    <a:pt x="1828800" y="914400"/>
                  </a:lnTo>
                  <a:lnTo>
                    <a:pt x="1827532" y="865842"/>
                  </a:lnTo>
                  <a:lnTo>
                    <a:pt x="1823771" y="817944"/>
                  </a:lnTo>
                  <a:lnTo>
                    <a:pt x="1817580" y="770768"/>
                  </a:lnTo>
                  <a:lnTo>
                    <a:pt x="1809023" y="724379"/>
                  </a:lnTo>
                  <a:lnTo>
                    <a:pt x="1798162" y="678839"/>
                  </a:lnTo>
                  <a:lnTo>
                    <a:pt x="1785061" y="634211"/>
                  </a:lnTo>
                  <a:lnTo>
                    <a:pt x="1769783" y="590559"/>
                  </a:lnTo>
                  <a:lnTo>
                    <a:pt x="1752391" y="547945"/>
                  </a:lnTo>
                  <a:lnTo>
                    <a:pt x="1732948" y="506434"/>
                  </a:lnTo>
                  <a:lnTo>
                    <a:pt x="1711518" y="466088"/>
                  </a:lnTo>
                  <a:lnTo>
                    <a:pt x="1688164" y="426971"/>
                  </a:lnTo>
                  <a:lnTo>
                    <a:pt x="1662950" y="389146"/>
                  </a:lnTo>
                  <a:lnTo>
                    <a:pt x="1635937" y="352675"/>
                  </a:lnTo>
                  <a:lnTo>
                    <a:pt x="1607190" y="317623"/>
                  </a:lnTo>
                  <a:lnTo>
                    <a:pt x="1576772" y="284053"/>
                  </a:lnTo>
                  <a:lnTo>
                    <a:pt x="1544746" y="252027"/>
                  </a:lnTo>
                  <a:lnTo>
                    <a:pt x="1511176" y="221609"/>
                  </a:lnTo>
                  <a:lnTo>
                    <a:pt x="1476124" y="192862"/>
                  </a:lnTo>
                  <a:lnTo>
                    <a:pt x="1439653" y="165849"/>
                  </a:lnTo>
                  <a:lnTo>
                    <a:pt x="1401828" y="140635"/>
                  </a:lnTo>
                  <a:lnTo>
                    <a:pt x="1362711" y="117281"/>
                  </a:lnTo>
                  <a:lnTo>
                    <a:pt x="1322365" y="95851"/>
                  </a:lnTo>
                  <a:lnTo>
                    <a:pt x="1280854" y="76408"/>
                  </a:lnTo>
                  <a:lnTo>
                    <a:pt x="1238240" y="59016"/>
                  </a:lnTo>
                  <a:lnTo>
                    <a:pt x="1194588" y="43738"/>
                  </a:lnTo>
                  <a:lnTo>
                    <a:pt x="1149960" y="30637"/>
                  </a:lnTo>
                  <a:lnTo>
                    <a:pt x="1104420" y="19776"/>
                  </a:lnTo>
                  <a:lnTo>
                    <a:pt x="1058031" y="11219"/>
                  </a:lnTo>
                  <a:lnTo>
                    <a:pt x="1010855" y="5028"/>
                  </a:lnTo>
                  <a:lnTo>
                    <a:pt x="962957" y="1267"/>
                  </a:lnTo>
                  <a:lnTo>
                    <a:pt x="914400" y="0"/>
                  </a:lnTo>
                  <a:close/>
                </a:path>
              </a:pathLst>
            </a:custGeom>
            <a:solidFill>
              <a:srgbClr val="F8F8F8">
                <a:alpha val="30195"/>
              </a:srgbClr>
            </a:solidFill>
          </p:spPr>
          <p:txBody>
            <a:bodyPr wrap="square" lIns="0" tIns="0" rIns="0" bIns="0" rtlCol="0"/>
            <a:lstStyle/>
            <a:p>
              <a:endParaRPr/>
            </a:p>
          </p:txBody>
        </p:sp>
        <p:sp>
          <p:nvSpPr>
            <p:cNvPr id="14" name="object 14"/>
            <p:cNvSpPr/>
            <p:nvPr/>
          </p:nvSpPr>
          <p:spPr>
            <a:xfrm>
              <a:off x="8799576" y="3910583"/>
              <a:ext cx="1828800" cy="1828800"/>
            </a:xfrm>
            <a:custGeom>
              <a:avLst/>
              <a:gdLst/>
              <a:ahLst/>
              <a:cxnLst/>
              <a:rect l="l" t="t" r="r" b="b"/>
              <a:pathLst>
                <a:path w="1828800" h="1828800">
                  <a:moveTo>
                    <a:pt x="0" y="914400"/>
                  </a:moveTo>
                  <a:lnTo>
                    <a:pt x="1267" y="865842"/>
                  </a:lnTo>
                  <a:lnTo>
                    <a:pt x="5028" y="817944"/>
                  </a:lnTo>
                  <a:lnTo>
                    <a:pt x="11219" y="770768"/>
                  </a:lnTo>
                  <a:lnTo>
                    <a:pt x="19776" y="724379"/>
                  </a:lnTo>
                  <a:lnTo>
                    <a:pt x="30637" y="678839"/>
                  </a:lnTo>
                  <a:lnTo>
                    <a:pt x="43738" y="634211"/>
                  </a:lnTo>
                  <a:lnTo>
                    <a:pt x="59016" y="590559"/>
                  </a:lnTo>
                  <a:lnTo>
                    <a:pt x="76408" y="547945"/>
                  </a:lnTo>
                  <a:lnTo>
                    <a:pt x="95851" y="506434"/>
                  </a:lnTo>
                  <a:lnTo>
                    <a:pt x="117281" y="466088"/>
                  </a:lnTo>
                  <a:lnTo>
                    <a:pt x="140635" y="426971"/>
                  </a:lnTo>
                  <a:lnTo>
                    <a:pt x="165849" y="389146"/>
                  </a:lnTo>
                  <a:lnTo>
                    <a:pt x="192862" y="352675"/>
                  </a:lnTo>
                  <a:lnTo>
                    <a:pt x="221609" y="317623"/>
                  </a:lnTo>
                  <a:lnTo>
                    <a:pt x="252027" y="284053"/>
                  </a:lnTo>
                  <a:lnTo>
                    <a:pt x="284053" y="252027"/>
                  </a:lnTo>
                  <a:lnTo>
                    <a:pt x="317623" y="221609"/>
                  </a:lnTo>
                  <a:lnTo>
                    <a:pt x="352675" y="192862"/>
                  </a:lnTo>
                  <a:lnTo>
                    <a:pt x="389146" y="165849"/>
                  </a:lnTo>
                  <a:lnTo>
                    <a:pt x="426971" y="140635"/>
                  </a:lnTo>
                  <a:lnTo>
                    <a:pt x="466088" y="117281"/>
                  </a:lnTo>
                  <a:lnTo>
                    <a:pt x="506434" y="95851"/>
                  </a:lnTo>
                  <a:lnTo>
                    <a:pt x="547945" y="76408"/>
                  </a:lnTo>
                  <a:lnTo>
                    <a:pt x="590559" y="59016"/>
                  </a:lnTo>
                  <a:lnTo>
                    <a:pt x="634211" y="43738"/>
                  </a:lnTo>
                  <a:lnTo>
                    <a:pt x="678839" y="30637"/>
                  </a:lnTo>
                  <a:lnTo>
                    <a:pt x="724379" y="19776"/>
                  </a:lnTo>
                  <a:lnTo>
                    <a:pt x="770768" y="11219"/>
                  </a:lnTo>
                  <a:lnTo>
                    <a:pt x="817944" y="5028"/>
                  </a:lnTo>
                  <a:lnTo>
                    <a:pt x="865842" y="1267"/>
                  </a:lnTo>
                  <a:lnTo>
                    <a:pt x="914400" y="0"/>
                  </a:lnTo>
                  <a:lnTo>
                    <a:pt x="962957" y="1267"/>
                  </a:lnTo>
                  <a:lnTo>
                    <a:pt x="1010855" y="5028"/>
                  </a:lnTo>
                  <a:lnTo>
                    <a:pt x="1058031" y="11219"/>
                  </a:lnTo>
                  <a:lnTo>
                    <a:pt x="1104420" y="19776"/>
                  </a:lnTo>
                  <a:lnTo>
                    <a:pt x="1149960" y="30637"/>
                  </a:lnTo>
                  <a:lnTo>
                    <a:pt x="1194588" y="43738"/>
                  </a:lnTo>
                  <a:lnTo>
                    <a:pt x="1238240" y="59016"/>
                  </a:lnTo>
                  <a:lnTo>
                    <a:pt x="1280854" y="76408"/>
                  </a:lnTo>
                  <a:lnTo>
                    <a:pt x="1322365" y="95851"/>
                  </a:lnTo>
                  <a:lnTo>
                    <a:pt x="1362711" y="117281"/>
                  </a:lnTo>
                  <a:lnTo>
                    <a:pt x="1401828" y="140635"/>
                  </a:lnTo>
                  <a:lnTo>
                    <a:pt x="1439653" y="165849"/>
                  </a:lnTo>
                  <a:lnTo>
                    <a:pt x="1476124" y="192862"/>
                  </a:lnTo>
                  <a:lnTo>
                    <a:pt x="1511176" y="221609"/>
                  </a:lnTo>
                  <a:lnTo>
                    <a:pt x="1544746" y="252027"/>
                  </a:lnTo>
                  <a:lnTo>
                    <a:pt x="1576772" y="284053"/>
                  </a:lnTo>
                  <a:lnTo>
                    <a:pt x="1607190" y="317623"/>
                  </a:lnTo>
                  <a:lnTo>
                    <a:pt x="1635937" y="352675"/>
                  </a:lnTo>
                  <a:lnTo>
                    <a:pt x="1662950" y="389146"/>
                  </a:lnTo>
                  <a:lnTo>
                    <a:pt x="1688164" y="426971"/>
                  </a:lnTo>
                  <a:lnTo>
                    <a:pt x="1711518" y="466088"/>
                  </a:lnTo>
                  <a:lnTo>
                    <a:pt x="1732948" y="506434"/>
                  </a:lnTo>
                  <a:lnTo>
                    <a:pt x="1752391" y="547945"/>
                  </a:lnTo>
                  <a:lnTo>
                    <a:pt x="1769783" y="590559"/>
                  </a:lnTo>
                  <a:lnTo>
                    <a:pt x="1785061" y="634211"/>
                  </a:lnTo>
                  <a:lnTo>
                    <a:pt x="1798162" y="678839"/>
                  </a:lnTo>
                  <a:lnTo>
                    <a:pt x="1809023" y="724379"/>
                  </a:lnTo>
                  <a:lnTo>
                    <a:pt x="1817580" y="770768"/>
                  </a:lnTo>
                  <a:lnTo>
                    <a:pt x="1823771" y="817944"/>
                  </a:lnTo>
                  <a:lnTo>
                    <a:pt x="1827532" y="865842"/>
                  </a:lnTo>
                  <a:lnTo>
                    <a:pt x="1828800" y="914400"/>
                  </a:lnTo>
                  <a:lnTo>
                    <a:pt x="1827532" y="962957"/>
                  </a:lnTo>
                  <a:lnTo>
                    <a:pt x="1823771" y="1010855"/>
                  </a:lnTo>
                  <a:lnTo>
                    <a:pt x="1817580" y="1058031"/>
                  </a:lnTo>
                  <a:lnTo>
                    <a:pt x="1809023" y="1104420"/>
                  </a:lnTo>
                  <a:lnTo>
                    <a:pt x="1798162" y="1149960"/>
                  </a:lnTo>
                  <a:lnTo>
                    <a:pt x="1785061" y="1194588"/>
                  </a:lnTo>
                  <a:lnTo>
                    <a:pt x="1769783" y="1238240"/>
                  </a:lnTo>
                  <a:lnTo>
                    <a:pt x="1752391" y="1280854"/>
                  </a:lnTo>
                  <a:lnTo>
                    <a:pt x="1732948" y="1322365"/>
                  </a:lnTo>
                  <a:lnTo>
                    <a:pt x="1711518" y="1362711"/>
                  </a:lnTo>
                  <a:lnTo>
                    <a:pt x="1688164" y="1401828"/>
                  </a:lnTo>
                  <a:lnTo>
                    <a:pt x="1662950" y="1439653"/>
                  </a:lnTo>
                  <a:lnTo>
                    <a:pt x="1635937" y="1476124"/>
                  </a:lnTo>
                  <a:lnTo>
                    <a:pt x="1607190" y="1511176"/>
                  </a:lnTo>
                  <a:lnTo>
                    <a:pt x="1576772" y="1544746"/>
                  </a:lnTo>
                  <a:lnTo>
                    <a:pt x="1544746" y="1576772"/>
                  </a:lnTo>
                  <a:lnTo>
                    <a:pt x="1511176" y="1607190"/>
                  </a:lnTo>
                  <a:lnTo>
                    <a:pt x="1476124" y="1635937"/>
                  </a:lnTo>
                  <a:lnTo>
                    <a:pt x="1439653" y="1662950"/>
                  </a:lnTo>
                  <a:lnTo>
                    <a:pt x="1401828" y="1688164"/>
                  </a:lnTo>
                  <a:lnTo>
                    <a:pt x="1362711" y="1711518"/>
                  </a:lnTo>
                  <a:lnTo>
                    <a:pt x="1322365" y="1732948"/>
                  </a:lnTo>
                  <a:lnTo>
                    <a:pt x="1280854" y="1752391"/>
                  </a:lnTo>
                  <a:lnTo>
                    <a:pt x="1238240" y="1769783"/>
                  </a:lnTo>
                  <a:lnTo>
                    <a:pt x="1194588" y="1785061"/>
                  </a:lnTo>
                  <a:lnTo>
                    <a:pt x="1149960" y="1798162"/>
                  </a:lnTo>
                  <a:lnTo>
                    <a:pt x="1104420" y="1809023"/>
                  </a:lnTo>
                  <a:lnTo>
                    <a:pt x="1058031" y="1817580"/>
                  </a:lnTo>
                  <a:lnTo>
                    <a:pt x="1010855" y="1823771"/>
                  </a:lnTo>
                  <a:lnTo>
                    <a:pt x="962957" y="1827532"/>
                  </a:lnTo>
                  <a:lnTo>
                    <a:pt x="914400" y="1828800"/>
                  </a:lnTo>
                  <a:lnTo>
                    <a:pt x="865842" y="1827532"/>
                  </a:lnTo>
                  <a:lnTo>
                    <a:pt x="817944" y="1823771"/>
                  </a:lnTo>
                  <a:lnTo>
                    <a:pt x="770768" y="1817580"/>
                  </a:lnTo>
                  <a:lnTo>
                    <a:pt x="724379" y="1809023"/>
                  </a:lnTo>
                  <a:lnTo>
                    <a:pt x="678839" y="1798162"/>
                  </a:lnTo>
                  <a:lnTo>
                    <a:pt x="634211" y="1785061"/>
                  </a:lnTo>
                  <a:lnTo>
                    <a:pt x="590559" y="1769783"/>
                  </a:lnTo>
                  <a:lnTo>
                    <a:pt x="547945" y="1752391"/>
                  </a:lnTo>
                  <a:lnTo>
                    <a:pt x="506434" y="1732948"/>
                  </a:lnTo>
                  <a:lnTo>
                    <a:pt x="466088" y="1711518"/>
                  </a:lnTo>
                  <a:lnTo>
                    <a:pt x="426971" y="1688164"/>
                  </a:lnTo>
                  <a:lnTo>
                    <a:pt x="389146" y="1662950"/>
                  </a:lnTo>
                  <a:lnTo>
                    <a:pt x="352675" y="1635937"/>
                  </a:lnTo>
                  <a:lnTo>
                    <a:pt x="317623" y="1607190"/>
                  </a:lnTo>
                  <a:lnTo>
                    <a:pt x="284053" y="1576772"/>
                  </a:lnTo>
                  <a:lnTo>
                    <a:pt x="252027" y="1544746"/>
                  </a:lnTo>
                  <a:lnTo>
                    <a:pt x="221609" y="1511176"/>
                  </a:lnTo>
                  <a:lnTo>
                    <a:pt x="192862" y="1476124"/>
                  </a:lnTo>
                  <a:lnTo>
                    <a:pt x="165849" y="1439653"/>
                  </a:lnTo>
                  <a:lnTo>
                    <a:pt x="140635" y="1401828"/>
                  </a:lnTo>
                  <a:lnTo>
                    <a:pt x="117281" y="1362711"/>
                  </a:lnTo>
                  <a:lnTo>
                    <a:pt x="95851" y="1322365"/>
                  </a:lnTo>
                  <a:lnTo>
                    <a:pt x="76408" y="1280854"/>
                  </a:lnTo>
                  <a:lnTo>
                    <a:pt x="59016" y="1238240"/>
                  </a:lnTo>
                  <a:lnTo>
                    <a:pt x="43738" y="1194588"/>
                  </a:lnTo>
                  <a:lnTo>
                    <a:pt x="30637" y="1149960"/>
                  </a:lnTo>
                  <a:lnTo>
                    <a:pt x="19776" y="1104420"/>
                  </a:lnTo>
                  <a:lnTo>
                    <a:pt x="11219" y="1058031"/>
                  </a:lnTo>
                  <a:lnTo>
                    <a:pt x="5028" y="1010855"/>
                  </a:lnTo>
                  <a:lnTo>
                    <a:pt x="1267" y="962957"/>
                  </a:lnTo>
                  <a:lnTo>
                    <a:pt x="0" y="914400"/>
                  </a:lnTo>
                  <a:close/>
                </a:path>
              </a:pathLst>
            </a:custGeom>
            <a:ln w="9144">
              <a:solidFill>
                <a:srgbClr val="FFFFFF"/>
              </a:solidFill>
            </a:ln>
          </p:spPr>
          <p:txBody>
            <a:bodyPr wrap="square" lIns="0" tIns="0" rIns="0" bIns="0" rtlCol="0"/>
            <a:lstStyle/>
            <a:p>
              <a:endParaRPr/>
            </a:p>
          </p:txBody>
        </p:sp>
        <p:sp>
          <p:nvSpPr>
            <p:cNvPr id="15" name="object 15"/>
            <p:cNvSpPr/>
            <p:nvPr/>
          </p:nvSpPr>
          <p:spPr>
            <a:xfrm>
              <a:off x="9172956" y="4411979"/>
              <a:ext cx="1082040" cy="940308"/>
            </a:xfrm>
            <a:prstGeom prst="rect">
              <a:avLst/>
            </a:prstGeom>
            <a:blipFill>
              <a:blip r:embed="rId3" cstate="print"/>
              <a:stretch>
                <a:fillRect/>
              </a:stretch>
            </a:blipFill>
          </p:spPr>
          <p:txBody>
            <a:bodyPr wrap="square" lIns="0" tIns="0" rIns="0" bIns="0" rtlCol="0"/>
            <a:lstStyle/>
            <a:p>
              <a:endParaRPr/>
            </a:p>
          </p:txBody>
        </p:sp>
      </p:grpSp>
      <p:grpSp>
        <p:nvGrpSpPr>
          <p:cNvPr id="16" name="object 16"/>
          <p:cNvGrpSpPr/>
          <p:nvPr/>
        </p:nvGrpSpPr>
        <p:grpSpPr>
          <a:xfrm>
            <a:off x="1200911" y="3989832"/>
            <a:ext cx="1838325" cy="1838325"/>
            <a:chOff x="1200911" y="3989832"/>
            <a:chExt cx="1838325" cy="1838325"/>
          </a:xfrm>
        </p:grpSpPr>
        <p:sp>
          <p:nvSpPr>
            <p:cNvPr id="17" name="object 17"/>
            <p:cNvSpPr/>
            <p:nvPr/>
          </p:nvSpPr>
          <p:spPr>
            <a:xfrm>
              <a:off x="1205483" y="3994404"/>
              <a:ext cx="1828800" cy="1828800"/>
            </a:xfrm>
            <a:custGeom>
              <a:avLst/>
              <a:gdLst/>
              <a:ahLst/>
              <a:cxnLst/>
              <a:rect l="l" t="t" r="r" b="b"/>
              <a:pathLst>
                <a:path w="1828800" h="1828800">
                  <a:moveTo>
                    <a:pt x="914399" y="0"/>
                  </a:moveTo>
                  <a:lnTo>
                    <a:pt x="865842" y="1267"/>
                  </a:lnTo>
                  <a:lnTo>
                    <a:pt x="817944" y="5028"/>
                  </a:lnTo>
                  <a:lnTo>
                    <a:pt x="770768" y="11219"/>
                  </a:lnTo>
                  <a:lnTo>
                    <a:pt x="724379" y="19776"/>
                  </a:lnTo>
                  <a:lnTo>
                    <a:pt x="678839" y="30637"/>
                  </a:lnTo>
                  <a:lnTo>
                    <a:pt x="634211" y="43738"/>
                  </a:lnTo>
                  <a:lnTo>
                    <a:pt x="590559" y="59016"/>
                  </a:lnTo>
                  <a:lnTo>
                    <a:pt x="547945" y="76408"/>
                  </a:lnTo>
                  <a:lnTo>
                    <a:pt x="506434" y="95851"/>
                  </a:lnTo>
                  <a:lnTo>
                    <a:pt x="466088" y="117281"/>
                  </a:lnTo>
                  <a:lnTo>
                    <a:pt x="426971" y="140635"/>
                  </a:lnTo>
                  <a:lnTo>
                    <a:pt x="389146" y="165849"/>
                  </a:lnTo>
                  <a:lnTo>
                    <a:pt x="352675" y="192862"/>
                  </a:lnTo>
                  <a:lnTo>
                    <a:pt x="317623" y="221609"/>
                  </a:lnTo>
                  <a:lnTo>
                    <a:pt x="284053" y="252027"/>
                  </a:lnTo>
                  <a:lnTo>
                    <a:pt x="252027" y="284053"/>
                  </a:lnTo>
                  <a:lnTo>
                    <a:pt x="221609" y="317623"/>
                  </a:lnTo>
                  <a:lnTo>
                    <a:pt x="192862" y="352675"/>
                  </a:lnTo>
                  <a:lnTo>
                    <a:pt x="165849" y="389146"/>
                  </a:lnTo>
                  <a:lnTo>
                    <a:pt x="140635" y="426971"/>
                  </a:lnTo>
                  <a:lnTo>
                    <a:pt x="117281" y="466088"/>
                  </a:lnTo>
                  <a:lnTo>
                    <a:pt x="95851" y="506434"/>
                  </a:lnTo>
                  <a:lnTo>
                    <a:pt x="76408" y="547945"/>
                  </a:lnTo>
                  <a:lnTo>
                    <a:pt x="59016" y="590559"/>
                  </a:lnTo>
                  <a:lnTo>
                    <a:pt x="43738" y="634211"/>
                  </a:lnTo>
                  <a:lnTo>
                    <a:pt x="30637" y="678839"/>
                  </a:lnTo>
                  <a:lnTo>
                    <a:pt x="19776" y="724379"/>
                  </a:lnTo>
                  <a:lnTo>
                    <a:pt x="11219" y="770768"/>
                  </a:lnTo>
                  <a:lnTo>
                    <a:pt x="5028" y="817944"/>
                  </a:lnTo>
                  <a:lnTo>
                    <a:pt x="1267" y="865842"/>
                  </a:lnTo>
                  <a:lnTo>
                    <a:pt x="0" y="914400"/>
                  </a:lnTo>
                  <a:lnTo>
                    <a:pt x="1267" y="962957"/>
                  </a:lnTo>
                  <a:lnTo>
                    <a:pt x="5028" y="1010855"/>
                  </a:lnTo>
                  <a:lnTo>
                    <a:pt x="11219" y="1058031"/>
                  </a:lnTo>
                  <a:lnTo>
                    <a:pt x="19776" y="1104420"/>
                  </a:lnTo>
                  <a:lnTo>
                    <a:pt x="30637" y="1149960"/>
                  </a:lnTo>
                  <a:lnTo>
                    <a:pt x="43738" y="1194588"/>
                  </a:lnTo>
                  <a:lnTo>
                    <a:pt x="59016" y="1238240"/>
                  </a:lnTo>
                  <a:lnTo>
                    <a:pt x="76408" y="1280854"/>
                  </a:lnTo>
                  <a:lnTo>
                    <a:pt x="95851" y="1322365"/>
                  </a:lnTo>
                  <a:lnTo>
                    <a:pt x="117281" y="1362711"/>
                  </a:lnTo>
                  <a:lnTo>
                    <a:pt x="140635" y="1401828"/>
                  </a:lnTo>
                  <a:lnTo>
                    <a:pt x="165849" y="1439653"/>
                  </a:lnTo>
                  <a:lnTo>
                    <a:pt x="192862" y="1476124"/>
                  </a:lnTo>
                  <a:lnTo>
                    <a:pt x="221609" y="1511176"/>
                  </a:lnTo>
                  <a:lnTo>
                    <a:pt x="252027" y="1544746"/>
                  </a:lnTo>
                  <a:lnTo>
                    <a:pt x="284053" y="1576772"/>
                  </a:lnTo>
                  <a:lnTo>
                    <a:pt x="317623" y="1607190"/>
                  </a:lnTo>
                  <a:lnTo>
                    <a:pt x="352675" y="1635937"/>
                  </a:lnTo>
                  <a:lnTo>
                    <a:pt x="389146" y="1662950"/>
                  </a:lnTo>
                  <a:lnTo>
                    <a:pt x="426971" y="1688164"/>
                  </a:lnTo>
                  <a:lnTo>
                    <a:pt x="466088" y="1711518"/>
                  </a:lnTo>
                  <a:lnTo>
                    <a:pt x="506434" y="1732948"/>
                  </a:lnTo>
                  <a:lnTo>
                    <a:pt x="547945" y="1752391"/>
                  </a:lnTo>
                  <a:lnTo>
                    <a:pt x="590559" y="1769783"/>
                  </a:lnTo>
                  <a:lnTo>
                    <a:pt x="634211" y="1785061"/>
                  </a:lnTo>
                  <a:lnTo>
                    <a:pt x="678839" y="1798162"/>
                  </a:lnTo>
                  <a:lnTo>
                    <a:pt x="724379" y="1809023"/>
                  </a:lnTo>
                  <a:lnTo>
                    <a:pt x="770768" y="1817580"/>
                  </a:lnTo>
                  <a:lnTo>
                    <a:pt x="817944" y="1823771"/>
                  </a:lnTo>
                  <a:lnTo>
                    <a:pt x="865842" y="1827532"/>
                  </a:lnTo>
                  <a:lnTo>
                    <a:pt x="914399" y="1828800"/>
                  </a:lnTo>
                  <a:lnTo>
                    <a:pt x="962957" y="1827532"/>
                  </a:lnTo>
                  <a:lnTo>
                    <a:pt x="1010855" y="1823771"/>
                  </a:lnTo>
                  <a:lnTo>
                    <a:pt x="1058031" y="1817580"/>
                  </a:lnTo>
                  <a:lnTo>
                    <a:pt x="1104420" y="1809023"/>
                  </a:lnTo>
                  <a:lnTo>
                    <a:pt x="1149960" y="1798162"/>
                  </a:lnTo>
                  <a:lnTo>
                    <a:pt x="1194588" y="1785061"/>
                  </a:lnTo>
                  <a:lnTo>
                    <a:pt x="1238240" y="1769783"/>
                  </a:lnTo>
                  <a:lnTo>
                    <a:pt x="1280854" y="1752391"/>
                  </a:lnTo>
                  <a:lnTo>
                    <a:pt x="1322365" y="1732948"/>
                  </a:lnTo>
                  <a:lnTo>
                    <a:pt x="1362711" y="1711518"/>
                  </a:lnTo>
                  <a:lnTo>
                    <a:pt x="1401828" y="1688164"/>
                  </a:lnTo>
                  <a:lnTo>
                    <a:pt x="1439653" y="1662950"/>
                  </a:lnTo>
                  <a:lnTo>
                    <a:pt x="1476124" y="1635937"/>
                  </a:lnTo>
                  <a:lnTo>
                    <a:pt x="1511176" y="1607190"/>
                  </a:lnTo>
                  <a:lnTo>
                    <a:pt x="1544746" y="1576772"/>
                  </a:lnTo>
                  <a:lnTo>
                    <a:pt x="1576772" y="1544746"/>
                  </a:lnTo>
                  <a:lnTo>
                    <a:pt x="1607190" y="1511176"/>
                  </a:lnTo>
                  <a:lnTo>
                    <a:pt x="1635937" y="1476124"/>
                  </a:lnTo>
                  <a:lnTo>
                    <a:pt x="1662950" y="1439653"/>
                  </a:lnTo>
                  <a:lnTo>
                    <a:pt x="1688164" y="1401828"/>
                  </a:lnTo>
                  <a:lnTo>
                    <a:pt x="1711518" y="1362711"/>
                  </a:lnTo>
                  <a:lnTo>
                    <a:pt x="1732948" y="1322365"/>
                  </a:lnTo>
                  <a:lnTo>
                    <a:pt x="1752391" y="1280854"/>
                  </a:lnTo>
                  <a:lnTo>
                    <a:pt x="1769783" y="1238240"/>
                  </a:lnTo>
                  <a:lnTo>
                    <a:pt x="1785061" y="1194588"/>
                  </a:lnTo>
                  <a:lnTo>
                    <a:pt x="1798162" y="1149960"/>
                  </a:lnTo>
                  <a:lnTo>
                    <a:pt x="1809023" y="1104420"/>
                  </a:lnTo>
                  <a:lnTo>
                    <a:pt x="1817580" y="1058031"/>
                  </a:lnTo>
                  <a:lnTo>
                    <a:pt x="1823771" y="1010855"/>
                  </a:lnTo>
                  <a:lnTo>
                    <a:pt x="1827532" y="962957"/>
                  </a:lnTo>
                  <a:lnTo>
                    <a:pt x="1828800" y="914400"/>
                  </a:lnTo>
                  <a:lnTo>
                    <a:pt x="1827532" y="865842"/>
                  </a:lnTo>
                  <a:lnTo>
                    <a:pt x="1823771" y="817944"/>
                  </a:lnTo>
                  <a:lnTo>
                    <a:pt x="1817580" y="770768"/>
                  </a:lnTo>
                  <a:lnTo>
                    <a:pt x="1809023" y="724379"/>
                  </a:lnTo>
                  <a:lnTo>
                    <a:pt x="1798162" y="678839"/>
                  </a:lnTo>
                  <a:lnTo>
                    <a:pt x="1785061" y="634211"/>
                  </a:lnTo>
                  <a:lnTo>
                    <a:pt x="1769783" y="590559"/>
                  </a:lnTo>
                  <a:lnTo>
                    <a:pt x="1752391" y="547945"/>
                  </a:lnTo>
                  <a:lnTo>
                    <a:pt x="1732948" y="506434"/>
                  </a:lnTo>
                  <a:lnTo>
                    <a:pt x="1711518" y="466088"/>
                  </a:lnTo>
                  <a:lnTo>
                    <a:pt x="1688164" y="426971"/>
                  </a:lnTo>
                  <a:lnTo>
                    <a:pt x="1662950" y="389146"/>
                  </a:lnTo>
                  <a:lnTo>
                    <a:pt x="1635937" y="352675"/>
                  </a:lnTo>
                  <a:lnTo>
                    <a:pt x="1607190" y="317623"/>
                  </a:lnTo>
                  <a:lnTo>
                    <a:pt x="1576772" y="284053"/>
                  </a:lnTo>
                  <a:lnTo>
                    <a:pt x="1544746" y="252027"/>
                  </a:lnTo>
                  <a:lnTo>
                    <a:pt x="1511176" y="221609"/>
                  </a:lnTo>
                  <a:lnTo>
                    <a:pt x="1476124" y="192862"/>
                  </a:lnTo>
                  <a:lnTo>
                    <a:pt x="1439653" y="165849"/>
                  </a:lnTo>
                  <a:lnTo>
                    <a:pt x="1401828" y="140635"/>
                  </a:lnTo>
                  <a:lnTo>
                    <a:pt x="1362711" y="117281"/>
                  </a:lnTo>
                  <a:lnTo>
                    <a:pt x="1322365" y="95851"/>
                  </a:lnTo>
                  <a:lnTo>
                    <a:pt x="1280854" y="76408"/>
                  </a:lnTo>
                  <a:lnTo>
                    <a:pt x="1238240" y="59016"/>
                  </a:lnTo>
                  <a:lnTo>
                    <a:pt x="1194588" y="43738"/>
                  </a:lnTo>
                  <a:lnTo>
                    <a:pt x="1149960" y="30637"/>
                  </a:lnTo>
                  <a:lnTo>
                    <a:pt x="1104420" y="19776"/>
                  </a:lnTo>
                  <a:lnTo>
                    <a:pt x="1058031" y="11219"/>
                  </a:lnTo>
                  <a:lnTo>
                    <a:pt x="1010855" y="5028"/>
                  </a:lnTo>
                  <a:lnTo>
                    <a:pt x="962957" y="1267"/>
                  </a:lnTo>
                  <a:lnTo>
                    <a:pt x="914399" y="0"/>
                  </a:lnTo>
                  <a:close/>
                </a:path>
              </a:pathLst>
            </a:custGeom>
            <a:solidFill>
              <a:srgbClr val="F8F8F8">
                <a:alpha val="30195"/>
              </a:srgbClr>
            </a:solidFill>
          </p:spPr>
          <p:txBody>
            <a:bodyPr wrap="square" lIns="0" tIns="0" rIns="0" bIns="0" rtlCol="0"/>
            <a:lstStyle/>
            <a:p>
              <a:endParaRPr/>
            </a:p>
          </p:txBody>
        </p:sp>
        <p:sp>
          <p:nvSpPr>
            <p:cNvPr id="18" name="object 18"/>
            <p:cNvSpPr/>
            <p:nvPr/>
          </p:nvSpPr>
          <p:spPr>
            <a:xfrm>
              <a:off x="1205483" y="3994404"/>
              <a:ext cx="1828800" cy="1828800"/>
            </a:xfrm>
            <a:custGeom>
              <a:avLst/>
              <a:gdLst/>
              <a:ahLst/>
              <a:cxnLst/>
              <a:rect l="l" t="t" r="r" b="b"/>
              <a:pathLst>
                <a:path w="1828800" h="1828800">
                  <a:moveTo>
                    <a:pt x="0" y="914400"/>
                  </a:moveTo>
                  <a:lnTo>
                    <a:pt x="1267" y="865842"/>
                  </a:lnTo>
                  <a:lnTo>
                    <a:pt x="5028" y="817944"/>
                  </a:lnTo>
                  <a:lnTo>
                    <a:pt x="11219" y="770768"/>
                  </a:lnTo>
                  <a:lnTo>
                    <a:pt x="19776" y="724379"/>
                  </a:lnTo>
                  <a:lnTo>
                    <a:pt x="30637" y="678839"/>
                  </a:lnTo>
                  <a:lnTo>
                    <a:pt x="43738" y="634211"/>
                  </a:lnTo>
                  <a:lnTo>
                    <a:pt x="59016" y="590559"/>
                  </a:lnTo>
                  <a:lnTo>
                    <a:pt x="76408" y="547945"/>
                  </a:lnTo>
                  <a:lnTo>
                    <a:pt x="95851" y="506434"/>
                  </a:lnTo>
                  <a:lnTo>
                    <a:pt x="117281" y="466088"/>
                  </a:lnTo>
                  <a:lnTo>
                    <a:pt x="140635" y="426971"/>
                  </a:lnTo>
                  <a:lnTo>
                    <a:pt x="165849" y="389146"/>
                  </a:lnTo>
                  <a:lnTo>
                    <a:pt x="192862" y="352675"/>
                  </a:lnTo>
                  <a:lnTo>
                    <a:pt x="221609" y="317623"/>
                  </a:lnTo>
                  <a:lnTo>
                    <a:pt x="252027" y="284053"/>
                  </a:lnTo>
                  <a:lnTo>
                    <a:pt x="284053" y="252027"/>
                  </a:lnTo>
                  <a:lnTo>
                    <a:pt x="317623" y="221609"/>
                  </a:lnTo>
                  <a:lnTo>
                    <a:pt x="352675" y="192862"/>
                  </a:lnTo>
                  <a:lnTo>
                    <a:pt x="389146" y="165849"/>
                  </a:lnTo>
                  <a:lnTo>
                    <a:pt x="426971" y="140635"/>
                  </a:lnTo>
                  <a:lnTo>
                    <a:pt x="466088" y="117281"/>
                  </a:lnTo>
                  <a:lnTo>
                    <a:pt x="506434" y="95851"/>
                  </a:lnTo>
                  <a:lnTo>
                    <a:pt x="547945" y="76408"/>
                  </a:lnTo>
                  <a:lnTo>
                    <a:pt x="590559" y="59016"/>
                  </a:lnTo>
                  <a:lnTo>
                    <a:pt x="634211" y="43738"/>
                  </a:lnTo>
                  <a:lnTo>
                    <a:pt x="678839" y="30637"/>
                  </a:lnTo>
                  <a:lnTo>
                    <a:pt x="724379" y="19776"/>
                  </a:lnTo>
                  <a:lnTo>
                    <a:pt x="770768" y="11219"/>
                  </a:lnTo>
                  <a:lnTo>
                    <a:pt x="817944" y="5028"/>
                  </a:lnTo>
                  <a:lnTo>
                    <a:pt x="865842" y="1267"/>
                  </a:lnTo>
                  <a:lnTo>
                    <a:pt x="914399" y="0"/>
                  </a:lnTo>
                  <a:lnTo>
                    <a:pt x="962957" y="1267"/>
                  </a:lnTo>
                  <a:lnTo>
                    <a:pt x="1010855" y="5028"/>
                  </a:lnTo>
                  <a:lnTo>
                    <a:pt x="1058031" y="11219"/>
                  </a:lnTo>
                  <a:lnTo>
                    <a:pt x="1104420" y="19776"/>
                  </a:lnTo>
                  <a:lnTo>
                    <a:pt x="1149960" y="30637"/>
                  </a:lnTo>
                  <a:lnTo>
                    <a:pt x="1194588" y="43738"/>
                  </a:lnTo>
                  <a:lnTo>
                    <a:pt x="1238240" y="59016"/>
                  </a:lnTo>
                  <a:lnTo>
                    <a:pt x="1280854" y="76408"/>
                  </a:lnTo>
                  <a:lnTo>
                    <a:pt x="1322365" y="95851"/>
                  </a:lnTo>
                  <a:lnTo>
                    <a:pt x="1362711" y="117281"/>
                  </a:lnTo>
                  <a:lnTo>
                    <a:pt x="1401828" y="140635"/>
                  </a:lnTo>
                  <a:lnTo>
                    <a:pt x="1439653" y="165849"/>
                  </a:lnTo>
                  <a:lnTo>
                    <a:pt x="1476124" y="192862"/>
                  </a:lnTo>
                  <a:lnTo>
                    <a:pt x="1511176" y="221609"/>
                  </a:lnTo>
                  <a:lnTo>
                    <a:pt x="1544746" y="252027"/>
                  </a:lnTo>
                  <a:lnTo>
                    <a:pt x="1576772" y="284053"/>
                  </a:lnTo>
                  <a:lnTo>
                    <a:pt x="1607190" y="317623"/>
                  </a:lnTo>
                  <a:lnTo>
                    <a:pt x="1635937" y="352675"/>
                  </a:lnTo>
                  <a:lnTo>
                    <a:pt x="1662950" y="389146"/>
                  </a:lnTo>
                  <a:lnTo>
                    <a:pt x="1688164" y="426971"/>
                  </a:lnTo>
                  <a:lnTo>
                    <a:pt x="1711518" y="466088"/>
                  </a:lnTo>
                  <a:lnTo>
                    <a:pt x="1732948" y="506434"/>
                  </a:lnTo>
                  <a:lnTo>
                    <a:pt x="1752391" y="547945"/>
                  </a:lnTo>
                  <a:lnTo>
                    <a:pt x="1769783" y="590559"/>
                  </a:lnTo>
                  <a:lnTo>
                    <a:pt x="1785061" y="634211"/>
                  </a:lnTo>
                  <a:lnTo>
                    <a:pt x="1798162" y="678839"/>
                  </a:lnTo>
                  <a:lnTo>
                    <a:pt x="1809023" y="724379"/>
                  </a:lnTo>
                  <a:lnTo>
                    <a:pt x="1817580" y="770768"/>
                  </a:lnTo>
                  <a:lnTo>
                    <a:pt x="1823771" y="817944"/>
                  </a:lnTo>
                  <a:lnTo>
                    <a:pt x="1827532" y="865842"/>
                  </a:lnTo>
                  <a:lnTo>
                    <a:pt x="1828800" y="914400"/>
                  </a:lnTo>
                  <a:lnTo>
                    <a:pt x="1827532" y="962957"/>
                  </a:lnTo>
                  <a:lnTo>
                    <a:pt x="1823771" y="1010855"/>
                  </a:lnTo>
                  <a:lnTo>
                    <a:pt x="1817580" y="1058031"/>
                  </a:lnTo>
                  <a:lnTo>
                    <a:pt x="1809023" y="1104420"/>
                  </a:lnTo>
                  <a:lnTo>
                    <a:pt x="1798162" y="1149960"/>
                  </a:lnTo>
                  <a:lnTo>
                    <a:pt x="1785061" y="1194588"/>
                  </a:lnTo>
                  <a:lnTo>
                    <a:pt x="1769783" y="1238240"/>
                  </a:lnTo>
                  <a:lnTo>
                    <a:pt x="1752391" y="1280854"/>
                  </a:lnTo>
                  <a:lnTo>
                    <a:pt x="1732948" y="1322365"/>
                  </a:lnTo>
                  <a:lnTo>
                    <a:pt x="1711518" y="1362711"/>
                  </a:lnTo>
                  <a:lnTo>
                    <a:pt x="1688164" y="1401828"/>
                  </a:lnTo>
                  <a:lnTo>
                    <a:pt x="1662950" y="1439653"/>
                  </a:lnTo>
                  <a:lnTo>
                    <a:pt x="1635937" y="1476124"/>
                  </a:lnTo>
                  <a:lnTo>
                    <a:pt x="1607190" y="1511176"/>
                  </a:lnTo>
                  <a:lnTo>
                    <a:pt x="1576772" y="1544746"/>
                  </a:lnTo>
                  <a:lnTo>
                    <a:pt x="1544746" y="1576772"/>
                  </a:lnTo>
                  <a:lnTo>
                    <a:pt x="1511176" y="1607190"/>
                  </a:lnTo>
                  <a:lnTo>
                    <a:pt x="1476124" y="1635937"/>
                  </a:lnTo>
                  <a:lnTo>
                    <a:pt x="1439653" y="1662950"/>
                  </a:lnTo>
                  <a:lnTo>
                    <a:pt x="1401828" y="1688164"/>
                  </a:lnTo>
                  <a:lnTo>
                    <a:pt x="1362711" y="1711518"/>
                  </a:lnTo>
                  <a:lnTo>
                    <a:pt x="1322365" y="1732948"/>
                  </a:lnTo>
                  <a:lnTo>
                    <a:pt x="1280854" y="1752391"/>
                  </a:lnTo>
                  <a:lnTo>
                    <a:pt x="1238240" y="1769783"/>
                  </a:lnTo>
                  <a:lnTo>
                    <a:pt x="1194588" y="1785061"/>
                  </a:lnTo>
                  <a:lnTo>
                    <a:pt x="1149960" y="1798162"/>
                  </a:lnTo>
                  <a:lnTo>
                    <a:pt x="1104420" y="1809023"/>
                  </a:lnTo>
                  <a:lnTo>
                    <a:pt x="1058031" y="1817580"/>
                  </a:lnTo>
                  <a:lnTo>
                    <a:pt x="1010855" y="1823771"/>
                  </a:lnTo>
                  <a:lnTo>
                    <a:pt x="962957" y="1827532"/>
                  </a:lnTo>
                  <a:lnTo>
                    <a:pt x="914399" y="1828800"/>
                  </a:lnTo>
                  <a:lnTo>
                    <a:pt x="865842" y="1827532"/>
                  </a:lnTo>
                  <a:lnTo>
                    <a:pt x="817944" y="1823771"/>
                  </a:lnTo>
                  <a:lnTo>
                    <a:pt x="770768" y="1817580"/>
                  </a:lnTo>
                  <a:lnTo>
                    <a:pt x="724379" y="1809023"/>
                  </a:lnTo>
                  <a:lnTo>
                    <a:pt x="678839" y="1798162"/>
                  </a:lnTo>
                  <a:lnTo>
                    <a:pt x="634211" y="1785061"/>
                  </a:lnTo>
                  <a:lnTo>
                    <a:pt x="590559" y="1769783"/>
                  </a:lnTo>
                  <a:lnTo>
                    <a:pt x="547945" y="1752391"/>
                  </a:lnTo>
                  <a:lnTo>
                    <a:pt x="506434" y="1732948"/>
                  </a:lnTo>
                  <a:lnTo>
                    <a:pt x="466088" y="1711518"/>
                  </a:lnTo>
                  <a:lnTo>
                    <a:pt x="426971" y="1688164"/>
                  </a:lnTo>
                  <a:lnTo>
                    <a:pt x="389146" y="1662950"/>
                  </a:lnTo>
                  <a:lnTo>
                    <a:pt x="352675" y="1635937"/>
                  </a:lnTo>
                  <a:lnTo>
                    <a:pt x="317623" y="1607190"/>
                  </a:lnTo>
                  <a:lnTo>
                    <a:pt x="284053" y="1576772"/>
                  </a:lnTo>
                  <a:lnTo>
                    <a:pt x="252027" y="1544746"/>
                  </a:lnTo>
                  <a:lnTo>
                    <a:pt x="221609" y="1511176"/>
                  </a:lnTo>
                  <a:lnTo>
                    <a:pt x="192862" y="1476124"/>
                  </a:lnTo>
                  <a:lnTo>
                    <a:pt x="165849" y="1439653"/>
                  </a:lnTo>
                  <a:lnTo>
                    <a:pt x="140635" y="1401828"/>
                  </a:lnTo>
                  <a:lnTo>
                    <a:pt x="117281" y="1362711"/>
                  </a:lnTo>
                  <a:lnTo>
                    <a:pt x="95851" y="1322365"/>
                  </a:lnTo>
                  <a:lnTo>
                    <a:pt x="76408" y="1280854"/>
                  </a:lnTo>
                  <a:lnTo>
                    <a:pt x="59016" y="1238240"/>
                  </a:lnTo>
                  <a:lnTo>
                    <a:pt x="43738" y="1194588"/>
                  </a:lnTo>
                  <a:lnTo>
                    <a:pt x="30637" y="1149960"/>
                  </a:lnTo>
                  <a:lnTo>
                    <a:pt x="19776" y="1104420"/>
                  </a:lnTo>
                  <a:lnTo>
                    <a:pt x="11219" y="1058031"/>
                  </a:lnTo>
                  <a:lnTo>
                    <a:pt x="5028" y="1010855"/>
                  </a:lnTo>
                  <a:lnTo>
                    <a:pt x="1267" y="962957"/>
                  </a:lnTo>
                  <a:lnTo>
                    <a:pt x="0" y="914400"/>
                  </a:lnTo>
                  <a:close/>
                </a:path>
              </a:pathLst>
            </a:custGeom>
            <a:ln w="9144">
              <a:solidFill>
                <a:srgbClr val="FFFFFF"/>
              </a:solidFill>
            </a:ln>
          </p:spPr>
          <p:txBody>
            <a:bodyPr wrap="square" lIns="0" tIns="0" rIns="0" bIns="0" rtlCol="0"/>
            <a:lstStyle/>
            <a:p>
              <a:endParaRPr/>
            </a:p>
          </p:txBody>
        </p:sp>
        <p:sp>
          <p:nvSpPr>
            <p:cNvPr id="19" name="object 19"/>
            <p:cNvSpPr/>
            <p:nvPr/>
          </p:nvSpPr>
          <p:spPr>
            <a:xfrm>
              <a:off x="2018411" y="4808855"/>
              <a:ext cx="202945" cy="202945"/>
            </a:xfrm>
            <a:prstGeom prst="rect">
              <a:avLst/>
            </a:prstGeom>
            <a:blipFill>
              <a:blip r:embed="rId4" cstate="print"/>
              <a:stretch>
                <a:fillRect/>
              </a:stretch>
            </a:blipFill>
          </p:spPr>
          <p:txBody>
            <a:bodyPr wrap="square" lIns="0" tIns="0" rIns="0" bIns="0" rtlCol="0"/>
            <a:lstStyle/>
            <a:p>
              <a:endParaRPr/>
            </a:p>
          </p:txBody>
        </p:sp>
        <p:sp>
          <p:nvSpPr>
            <p:cNvPr id="20" name="object 20"/>
            <p:cNvSpPr/>
            <p:nvPr/>
          </p:nvSpPr>
          <p:spPr>
            <a:xfrm>
              <a:off x="1408937" y="4536186"/>
              <a:ext cx="1422400" cy="748665"/>
            </a:xfrm>
            <a:custGeom>
              <a:avLst/>
              <a:gdLst/>
              <a:ahLst/>
              <a:cxnLst/>
              <a:rect l="l" t="t" r="r" b="b"/>
              <a:pathLst>
                <a:path w="1422400" h="748664">
                  <a:moveTo>
                    <a:pt x="710945" y="35813"/>
                  </a:moveTo>
                  <a:lnTo>
                    <a:pt x="665015" y="38903"/>
                  </a:lnTo>
                  <a:lnTo>
                    <a:pt x="620964" y="47901"/>
                  </a:lnTo>
                  <a:lnTo>
                    <a:pt x="579195" y="62406"/>
                  </a:lnTo>
                  <a:lnTo>
                    <a:pt x="540112" y="82013"/>
                  </a:lnTo>
                  <a:lnTo>
                    <a:pt x="504117" y="106319"/>
                  </a:lnTo>
                  <a:lnTo>
                    <a:pt x="471614" y="134921"/>
                  </a:lnTo>
                  <a:lnTo>
                    <a:pt x="443006" y="167415"/>
                  </a:lnTo>
                  <a:lnTo>
                    <a:pt x="418695" y="203397"/>
                  </a:lnTo>
                  <a:lnTo>
                    <a:pt x="399085" y="242464"/>
                  </a:lnTo>
                  <a:lnTo>
                    <a:pt x="384579" y="284213"/>
                  </a:lnTo>
                  <a:lnTo>
                    <a:pt x="375580" y="328240"/>
                  </a:lnTo>
                  <a:lnTo>
                    <a:pt x="372491" y="374141"/>
                  </a:lnTo>
                  <a:lnTo>
                    <a:pt x="375580" y="420043"/>
                  </a:lnTo>
                  <a:lnTo>
                    <a:pt x="384579" y="464070"/>
                  </a:lnTo>
                  <a:lnTo>
                    <a:pt x="399085" y="505819"/>
                  </a:lnTo>
                  <a:lnTo>
                    <a:pt x="418695" y="544886"/>
                  </a:lnTo>
                  <a:lnTo>
                    <a:pt x="443006" y="580868"/>
                  </a:lnTo>
                  <a:lnTo>
                    <a:pt x="471614" y="613362"/>
                  </a:lnTo>
                  <a:lnTo>
                    <a:pt x="504117" y="641964"/>
                  </a:lnTo>
                  <a:lnTo>
                    <a:pt x="540112" y="666270"/>
                  </a:lnTo>
                  <a:lnTo>
                    <a:pt x="579195" y="685877"/>
                  </a:lnTo>
                  <a:lnTo>
                    <a:pt x="620964" y="700382"/>
                  </a:lnTo>
                  <a:lnTo>
                    <a:pt x="665015" y="709380"/>
                  </a:lnTo>
                  <a:lnTo>
                    <a:pt x="710945" y="712469"/>
                  </a:lnTo>
                  <a:lnTo>
                    <a:pt x="756876" y="709380"/>
                  </a:lnTo>
                  <a:lnTo>
                    <a:pt x="800927" y="700382"/>
                  </a:lnTo>
                  <a:lnTo>
                    <a:pt x="842696" y="685877"/>
                  </a:lnTo>
                  <a:lnTo>
                    <a:pt x="881779" y="666270"/>
                  </a:lnTo>
                  <a:lnTo>
                    <a:pt x="917774" y="641964"/>
                  </a:lnTo>
                  <a:lnTo>
                    <a:pt x="950277" y="613362"/>
                  </a:lnTo>
                  <a:lnTo>
                    <a:pt x="978885" y="580868"/>
                  </a:lnTo>
                  <a:lnTo>
                    <a:pt x="1003196" y="544886"/>
                  </a:lnTo>
                  <a:lnTo>
                    <a:pt x="1022806" y="505819"/>
                  </a:lnTo>
                  <a:lnTo>
                    <a:pt x="1037312" y="464070"/>
                  </a:lnTo>
                  <a:lnTo>
                    <a:pt x="1046311" y="420043"/>
                  </a:lnTo>
                  <a:lnTo>
                    <a:pt x="1049401" y="374141"/>
                  </a:lnTo>
                  <a:lnTo>
                    <a:pt x="1046311" y="328240"/>
                  </a:lnTo>
                  <a:lnTo>
                    <a:pt x="1037312" y="284213"/>
                  </a:lnTo>
                  <a:lnTo>
                    <a:pt x="1022806" y="242464"/>
                  </a:lnTo>
                  <a:lnTo>
                    <a:pt x="1003196" y="203397"/>
                  </a:lnTo>
                  <a:lnTo>
                    <a:pt x="978885" y="167415"/>
                  </a:lnTo>
                  <a:lnTo>
                    <a:pt x="950277" y="134921"/>
                  </a:lnTo>
                  <a:lnTo>
                    <a:pt x="917774" y="106319"/>
                  </a:lnTo>
                  <a:lnTo>
                    <a:pt x="881779" y="82013"/>
                  </a:lnTo>
                  <a:lnTo>
                    <a:pt x="842696" y="62406"/>
                  </a:lnTo>
                  <a:lnTo>
                    <a:pt x="800927" y="47901"/>
                  </a:lnTo>
                  <a:lnTo>
                    <a:pt x="756876" y="38903"/>
                  </a:lnTo>
                  <a:lnTo>
                    <a:pt x="710945" y="35813"/>
                  </a:lnTo>
                  <a:close/>
                </a:path>
                <a:path w="1422400" h="748664">
                  <a:moveTo>
                    <a:pt x="710945" y="0"/>
                  </a:moveTo>
                  <a:lnTo>
                    <a:pt x="761696" y="1465"/>
                  </a:lnTo>
                  <a:lnTo>
                    <a:pt x="811678" y="5809"/>
                  </a:lnTo>
                  <a:lnTo>
                    <a:pt x="860808" y="12948"/>
                  </a:lnTo>
                  <a:lnTo>
                    <a:pt x="909006" y="22803"/>
                  </a:lnTo>
                  <a:lnTo>
                    <a:pt x="956191" y="35292"/>
                  </a:lnTo>
                  <a:lnTo>
                    <a:pt x="1002281" y="50335"/>
                  </a:lnTo>
                  <a:lnTo>
                    <a:pt x="1047194" y="67849"/>
                  </a:lnTo>
                  <a:lnTo>
                    <a:pt x="1090850" y="87755"/>
                  </a:lnTo>
                  <a:lnTo>
                    <a:pt x="1133166" y="109970"/>
                  </a:lnTo>
                  <a:lnTo>
                    <a:pt x="1174062" y="134414"/>
                  </a:lnTo>
                  <a:lnTo>
                    <a:pt x="1213457" y="161006"/>
                  </a:lnTo>
                  <a:lnTo>
                    <a:pt x="1251268" y="189664"/>
                  </a:lnTo>
                  <a:lnTo>
                    <a:pt x="1287415" y="220308"/>
                  </a:lnTo>
                  <a:lnTo>
                    <a:pt x="1321816" y="252856"/>
                  </a:lnTo>
                  <a:lnTo>
                    <a:pt x="1421892" y="374141"/>
                  </a:lnTo>
                  <a:lnTo>
                    <a:pt x="1321816" y="495426"/>
                  </a:lnTo>
                  <a:lnTo>
                    <a:pt x="1287415" y="527975"/>
                  </a:lnTo>
                  <a:lnTo>
                    <a:pt x="1251268" y="558619"/>
                  </a:lnTo>
                  <a:lnTo>
                    <a:pt x="1213457" y="587277"/>
                  </a:lnTo>
                  <a:lnTo>
                    <a:pt x="1174062" y="613869"/>
                  </a:lnTo>
                  <a:lnTo>
                    <a:pt x="1133166" y="638313"/>
                  </a:lnTo>
                  <a:lnTo>
                    <a:pt x="1090850" y="660528"/>
                  </a:lnTo>
                  <a:lnTo>
                    <a:pt x="1047194" y="680434"/>
                  </a:lnTo>
                  <a:lnTo>
                    <a:pt x="1002281" y="697948"/>
                  </a:lnTo>
                  <a:lnTo>
                    <a:pt x="956191" y="712991"/>
                  </a:lnTo>
                  <a:lnTo>
                    <a:pt x="909006" y="725480"/>
                  </a:lnTo>
                  <a:lnTo>
                    <a:pt x="860808" y="735335"/>
                  </a:lnTo>
                  <a:lnTo>
                    <a:pt x="811678" y="742474"/>
                  </a:lnTo>
                  <a:lnTo>
                    <a:pt x="761696" y="746818"/>
                  </a:lnTo>
                  <a:lnTo>
                    <a:pt x="710945" y="748283"/>
                  </a:lnTo>
                  <a:lnTo>
                    <a:pt x="660195" y="746818"/>
                  </a:lnTo>
                  <a:lnTo>
                    <a:pt x="610213" y="742474"/>
                  </a:lnTo>
                  <a:lnTo>
                    <a:pt x="561083" y="735335"/>
                  </a:lnTo>
                  <a:lnTo>
                    <a:pt x="512885" y="725480"/>
                  </a:lnTo>
                  <a:lnTo>
                    <a:pt x="465700" y="712991"/>
                  </a:lnTo>
                  <a:lnTo>
                    <a:pt x="419610" y="697948"/>
                  </a:lnTo>
                  <a:lnTo>
                    <a:pt x="374697" y="680434"/>
                  </a:lnTo>
                  <a:lnTo>
                    <a:pt x="331041" y="660528"/>
                  </a:lnTo>
                  <a:lnTo>
                    <a:pt x="288725" y="638313"/>
                  </a:lnTo>
                  <a:lnTo>
                    <a:pt x="247829" y="613869"/>
                  </a:lnTo>
                  <a:lnTo>
                    <a:pt x="208434" y="587277"/>
                  </a:lnTo>
                  <a:lnTo>
                    <a:pt x="170623" y="558619"/>
                  </a:lnTo>
                  <a:lnTo>
                    <a:pt x="134476" y="527975"/>
                  </a:lnTo>
                  <a:lnTo>
                    <a:pt x="100075" y="495426"/>
                  </a:lnTo>
                  <a:lnTo>
                    <a:pt x="0" y="374141"/>
                  </a:lnTo>
                  <a:lnTo>
                    <a:pt x="100075" y="252856"/>
                  </a:lnTo>
                  <a:lnTo>
                    <a:pt x="134476" y="220308"/>
                  </a:lnTo>
                  <a:lnTo>
                    <a:pt x="170623" y="189664"/>
                  </a:lnTo>
                  <a:lnTo>
                    <a:pt x="208434" y="161006"/>
                  </a:lnTo>
                  <a:lnTo>
                    <a:pt x="247829" y="134414"/>
                  </a:lnTo>
                  <a:lnTo>
                    <a:pt x="288725" y="109970"/>
                  </a:lnTo>
                  <a:lnTo>
                    <a:pt x="331041" y="87755"/>
                  </a:lnTo>
                  <a:lnTo>
                    <a:pt x="374697" y="67849"/>
                  </a:lnTo>
                  <a:lnTo>
                    <a:pt x="419610" y="50335"/>
                  </a:lnTo>
                  <a:lnTo>
                    <a:pt x="465700" y="35292"/>
                  </a:lnTo>
                  <a:lnTo>
                    <a:pt x="512885" y="22803"/>
                  </a:lnTo>
                  <a:lnTo>
                    <a:pt x="561083" y="12948"/>
                  </a:lnTo>
                  <a:lnTo>
                    <a:pt x="610213" y="5809"/>
                  </a:lnTo>
                  <a:lnTo>
                    <a:pt x="660195" y="1465"/>
                  </a:lnTo>
                  <a:lnTo>
                    <a:pt x="710945" y="0"/>
                  </a:lnTo>
                  <a:close/>
                </a:path>
              </a:pathLst>
            </a:custGeom>
            <a:ln w="28956">
              <a:solidFill>
                <a:srgbClr val="FFFFFF"/>
              </a:solidFill>
            </a:ln>
          </p:spPr>
          <p:txBody>
            <a:bodyPr wrap="square" lIns="0" tIns="0" rIns="0" bIns="0" rtlCol="0"/>
            <a:lstStyle/>
            <a:p>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0730" cy="1303020"/>
          </a:xfrm>
          <a:custGeom>
            <a:avLst/>
            <a:gdLst/>
            <a:ahLst/>
            <a:cxnLst/>
            <a:rect l="l" t="t" r="r" b="b"/>
            <a:pathLst>
              <a:path w="12190730" h="1303020">
                <a:moveTo>
                  <a:pt x="12190476" y="0"/>
                </a:moveTo>
                <a:lnTo>
                  <a:pt x="0" y="0"/>
                </a:lnTo>
                <a:lnTo>
                  <a:pt x="0" y="1303020"/>
                </a:lnTo>
                <a:lnTo>
                  <a:pt x="12190476" y="1303020"/>
                </a:lnTo>
                <a:lnTo>
                  <a:pt x="12190476" y="0"/>
                </a:lnTo>
                <a:close/>
              </a:path>
            </a:pathLst>
          </a:custGeom>
          <a:solidFill>
            <a:srgbClr val="F1F1F1">
              <a:alpha val="85096"/>
            </a:srgbClr>
          </a:solidFill>
        </p:spPr>
        <p:txBody>
          <a:bodyPr wrap="square" lIns="0" tIns="0" rIns="0" bIns="0" rtlCol="0"/>
          <a:lstStyle/>
          <a:p>
            <a:endParaRPr/>
          </a:p>
        </p:txBody>
      </p:sp>
      <p:sp>
        <p:nvSpPr>
          <p:cNvPr id="3" name="object 3"/>
          <p:cNvSpPr/>
          <p:nvPr/>
        </p:nvSpPr>
        <p:spPr>
          <a:xfrm>
            <a:off x="0" y="5554979"/>
            <a:ext cx="12190730" cy="1303020"/>
          </a:xfrm>
          <a:custGeom>
            <a:avLst/>
            <a:gdLst/>
            <a:ahLst/>
            <a:cxnLst/>
            <a:rect l="l" t="t" r="r" b="b"/>
            <a:pathLst>
              <a:path w="12190730" h="1303020">
                <a:moveTo>
                  <a:pt x="12190476" y="0"/>
                </a:moveTo>
                <a:lnTo>
                  <a:pt x="0" y="0"/>
                </a:lnTo>
                <a:lnTo>
                  <a:pt x="0" y="1303020"/>
                </a:lnTo>
                <a:lnTo>
                  <a:pt x="12190476" y="1303020"/>
                </a:lnTo>
                <a:lnTo>
                  <a:pt x="12190476" y="0"/>
                </a:lnTo>
                <a:close/>
              </a:path>
            </a:pathLst>
          </a:custGeom>
          <a:solidFill>
            <a:srgbClr val="F1F1F1">
              <a:alpha val="85096"/>
            </a:srgbClr>
          </a:solidFill>
        </p:spPr>
        <p:txBody>
          <a:bodyPr wrap="square" lIns="0" tIns="0" rIns="0" bIns="0" rtlCol="0"/>
          <a:lstStyle/>
          <a:p>
            <a:endParaRPr/>
          </a:p>
        </p:txBody>
      </p:sp>
      <p:sp>
        <p:nvSpPr>
          <p:cNvPr id="4" name="object 4"/>
          <p:cNvSpPr/>
          <p:nvPr/>
        </p:nvSpPr>
        <p:spPr>
          <a:xfrm>
            <a:off x="465797" y="443991"/>
            <a:ext cx="10452900" cy="542544"/>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840435" y="4038701"/>
            <a:ext cx="1680210" cy="641350"/>
          </a:xfrm>
          <a:prstGeom prst="rect">
            <a:avLst/>
          </a:prstGeom>
        </p:spPr>
        <p:txBody>
          <a:bodyPr vert="horz" wrap="square" lIns="0" tIns="34925" rIns="0" bIns="0" rtlCol="0">
            <a:spAutoFit/>
          </a:bodyPr>
          <a:lstStyle/>
          <a:p>
            <a:pPr marL="12700">
              <a:lnSpc>
                <a:spcPct val="100000"/>
              </a:lnSpc>
              <a:spcBef>
                <a:spcPts val="275"/>
              </a:spcBef>
            </a:pPr>
            <a:r>
              <a:rPr sz="1200" b="1" spc="-60" dirty="0">
                <a:solidFill>
                  <a:srgbClr val="505050"/>
                </a:solidFill>
                <a:latin typeface="Arial"/>
                <a:cs typeface="Arial"/>
              </a:rPr>
              <a:t>Role</a:t>
            </a:r>
            <a:r>
              <a:rPr sz="1200" spc="-60" dirty="0">
                <a:solidFill>
                  <a:srgbClr val="505050"/>
                </a:solidFill>
                <a:latin typeface="Arial Black"/>
                <a:cs typeface="Arial Black"/>
              </a:rPr>
              <a:t>:</a:t>
            </a:r>
            <a:r>
              <a:rPr sz="1200" spc="-85" dirty="0">
                <a:solidFill>
                  <a:srgbClr val="505050"/>
                </a:solidFill>
                <a:latin typeface="Arial Black"/>
                <a:cs typeface="Arial Black"/>
              </a:rPr>
              <a:t> </a:t>
            </a:r>
            <a:r>
              <a:rPr sz="1200" spc="-160" dirty="0">
                <a:solidFill>
                  <a:srgbClr val="505050"/>
                </a:solidFill>
                <a:latin typeface="Arial Black"/>
                <a:cs typeface="Arial Black"/>
              </a:rPr>
              <a:t>Finance</a:t>
            </a:r>
            <a:endParaRPr sz="1200">
              <a:latin typeface="Arial Black"/>
              <a:cs typeface="Arial Black"/>
            </a:endParaRPr>
          </a:p>
          <a:p>
            <a:pPr marL="12700">
              <a:lnSpc>
                <a:spcPct val="100000"/>
              </a:lnSpc>
              <a:spcBef>
                <a:spcPts val="180"/>
              </a:spcBef>
            </a:pPr>
            <a:r>
              <a:rPr sz="1200" b="1" spc="-45" dirty="0">
                <a:solidFill>
                  <a:srgbClr val="505050"/>
                </a:solidFill>
                <a:latin typeface="Arial"/>
                <a:cs typeface="Arial"/>
              </a:rPr>
              <a:t>Group</a:t>
            </a:r>
            <a:r>
              <a:rPr sz="1200" spc="-45" dirty="0">
                <a:solidFill>
                  <a:srgbClr val="505050"/>
                </a:solidFill>
                <a:latin typeface="Arial Black"/>
                <a:cs typeface="Arial Black"/>
              </a:rPr>
              <a:t>: </a:t>
            </a:r>
            <a:r>
              <a:rPr sz="1200" spc="-125" dirty="0">
                <a:solidFill>
                  <a:srgbClr val="505050"/>
                </a:solidFill>
                <a:latin typeface="Arial Black"/>
                <a:cs typeface="Arial Black"/>
              </a:rPr>
              <a:t>Contoso</a:t>
            </a:r>
            <a:r>
              <a:rPr sz="1200" spc="-204" dirty="0">
                <a:solidFill>
                  <a:srgbClr val="505050"/>
                </a:solidFill>
                <a:latin typeface="Arial Black"/>
                <a:cs typeface="Arial Black"/>
              </a:rPr>
              <a:t> </a:t>
            </a:r>
            <a:r>
              <a:rPr sz="1200" spc="-160" dirty="0">
                <a:solidFill>
                  <a:srgbClr val="505050"/>
                </a:solidFill>
                <a:latin typeface="Arial Black"/>
                <a:cs typeface="Arial Black"/>
              </a:rPr>
              <a:t>Finance</a:t>
            </a:r>
            <a:endParaRPr sz="1200">
              <a:latin typeface="Arial Black"/>
              <a:cs typeface="Arial Black"/>
            </a:endParaRPr>
          </a:p>
          <a:p>
            <a:pPr marL="12700">
              <a:lnSpc>
                <a:spcPct val="100000"/>
              </a:lnSpc>
              <a:spcBef>
                <a:spcPts val="165"/>
              </a:spcBef>
            </a:pPr>
            <a:r>
              <a:rPr sz="1200" b="1" spc="-35" dirty="0">
                <a:solidFill>
                  <a:srgbClr val="505050"/>
                </a:solidFill>
                <a:latin typeface="Arial"/>
                <a:cs typeface="Arial"/>
              </a:rPr>
              <a:t>Office</a:t>
            </a:r>
            <a:r>
              <a:rPr sz="1200" spc="-35" dirty="0">
                <a:solidFill>
                  <a:srgbClr val="505050"/>
                </a:solidFill>
                <a:latin typeface="Arial Black"/>
                <a:cs typeface="Arial Black"/>
              </a:rPr>
              <a:t>: </a:t>
            </a:r>
            <a:r>
              <a:rPr sz="1200" spc="-120" dirty="0">
                <a:solidFill>
                  <a:srgbClr val="505050"/>
                </a:solidFill>
                <a:latin typeface="Arial Black"/>
                <a:cs typeface="Arial Black"/>
              </a:rPr>
              <a:t>London,</a:t>
            </a:r>
            <a:r>
              <a:rPr sz="1200" spc="5" dirty="0">
                <a:solidFill>
                  <a:srgbClr val="505050"/>
                </a:solidFill>
                <a:latin typeface="Arial Black"/>
                <a:cs typeface="Arial Black"/>
              </a:rPr>
              <a:t> </a:t>
            </a:r>
            <a:r>
              <a:rPr sz="1200" spc="-225" dirty="0">
                <a:solidFill>
                  <a:srgbClr val="505050"/>
                </a:solidFill>
                <a:latin typeface="Arial Black"/>
                <a:cs typeface="Arial Black"/>
              </a:rPr>
              <a:t>UK</a:t>
            </a:r>
            <a:endParaRPr sz="1200">
              <a:latin typeface="Arial Black"/>
              <a:cs typeface="Arial Black"/>
            </a:endParaRPr>
          </a:p>
        </p:txBody>
      </p:sp>
      <p:grpSp>
        <p:nvGrpSpPr>
          <p:cNvPr id="6" name="object 6"/>
          <p:cNvGrpSpPr/>
          <p:nvPr/>
        </p:nvGrpSpPr>
        <p:grpSpPr>
          <a:xfrm>
            <a:off x="3561588" y="1929383"/>
            <a:ext cx="1323340" cy="1181100"/>
            <a:chOff x="3561588" y="1929383"/>
            <a:chExt cx="1323340" cy="1181100"/>
          </a:xfrm>
        </p:grpSpPr>
        <p:sp>
          <p:nvSpPr>
            <p:cNvPr id="7" name="object 7"/>
            <p:cNvSpPr/>
            <p:nvPr/>
          </p:nvSpPr>
          <p:spPr>
            <a:xfrm>
              <a:off x="3569208" y="1937003"/>
              <a:ext cx="989330" cy="599440"/>
            </a:xfrm>
            <a:custGeom>
              <a:avLst/>
              <a:gdLst/>
              <a:ahLst/>
              <a:cxnLst/>
              <a:rect l="l" t="t" r="r" b="b"/>
              <a:pathLst>
                <a:path w="989329" h="599439">
                  <a:moveTo>
                    <a:pt x="230758" y="239522"/>
                  </a:moveTo>
                  <a:lnTo>
                    <a:pt x="234921" y="195819"/>
                  </a:lnTo>
                  <a:lnTo>
                    <a:pt x="246955" y="154951"/>
                  </a:lnTo>
                  <a:lnTo>
                    <a:pt x="266182" y="117536"/>
                  </a:lnTo>
                  <a:lnTo>
                    <a:pt x="291922" y="84187"/>
                  </a:lnTo>
                  <a:lnTo>
                    <a:pt x="323496" y="55521"/>
                  </a:lnTo>
                  <a:lnTo>
                    <a:pt x="360223" y="32154"/>
                  </a:lnTo>
                  <a:lnTo>
                    <a:pt x="401426" y="14701"/>
                  </a:lnTo>
                  <a:lnTo>
                    <a:pt x="446424" y="3777"/>
                  </a:lnTo>
                  <a:lnTo>
                    <a:pt x="494538" y="0"/>
                  </a:lnTo>
                  <a:lnTo>
                    <a:pt x="547205" y="4855"/>
                  </a:lnTo>
                  <a:lnTo>
                    <a:pt x="597111" y="18866"/>
                  </a:lnTo>
                  <a:lnTo>
                    <a:pt x="642889" y="41195"/>
                  </a:lnTo>
                  <a:lnTo>
                    <a:pt x="683175" y="71007"/>
                  </a:lnTo>
                  <a:lnTo>
                    <a:pt x="716602" y="107464"/>
                  </a:lnTo>
                  <a:lnTo>
                    <a:pt x="741806" y="149733"/>
                  </a:lnTo>
                  <a:lnTo>
                    <a:pt x="792650" y="154161"/>
                  </a:lnTo>
                  <a:lnTo>
                    <a:pt x="839539" y="166921"/>
                  </a:lnTo>
                  <a:lnTo>
                    <a:pt x="881603" y="187224"/>
                  </a:lnTo>
                  <a:lnTo>
                    <a:pt x="917971" y="214280"/>
                  </a:lnTo>
                  <a:lnTo>
                    <a:pt x="947773" y="247302"/>
                  </a:lnTo>
                  <a:lnTo>
                    <a:pt x="970139" y="285499"/>
                  </a:lnTo>
                  <a:lnTo>
                    <a:pt x="984196" y="328085"/>
                  </a:lnTo>
                  <a:lnTo>
                    <a:pt x="989076" y="374269"/>
                  </a:lnTo>
                  <a:lnTo>
                    <a:pt x="984196" y="420494"/>
                  </a:lnTo>
                  <a:lnTo>
                    <a:pt x="970139" y="463111"/>
                  </a:lnTo>
                  <a:lnTo>
                    <a:pt x="947773" y="501331"/>
                  </a:lnTo>
                  <a:lnTo>
                    <a:pt x="917971" y="534368"/>
                  </a:lnTo>
                  <a:lnTo>
                    <a:pt x="881603" y="561434"/>
                  </a:lnTo>
                  <a:lnTo>
                    <a:pt x="839539" y="581741"/>
                  </a:lnTo>
                  <a:lnTo>
                    <a:pt x="792650" y="594503"/>
                  </a:lnTo>
                  <a:lnTo>
                    <a:pt x="741806" y="598932"/>
                  </a:lnTo>
                  <a:lnTo>
                    <a:pt x="427341" y="598932"/>
                  </a:lnTo>
                  <a:lnTo>
                    <a:pt x="265858" y="598932"/>
                  </a:lnTo>
                  <a:lnTo>
                    <a:pt x="206365" y="598932"/>
                  </a:lnTo>
                  <a:lnTo>
                    <a:pt x="197865" y="598932"/>
                  </a:lnTo>
                  <a:lnTo>
                    <a:pt x="145991" y="592385"/>
                  </a:lnTo>
                  <a:lnTo>
                    <a:pt x="98928" y="573988"/>
                  </a:lnTo>
                  <a:lnTo>
                    <a:pt x="58737" y="545607"/>
                  </a:lnTo>
                  <a:lnTo>
                    <a:pt x="27479" y="509110"/>
                  </a:lnTo>
                  <a:lnTo>
                    <a:pt x="7213" y="466361"/>
                  </a:lnTo>
                  <a:lnTo>
                    <a:pt x="0" y="419226"/>
                  </a:lnTo>
                  <a:lnTo>
                    <a:pt x="7213" y="372137"/>
                  </a:lnTo>
                  <a:lnTo>
                    <a:pt x="27479" y="329400"/>
                  </a:lnTo>
                  <a:lnTo>
                    <a:pt x="58737" y="292893"/>
                  </a:lnTo>
                  <a:lnTo>
                    <a:pt x="98928" y="264493"/>
                  </a:lnTo>
                  <a:lnTo>
                    <a:pt x="145991" y="246077"/>
                  </a:lnTo>
                  <a:lnTo>
                    <a:pt x="197865" y="239522"/>
                  </a:lnTo>
                  <a:lnTo>
                    <a:pt x="205273" y="239522"/>
                  </a:lnTo>
                  <a:lnTo>
                    <a:pt x="214264" y="239522"/>
                  </a:lnTo>
                  <a:lnTo>
                    <a:pt x="223279" y="239522"/>
                  </a:lnTo>
                  <a:lnTo>
                    <a:pt x="230758" y="239522"/>
                  </a:lnTo>
                  <a:close/>
                </a:path>
              </a:pathLst>
            </a:custGeom>
            <a:ln w="15240">
              <a:solidFill>
                <a:srgbClr val="006FC0"/>
              </a:solidFill>
            </a:ln>
          </p:spPr>
          <p:txBody>
            <a:bodyPr wrap="square" lIns="0" tIns="0" rIns="0" bIns="0" rtlCol="0"/>
            <a:lstStyle/>
            <a:p>
              <a:endParaRPr/>
            </a:p>
          </p:txBody>
        </p:sp>
        <p:sp>
          <p:nvSpPr>
            <p:cNvPr id="8" name="object 8"/>
            <p:cNvSpPr/>
            <p:nvPr/>
          </p:nvSpPr>
          <p:spPr>
            <a:xfrm>
              <a:off x="4372356" y="2202179"/>
              <a:ext cx="407034" cy="355600"/>
            </a:xfrm>
            <a:custGeom>
              <a:avLst/>
              <a:gdLst/>
              <a:ahLst/>
              <a:cxnLst/>
              <a:rect l="l" t="t" r="r" b="b"/>
              <a:pathLst>
                <a:path w="407035" h="355600">
                  <a:moveTo>
                    <a:pt x="406908" y="0"/>
                  </a:moveTo>
                  <a:lnTo>
                    <a:pt x="0" y="0"/>
                  </a:lnTo>
                  <a:lnTo>
                    <a:pt x="0" y="355091"/>
                  </a:lnTo>
                  <a:lnTo>
                    <a:pt x="406908" y="355091"/>
                  </a:lnTo>
                  <a:lnTo>
                    <a:pt x="406908" y="0"/>
                  </a:lnTo>
                  <a:close/>
                </a:path>
              </a:pathLst>
            </a:custGeom>
            <a:solidFill>
              <a:srgbClr val="FFFFFF"/>
            </a:solidFill>
          </p:spPr>
          <p:txBody>
            <a:bodyPr wrap="square" lIns="0" tIns="0" rIns="0" bIns="0" rtlCol="0"/>
            <a:lstStyle/>
            <a:p>
              <a:endParaRPr/>
            </a:p>
          </p:txBody>
        </p:sp>
        <p:sp>
          <p:nvSpPr>
            <p:cNvPr id="9" name="object 9"/>
            <p:cNvSpPr/>
            <p:nvPr/>
          </p:nvSpPr>
          <p:spPr>
            <a:xfrm>
              <a:off x="4521708" y="2369819"/>
              <a:ext cx="234695" cy="23469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4401312" y="2237231"/>
              <a:ext cx="478790" cy="421005"/>
            </a:xfrm>
            <a:custGeom>
              <a:avLst/>
              <a:gdLst/>
              <a:ahLst/>
              <a:cxnLst/>
              <a:rect l="l" t="t" r="r" b="b"/>
              <a:pathLst>
                <a:path w="478789" h="421005">
                  <a:moveTo>
                    <a:pt x="186943" y="0"/>
                  </a:moveTo>
                  <a:lnTo>
                    <a:pt x="0" y="0"/>
                  </a:lnTo>
                  <a:lnTo>
                    <a:pt x="0" y="420623"/>
                  </a:lnTo>
                  <a:lnTo>
                    <a:pt x="478536" y="420623"/>
                  </a:lnTo>
                  <a:lnTo>
                    <a:pt x="478536" y="390525"/>
                  </a:lnTo>
                  <a:lnTo>
                    <a:pt x="28575" y="390525"/>
                  </a:lnTo>
                  <a:lnTo>
                    <a:pt x="28575" y="120650"/>
                  </a:lnTo>
                  <a:lnTo>
                    <a:pt x="478536" y="120650"/>
                  </a:lnTo>
                  <a:lnTo>
                    <a:pt x="478536" y="90423"/>
                  </a:lnTo>
                  <a:lnTo>
                    <a:pt x="28575" y="90423"/>
                  </a:lnTo>
                  <a:lnTo>
                    <a:pt x="28575" y="30098"/>
                  </a:lnTo>
                  <a:lnTo>
                    <a:pt x="217042" y="30098"/>
                  </a:lnTo>
                  <a:lnTo>
                    <a:pt x="186943" y="0"/>
                  </a:lnTo>
                  <a:close/>
                </a:path>
                <a:path w="478789" h="421005">
                  <a:moveTo>
                    <a:pt x="478536" y="120650"/>
                  </a:moveTo>
                  <a:lnTo>
                    <a:pt x="448437" y="120650"/>
                  </a:lnTo>
                  <a:lnTo>
                    <a:pt x="448437" y="390525"/>
                  </a:lnTo>
                  <a:lnTo>
                    <a:pt x="478536" y="390525"/>
                  </a:lnTo>
                  <a:lnTo>
                    <a:pt x="478536" y="120650"/>
                  </a:lnTo>
                  <a:close/>
                </a:path>
                <a:path w="478789" h="421005">
                  <a:moveTo>
                    <a:pt x="478536" y="30098"/>
                  </a:moveTo>
                  <a:lnTo>
                    <a:pt x="175895" y="30098"/>
                  </a:lnTo>
                  <a:lnTo>
                    <a:pt x="205993" y="60325"/>
                  </a:lnTo>
                  <a:lnTo>
                    <a:pt x="448437" y="60325"/>
                  </a:lnTo>
                  <a:lnTo>
                    <a:pt x="448437" y="90423"/>
                  </a:lnTo>
                  <a:lnTo>
                    <a:pt x="478536" y="90423"/>
                  </a:lnTo>
                  <a:lnTo>
                    <a:pt x="478536" y="30098"/>
                  </a:lnTo>
                  <a:close/>
                </a:path>
              </a:pathLst>
            </a:custGeom>
            <a:solidFill>
              <a:srgbClr val="0078D6"/>
            </a:solidFill>
          </p:spPr>
          <p:txBody>
            <a:bodyPr wrap="square" lIns="0" tIns="0" rIns="0" bIns="0" rtlCol="0"/>
            <a:lstStyle/>
            <a:p>
              <a:endParaRPr/>
            </a:p>
          </p:txBody>
        </p:sp>
        <p:sp>
          <p:nvSpPr>
            <p:cNvPr id="11" name="object 11"/>
            <p:cNvSpPr/>
            <p:nvPr/>
          </p:nvSpPr>
          <p:spPr>
            <a:xfrm>
              <a:off x="4401312" y="2237231"/>
              <a:ext cx="478790" cy="421005"/>
            </a:xfrm>
            <a:custGeom>
              <a:avLst/>
              <a:gdLst/>
              <a:ahLst/>
              <a:cxnLst/>
              <a:rect l="l" t="t" r="r" b="b"/>
              <a:pathLst>
                <a:path w="478789" h="421005">
                  <a:moveTo>
                    <a:pt x="478536" y="90423"/>
                  </a:moveTo>
                  <a:lnTo>
                    <a:pt x="478536" y="30098"/>
                  </a:lnTo>
                  <a:lnTo>
                    <a:pt x="217042" y="30098"/>
                  </a:lnTo>
                  <a:lnTo>
                    <a:pt x="186943" y="0"/>
                  </a:lnTo>
                  <a:lnTo>
                    <a:pt x="0" y="0"/>
                  </a:lnTo>
                  <a:lnTo>
                    <a:pt x="0" y="90423"/>
                  </a:lnTo>
                  <a:lnTo>
                    <a:pt x="0" y="104775"/>
                  </a:lnTo>
                  <a:lnTo>
                    <a:pt x="0" y="420623"/>
                  </a:lnTo>
                  <a:lnTo>
                    <a:pt x="478536" y="420623"/>
                  </a:lnTo>
                  <a:lnTo>
                    <a:pt x="478536" y="112648"/>
                  </a:lnTo>
                  <a:lnTo>
                    <a:pt x="478536" y="90423"/>
                  </a:lnTo>
                  <a:close/>
                </a:path>
                <a:path w="478789" h="421005">
                  <a:moveTo>
                    <a:pt x="448437" y="390525"/>
                  </a:moveTo>
                  <a:lnTo>
                    <a:pt x="28575" y="390525"/>
                  </a:lnTo>
                  <a:lnTo>
                    <a:pt x="28575" y="120650"/>
                  </a:lnTo>
                  <a:lnTo>
                    <a:pt x="448437" y="120650"/>
                  </a:lnTo>
                  <a:lnTo>
                    <a:pt x="448437" y="390525"/>
                  </a:lnTo>
                  <a:close/>
                </a:path>
                <a:path w="478789" h="421005">
                  <a:moveTo>
                    <a:pt x="448437" y="90423"/>
                  </a:moveTo>
                  <a:lnTo>
                    <a:pt x="28575" y="90423"/>
                  </a:lnTo>
                  <a:lnTo>
                    <a:pt x="28575" y="30098"/>
                  </a:lnTo>
                  <a:lnTo>
                    <a:pt x="175895" y="30098"/>
                  </a:lnTo>
                  <a:lnTo>
                    <a:pt x="205993" y="60325"/>
                  </a:lnTo>
                  <a:lnTo>
                    <a:pt x="448437" y="60325"/>
                  </a:lnTo>
                  <a:lnTo>
                    <a:pt x="448437" y="90423"/>
                  </a:lnTo>
                  <a:close/>
                </a:path>
              </a:pathLst>
            </a:custGeom>
            <a:ln w="9144">
              <a:solidFill>
                <a:srgbClr val="FFFFFF"/>
              </a:solidFill>
            </a:ln>
          </p:spPr>
          <p:txBody>
            <a:bodyPr wrap="square" lIns="0" tIns="0" rIns="0" bIns="0" rtlCol="0"/>
            <a:lstStyle/>
            <a:p>
              <a:endParaRPr/>
            </a:p>
          </p:txBody>
        </p:sp>
        <p:sp>
          <p:nvSpPr>
            <p:cNvPr id="12" name="object 12"/>
            <p:cNvSpPr/>
            <p:nvPr/>
          </p:nvSpPr>
          <p:spPr>
            <a:xfrm>
              <a:off x="4507230" y="2646425"/>
              <a:ext cx="127000" cy="300355"/>
            </a:xfrm>
            <a:custGeom>
              <a:avLst/>
              <a:gdLst/>
              <a:ahLst/>
              <a:cxnLst/>
              <a:rect l="l" t="t" r="r" b="b"/>
              <a:pathLst>
                <a:path w="127000" h="300355">
                  <a:moveTo>
                    <a:pt x="0" y="0"/>
                  </a:moveTo>
                  <a:lnTo>
                    <a:pt x="0" y="300100"/>
                  </a:lnTo>
                </a:path>
                <a:path w="127000" h="300355">
                  <a:moveTo>
                    <a:pt x="0" y="295656"/>
                  </a:moveTo>
                  <a:lnTo>
                    <a:pt x="127000" y="295656"/>
                  </a:lnTo>
                </a:path>
              </a:pathLst>
            </a:custGeom>
            <a:ln w="19812">
              <a:solidFill>
                <a:srgbClr val="0078D6"/>
              </a:solidFill>
            </a:ln>
          </p:spPr>
          <p:txBody>
            <a:bodyPr wrap="square" lIns="0" tIns="0" rIns="0" bIns="0" rtlCol="0"/>
            <a:lstStyle/>
            <a:p>
              <a:endParaRPr/>
            </a:p>
          </p:txBody>
        </p:sp>
        <p:sp>
          <p:nvSpPr>
            <p:cNvPr id="13" name="object 13"/>
            <p:cNvSpPr/>
            <p:nvPr/>
          </p:nvSpPr>
          <p:spPr>
            <a:xfrm>
              <a:off x="4698491" y="2909316"/>
              <a:ext cx="134112" cy="135636"/>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4639055" y="2788919"/>
              <a:ext cx="242570" cy="321945"/>
            </a:xfrm>
            <a:custGeom>
              <a:avLst/>
              <a:gdLst/>
              <a:ahLst/>
              <a:cxnLst/>
              <a:rect l="l" t="t" r="r" b="b"/>
              <a:pathLst>
                <a:path w="242570" h="321944">
                  <a:moveTo>
                    <a:pt x="162306" y="0"/>
                  </a:moveTo>
                  <a:lnTo>
                    <a:pt x="0" y="0"/>
                  </a:lnTo>
                  <a:lnTo>
                    <a:pt x="0" y="321563"/>
                  </a:lnTo>
                  <a:lnTo>
                    <a:pt x="242316" y="321563"/>
                  </a:lnTo>
                  <a:lnTo>
                    <a:pt x="242316" y="301370"/>
                  </a:lnTo>
                  <a:lnTo>
                    <a:pt x="20320" y="301370"/>
                  </a:lnTo>
                  <a:lnTo>
                    <a:pt x="20320" y="20192"/>
                  </a:lnTo>
                  <a:lnTo>
                    <a:pt x="182340" y="20192"/>
                  </a:lnTo>
                  <a:lnTo>
                    <a:pt x="162306" y="0"/>
                  </a:lnTo>
                  <a:close/>
                </a:path>
                <a:path w="242570" h="321944">
                  <a:moveTo>
                    <a:pt x="182340" y="20192"/>
                  </a:moveTo>
                  <a:lnTo>
                    <a:pt x="141986" y="20192"/>
                  </a:lnTo>
                  <a:lnTo>
                    <a:pt x="141986" y="100837"/>
                  </a:lnTo>
                  <a:lnTo>
                    <a:pt x="221996" y="100837"/>
                  </a:lnTo>
                  <a:lnTo>
                    <a:pt x="221996" y="301370"/>
                  </a:lnTo>
                  <a:lnTo>
                    <a:pt x="242316" y="301370"/>
                  </a:lnTo>
                  <a:lnTo>
                    <a:pt x="242316" y="80644"/>
                  </a:lnTo>
                  <a:lnTo>
                    <a:pt x="162306" y="80644"/>
                  </a:lnTo>
                  <a:lnTo>
                    <a:pt x="162306" y="27558"/>
                  </a:lnTo>
                  <a:lnTo>
                    <a:pt x="189648" y="27558"/>
                  </a:lnTo>
                  <a:lnTo>
                    <a:pt x="182340" y="20192"/>
                  </a:lnTo>
                  <a:close/>
                </a:path>
                <a:path w="242570" h="321944">
                  <a:moveTo>
                    <a:pt x="189648" y="27558"/>
                  </a:moveTo>
                  <a:lnTo>
                    <a:pt x="162306" y="27558"/>
                  </a:lnTo>
                  <a:lnTo>
                    <a:pt x="214503" y="80644"/>
                  </a:lnTo>
                  <a:lnTo>
                    <a:pt x="242316" y="80644"/>
                  </a:lnTo>
                  <a:lnTo>
                    <a:pt x="189648" y="27558"/>
                  </a:lnTo>
                  <a:close/>
                </a:path>
              </a:pathLst>
            </a:custGeom>
            <a:solidFill>
              <a:srgbClr val="C00000"/>
            </a:solidFill>
          </p:spPr>
          <p:txBody>
            <a:bodyPr wrap="square" lIns="0" tIns="0" rIns="0" bIns="0" rtlCol="0"/>
            <a:lstStyle/>
            <a:p>
              <a:endParaRPr/>
            </a:p>
          </p:txBody>
        </p:sp>
        <p:sp>
          <p:nvSpPr>
            <p:cNvPr id="15" name="object 15"/>
            <p:cNvSpPr/>
            <p:nvPr/>
          </p:nvSpPr>
          <p:spPr>
            <a:xfrm>
              <a:off x="4659376" y="2809112"/>
              <a:ext cx="201930" cy="281305"/>
            </a:xfrm>
            <a:custGeom>
              <a:avLst/>
              <a:gdLst/>
              <a:ahLst/>
              <a:cxnLst/>
              <a:rect l="l" t="t" r="r" b="b"/>
              <a:pathLst>
                <a:path w="201929" h="281305">
                  <a:moveTo>
                    <a:pt x="141986" y="7365"/>
                  </a:moveTo>
                  <a:lnTo>
                    <a:pt x="194183" y="60451"/>
                  </a:lnTo>
                  <a:lnTo>
                    <a:pt x="141986" y="60451"/>
                  </a:lnTo>
                  <a:lnTo>
                    <a:pt x="141986" y="7365"/>
                  </a:lnTo>
                  <a:close/>
                </a:path>
                <a:path w="201929" h="281305">
                  <a:moveTo>
                    <a:pt x="201675" y="281177"/>
                  </a:moveTo>
                  <a:lnTo>
                    <a:pt x="0" y="281177"/>
                  </a:lnTo>
                  <a:lnTo>
                    <a:pt x="0" y="0"/>
                  </a:lnTo>
                  <a:lnTo>
                    <a:pt x="121665" y="0"/>
                  </a:lnTo>
                  <a:lnTo>
                    <a:pt x="121665" y="80645"/>
                  </a:lnTo>
                  <a:lnTo>
                    <a:pt x="201675" y="80645"/>
                  </a:lnTo>
                  <a:lnTo>
                    <a:pt x="201675" y="281177"/>
                  </a:lnTo>
                  <a:close/>
                </a:path>
              </a:pathLst>
            </a:custGeom>
            <a:ln w="6096">
              <a:solidFill>
                <a:srgbClr val="FFFFFF"/>
              </a:solidFill>
            </a:ln>
          </p:spPr>
          <p:txBody>
            <a:bodyPr wrap="square" lIns="0" tIns="0" rIns="0" bIns="0" rtlCol="0"/>
            <a:lstStyle/>
            <a:p>
              <a:endParaRPr/>
            </a:p>
          </p:txBody>
        </p:sp>
      </p:grpSp>
      <p:sp>
        <p:nvSpPr>
          <p:cNvPr id="16" name="object 16"/>
          <p:cNvSpPr txBox="1"/>
          <p:nvPr/>
        </p:nvSpPr>
        <p:spPr>
          <a:xfrm>
            <a:off x="3682746" y="3806190"/>
            <a:ext cx="1263015" cy="581025"/>
          </a:xfrm>
          <a:prstGeom prst="rect">
            <a:avLst/>
          </a:prstGeom>
        </p:spPr>
        <p:txBody>
          <a:bodyPr vert="horz" wrap="square" lIns="0" tIns="12700" rIns="0" bIns="0" rtlCol="0">
            <a:spAutoFit/>
          </a:bodyPr>
          <a:lstStyle/>
          <a:p>
            <a:pPr marL="12700">
              <a:lnSpc>
                <a:spcPct val="100000"/>
              </a:lnSpc>
              <a:spcBef>
                <a:spcPts val="100"/>
              </a:spcBef>
            </a:pPr>
            <a:r>
              <a:rPr sz="1200" b="1" spc="-60" dirty="0">
                <a:solidFill>
                  <a:srgbClr val="C00000"/>
                </a:solidFill>
                <a:latin typeface="Arial"/>
                <a:cs typeface="Arial"/>
              </a:rPr>
              <a:t>INTERNAL</a:t>
            </a:r>
            <a:endParaRPr sz="1200">
              <a:latin typeface="Arial"/>
              <a:cs typeface="Arial"/>
            </a:endParaRPr>
          </a:p>
          <a:p>
            <a:pPr marL="12700" marR="5080">
              <a:lnSpc>
                <a:spcPct val="101699"/>
              </a:lnSpc>
            </a:pPr>
            <a:r>
              <a:rPr sz="1200" spc="-130" dirty="0">
                <a:solidFill>
                  <a:srgbClr val="505050"/>
                </a:solidFill>
                <a:latin typeface="Arial Black"/>
                <a:cs typeface="Arial Black"/>
              </a:rPr>
              <a:t>Azure </a:t>
            </a:r>
            <a:r>
              <a:rPr sz="1200" spc="-114" dirty="0">
                <a:solidFill>
                  <a:srgbClr val="505050"/>
                </a:solidFill>
                <a:latin typeface="Arial Black"/>
                <a:cs typeface="Arial Black"/>
              </a:rPr>
              <a:t>information  </a:t>
            </a:r>
            <a:r>
              <a:rPr sz="1200" spc="-125" dirty="0">
                <a:solidFill>
                  <a:srgbClr val="505050"/>
                </a:solidFill>
                <a:latin typeface="Arial Black"/>
                <a:cs typeface="Arial Black"/>
              </a:rPr>
              <a:t>protection</a:t>
            </a:r>
            <a:endParaRPr sz="1200">
              <a:latin typeface="Arial Black"/>
              <a:cs typeface="Arial Black"/>
            </a:endParaRPr>
          </a:p>
        </p:txBody>
      </p:sp>
      <p:sp>
        <p:nvSpPr>
          <p:cNvPr id="17" name="object 17"/>
          <p:cNvSpPr/>
          <p:nvPr/>
        </p:nvSpPr>
        <p:spPr>
          <a:xfrm>
            <a:off x="4943221" y="2950845"/>
            <a:ext cx="636905" cy="673100"/>
          </a:xfrm>
          <a:custGeom>
            <a:avLst/>
            <a:gdLst/>
            <a:ahLst/>
            <a:cxnLst/>
            <a:rect l="l" t="t" r="r" b="b"/>
            <a:pathLst>
              <a:path w="636904" h="673100">
                <a:moveTo>
                  <a:pt x="560577" y="599058"/>
                </a:moveTo>
                <a:lnTo>
                  <a:pt x="603250" y="672845"/>
                </a:lnTo>
                <a:lnTo>
                  <a:pt x="624470" y="623062"/>
                </a:lnTo>
                <a:lnTo>
                  <a:pt x="590295" y="623062"/>
                </a:lnTo>
                <a:lnTo>
                  <a:pt x="589673" y="616031"/>
                </a:lnTo>
                <a:lnTo>
                  <a:pt x="560577" y="599058"/>
                </a:lnTo>
                <a:close/>
              </a:path>
              <a:path w="636904" h="673100">
                <a:moveTo>
                  <a:pt x="589673" y="616031"/>
                </a:moveTo>
                <a:lnTo>
                  <a:pt x="590295" y="623062"/>
                </a:lnTo>
                <a:lnTo>
                  <a:pt x="600202" y="622172"/>
                </a:lnTo>
                <a:lnTo>
                  <a:pt x="589673" y="616031"/>
                </a:lnTo>
                <a:close/>
              </a:path>
              <a:path w="636904" h="673100">
                <a:moveTo>
                  <a:pt x="636651" y="594487"/>
                </a:moveTo>
                <a:lnTo>
                  <a:pt x="609498" y="615111"/>
                </a:lnTo>
                <a:lnTo>
                  <a:pt x="610107" y="621283"/>
                </a:lnTo>
                <a:lnTo>
                  <a:pt x="590295" y="623062"/>
                </a:lnTo>
                <a:lnTo>
                  <a:pt x="624470" y="623062"/>
                </a:lnTo>
                <a:lnTo>
                  <a:pt x="636651" y="594487"/>
                </a:lnTo>
                <a:close/>
              </a:path>
              <a:path w="636904" h="673100">
                <a:moveTo>
                  <a:pt x="609292" y="613028"/>
                </a:moveTo>
                <a:lnTo>
                  <a:pt x="589406" y="613028"/>
                </a:lnTo>
                <a:lnTo>
                  <a:pt x="589673" y="616031"/>
                </a:lnTo>
                <a:lnTo>
                  <a:pt x="600201" y="622172"/>
                </a:lnTo>
                <a:lnTo>
                  <a:pt x="609498" y="615111"/>
                </a:lnTo>
                <a:lnTo>
                  <a:pt x="609292" y="613028"/>
                </a:lnTo>
                <a:close/>
              </a:path>
              <a:path w="636904" h="673100">
                <a:moveTo>
                  <a:pt x="609498" y="615111"/>
                </a:moveTo>
                <a:lnTo>
                  <a:pt x="600201" y="622172"/>
                </a:lnTo>
                <a:lnTo>
                  <a:pt x="610107" y="621283"/>
                </a:lnTo>
                <a:lnTo>
                  <a:pt x="609498" y="615111"/>
                </a:lnTo>
                <a:close/>
              </a:path>
              <a:path w="636904" h="673100">
                <a:moveTo>
                  <a:pt x="593798" y="525779"/>
                </a:moveTo>
                <a:lnTo>
                  <a:pt x="573404" y="525779"/>
                </a:lnTo>
                <a:lnTo>
                  <a:pt x="573531" y="526288"/>
                </a:lnTo>
                <a:lnTo>
                  <a:pt x="580263" y="554989"/>
                </a:lnTo>
                <a:lnTo>
                  <a:pt x="585596" y="583945"/>
                </a:lnTo>
                <a:lnTo>
                  <a:pt x="589406" y="613409"/>
                </a:lnTo>
                <a:lnTo>
                  <a:pt x="589406" y="613028"/>
                </a:lnTo>
                <a:lnTo>
                  <a:pt x="609292" y="613028"/>
                </a:lnTo>
                <a:lnTo>
                  <a:pt x="609091" y="610996"/>
                </a:lnTo>
                <a:lnTo>
                  <a:pt x="605027" y="580643"/>
                </a:lnTo>
                <a:lnTo>
                  <a:pt x="599566" y="550671"/>
                </a:lnTo>
                <a:lnTo>
                  <a:pt x="593798" y="525779"/>
                </a:lnTo>
                <a:close/>
              </a:path>
              <a:path w="636904" h="673100">
                <a:moveTo>
                  <a:pt x="585469" y="583438"/>
                </a:moveTo>
                <a:lnTo>
                  <a:pt x="585536" y="583945"/>
                </a:lnTo>
                <a:lnTo>
                  <a:pt x="585469" y="583438"/>
                </a:lnTo>
                <a:close/>
              </a:path>
              <a:path w="636904" h="673100">
                <a:moveTo>
                  <a:pt x="580136" y="554481"/>
                </a:moveTo>
                <a:lnTo>
                  <a:pt x="580230" y="554989"/>
                </a:lnTo>
                <a:lnTo>
                  <a:pt x="580136" y="554481"/>
                </a:lnTo>
                <a:close/>
              </a:path>
              <a:path w="636904" h="673100">
                <a:moveTo>
                  <a:pt x="573487" y="526132"/>
                </a:moveTo>
                <a:lnTo>
                  <a:pt x="573524" y="526288"/>
                </a:lnTo>
                <a:lnTo>
                  <a:pt x="573487" y="526132"/>
                </a:lnTo>
                <a:close/>
              </a:path>
              <a:path w="636904" h="673100">
                <a:moveTo>
                  <a:pt x="577045" y="469900"/>
                </a:moveTo>
                <a:lnTo>
                  <a:pt x="556259" y="469900"/>
                </a:lnTo>
                <a:lnTo>
                  <a:pt x="565530" y="498093"/>
                </a:lnTo>
                <a:lnTo>
                  <a:pt x="573487" y="526132"/>
                </a:lnTo>
                <a:lnTo>
                  <a:pt x="573404" y="525779"/>
                </a:lnTo>
                <a:lnTo>
                  <a:pt x="593798" y="525779"/>
                </a:lnTo>
                <a:lnTo>
                  <a:pt x="592708" y="521080"/>
                </a:lnTo>
                <a:lnTo>
                  <a:pt x="584453" y="492125"/>
                </a:lnTo>
                <a:lnTo>
                  <a:pt x="577045" y="469900"/>
                </a:lnTo>
                <a:close/>
              </a:path>
              <a:path w="636904" h="673100">
                <a:moveTo>
                  <a:pt x="565403" y="497713"/>
                </a:moveTo>
                <a:lnTo>
                  <a:pt x="565512" y="498093"/>
                </a:lnTo>
                <a:lnTo>
                  <a:pt x="565403" y="497713"/>
                </a:lnTo>
                <a:close/>
              </a:path>
              <a:path w="636904" h="673100">
                <a:moveTo>
                  <a:pt x="567012" y="442721"/>
                </a:moveTo>
                <a:lnTo>
                  <a:pt x="545845" y="442721"/>
                </a:lnTo>
                <a:lnTo>
                  <a:pt x="556387" y="470407"/>
                </a:lnTo>
                <a:lnTo>
                  <a:pt x="556259" y="469900"/>
                </a:lnTo>
                <a:lnTo>
                  <a:pt x="577045" y="469900"/>
                </a:lnTo>
                <a:lnTo>
                  <a:pt x="574928" y="463550"/>
                </a:lnTo>
                <a:lnTo>
                  <a:pt x="567012" y="442721"/>
                </a:lnTo>
                <a:close/>
              </a:path>
              <a:path w="636904" h="673100">
                <a:moveTo>
                  <a:pt x="543455" y="389889"/>
                </a:moveTo>
                <a:lnTo>
                  <a:pt x="521462" y="389889"/>
                </a:lnTo>
                <a:lnTo>
                  <a:pt x="534415" y="416432"/>
                </a:lnTo>
                <a:lnTo>
                  <a:pt x="545973" y="443102"/>
                </a:lnTo>
                <a:lnTo>
                  <a:pt x="545845" y="442721"/>
                </a:lnTo>
                <a:lnTo>
                  <a:pt x="567012" y="442721"/>
                </a:lnTo>
                <a:lnTo>
                  <a:pt x="564261" y="435482"/>
                </a:lnTo>
                <a:lnTo>
                  <a:pt x="552323" y="408050"/>
                </a:lnTo>
                <a:lnTo>
                  <a:pt x="543455" y="389889"/>
                </a:lnTo>
                <a:close/>
              </a:path>
              <a:path w="636904" h="673100">
                <a:moveTo>
                  <a:pt x="534162" y="416051"/>
                </a:moveTo>
                <a:lnTo>
                  <a:pt x="534328" y="416432"/>
                </a:lnTo>
                <a:lnTo>
                  <a:pt x="534162" y="416051"/>
                </a:lnTo>
                <a:close/>
              </a:path>
              <a:path w="636904" h="673100">
                <a:moveTo>
                  <a:pt x="530032" y="364363"/>
                </a:moveTo>
                <a:lnTo>
                  <a:pt x="507491" y="364363"/>
                </a:lnTo>
                <a:lnTo>
                  <a:pt x="521588" y="390270"/>
                </a:lnTo>
                <a:lnTo>
                  <a:pt x="521462" y="389889"/>
                </a:lnTo>
                <a:lnTo>
                  <a:pt x="543455" y="389889"/>
                </a:lnTo>
                <a:lnTo>
                  <a:pt x="539114" y="381000"/>
                </a:lnTo>
                <a:lnTo>
                  <a:pt x="530032" y="364363"/>
                </a:lnTo>
                <a:close/>
              </a:path>
              <a:path w="636904" h="673100">
                <a:moveTo>
                  <a:pt x="500064" y="315213"/>
                </a:moveTo>
                <a:lnTo>
                  <a:pt x="476250" y="315213"/>
                </a:lnTo>
                <a:lnTo>
                  <a:pt x="476503" y="315594"/>
                </a:lnTo>
                <a:lnTo>
                  <a:pt x="492632" y="339851"/>
                </a:lnTo>
                <a:lnTo>
                  <a:pt x="507745" y="364870"/>
                </a:lnTo>
                <a:lnTo>
                  <a:pt x="507491" y="364363"/>
                </a:lnTo>
                <a:lnTo>
                  <a:pt x="530032" y="364363"/>
                </a:lnTo>
                <a:lnTo>
                  <a:pt x="524763" y="354710"/>
                </a:lnTo>
                <a:lnTo>
                  <a:pt x="509269" y="329056"/>
                </a:lnTo>
                <a:lnTo>
                  <a:pt x="500064" y="315213"/>
                </a:lnTo>
                <a:close/>
              </a:path>
              <a:path w="636904" h="673100">
                <a:moveTo>
                  <a:pt x="492378" y="339597"/>
                </a:moveTo>
                <a:lnTo>
                  <a:pt x="492533" y="339851"/>
                </a:lnTo>
                <a:lnTo>
                  <a:pt x="492378" y="339597"/>
                </a:lnTo>
                <a:close/>
              </a:path>
              <a:path w="636904" h="673100">
                <a:moveTo>
                  <a:pt x="476496" y="315584"/>
                </a:moveTo>
                <a:close/>
              </a:path>
              <a:path w="636904" h="673100">
                <a:moveTo>
                  <a:pt x="466140" y="268731"/>
                </a:moveTo>
                <a:lnTo>
                  <a:pt x="440816" y="268731"/>
                </a:lnTo>
                <a:lnTo>
                  <a:pt x="459358" y="291972"/>
                </a:lnTo>
                <a:lnTo>
                  <a:pt x="476496" y="315584"/>
                </a:lnTo>
                <a:lnTo>
                  <a:pt x="476250" y="315213"/>
                </a:lnTo>
                <a:lnTo>
                  <a:pt x="500064" y="315213"/>
                </a:lnTo>
                <a:lnTo>
                  <a:pt x="492632" y="304038"/>
                </a:lnTo>
                <a:lnTo>
                  <a:pt x="474979" y="279780"/>
                </a:lnTo>
                <a:lnTo>
                  <a:pt x="466140" y="268731"/>
                </a:lnTo>
                <a:close/>
              </a:path>
              <a:path w="636904" h="673100">
                <a:moveTo>
                  <a:pt x="459104" y="291718"/>
                </a:moveTo>
                <a:lnTo>
                  <a:pt x="459290" y="291972"/>
                </a:lnTo>
                <a:lnTo>
                  <a:pt x="459104" y="291718"/>
                </a:lnTo>
                <a:close/>
              </a:path>
              <a:path w="636904" h="673100">
                <a:moveTo>
                  <a:pt x="421639" y="246760"/>
                </a:moveTo>
                <a:lnTo>
                  <a:pt x="441070" y="269113"/>
                </a:lnTo>
                <a:lnTo>
                  <a:pt x="440816" y="268731"/>
                </a:lnTo>
                <a:lnTo>
                  <a:pt x="466140" y="268731"/>
                </a:lnTo>
                <a:lnTo>
                  <a:pt x="456183" y="256285"/>
                </a:lnTo>
                <a:lnTo>
                  <a:pt x="448156" y="247014"/>
                </a:lnTo>
                <a:lnTo>
                  <a:pt x="422020" y="247014"/>
                </a:lnTo>
                <a:lnTo>
                  <a:pt x="421639" y="246760"/>
                </a:lnTo>
                <a:close/>
              </a:path>
              <a:path w="636904" h="673100">
                <a:moveTo>
                  <a:pt x="428673" y="225297"/>
                </a:moveTo>
                <a:lnTo>
                  <a:pt x="401446" y="225297"/>
                </a:lnTo>
                <a:lnTo>
                  <a:pt x="422020" y="247014"/>
                </a:lnTo>
                <a:lnTo>
                  <a:pt x="448156" y="247014"/>
                </a:lnTo>
                <a:lnTo>
                  <a:pt x="436499" y="233552"/>
                </a:lnTo>
                <a:lnTo>
                  <a:pt x="428673" y="225297"/>
                </a:lnTo>
                <a:close/>
              </a:path>
              <a:path w="636904" h="673100">
                <a:moveTo>
                  <a:pt x="366558" y="166369"/>
                </a:moveTo>
                <a:lnTo>
                  <a:pt x="335279" y="166369"/>
                </a:lnTo>
                <a:lnTo>
                  <a:pt x="358520" y="185419"/>
                </a:lnTo>
                <a:lnTo>
                  <a:pt x="380618" y="205104"/>
                </a:lnTo>
                <a:lnTo>
                  <a:pt x="401700" y="225678"/>
                </a:lnTo>
                <a:lnTo>
                  <a:pt x="401446" y="225297"/>
                </a:lnTo>
                <a:lnTo>
                  <a:pt x="428673" y="225297"/>
                </a:lnTo>
                <a:lnTo>
                  <a:pt x="415670" y="211581"/>
                </a:lnTo>
                <a:lnTo>
                  <a:pt x="393953" y="190500"/>
                </a:lnTo>
                <a:lnTo>
                  <a:pt x="371220" y="170179"/>
                </a:lnTo>
                <a:lnTo>
                  <a:pt x="366558" y="166369"/>
                </a:lnTo>
                <a:close/>
              </a:path>
              <a:path w="636904" h="673100">
                <a:moveTo>
                  <a:pt x="380238" y="204850"/>
                </a:moveTo>
                <a:lnTo>
                  <a:pt x="380499" y="205104"/>
                </a:lnTo>
                <a:lnTo>
                  <a:pt x="380238" y="204850"/>
                </a:lnTo>
                <a:close/>
              </a:path>
              <a:path w="636904" h="673100">
                <a:moveTo>
                  <a:pt x="358139" y="185165"/>
                </a:moveTo>
                <a:lnTo>
                  <a:pt x="358426" y="185419"/>
                </a:lnTo>
                <a:lnTo>
                  <a:pt x="358139" y="185165"/>
                </a:lnTo>
                <a:close/>
              </a:path>
              <a:path w="636904" h="673100">
                <a:moveTo>
                  <a:pt x="321622" y="131444"/>
                </a:moveTo>
                <a:lnTo>
                  <a:pt x="286765" y="131444"/>
                </a:lnTo>
                <a:lnTo>
                  <a:pt x="287146" y="131699"/>
                </a:lnTo>
                <a:lnTo>
                  <a:pt x="311657" y="148589"/>
                </a:lnTo>
                <a:lnTo>
                  <a:pt x="335533" y="166624"/>
                </a:lnTo>
                <a:lnTo>
                  <a:pt x="335279" y="166369"/>
                </a:lnTo>
                <a:lnTo>
                  <a:pt x="366558" y="166369"/>
                </a:lnTo>
                <a:lnTo>
                  <a:pt x="347599" y="150875"/>
                </a:lnTo>
                <a:lnTo>
                  <a:pt x="323088" y="132460"/>
                </a:lnTo>
                <a:lnTo>
                  <a:pt x="321622" y="131444"/>
                </a:lnTo>
                <a:close/>
              </a:path>
              <a:path w="636904" h="673100">
                <a:moveTo>
                  <a:pt x="311403" y="148462"/>
                </a:moveTo>
                <a:lnTo>
                  <a:pt x="311572" y="148589"/>
                </a:lnTo>
                <a:lnTo>
                  <a:pt x="311403" y="148462"/>
                </a:lnTo>
                <a:close/>
              </a:path>
              <a:path w="636904" h="673100">
                <a:moveTo>
                  <a:pt x="286997" y="131604"/>
                </a:moveTo>
                <a:lnTo>
                  <a:pt x="287134" y="131699"/>
                </a:lnTo>
                <a:lnTo>
                  <a:pt x="286997" y="131604"/>
                </a:lnTo>
                <a:close/>
              </a:path>
              <a:path w="636904" h="673100">
                <a:moveTo>
                  <a:pt x="298364" y="115315"/>
                </a:moveTo>
                <a:lnTo>
                  <a:pt x="261238" y="115315"/>
                </a:lnTo>
                <a:lnTo>
                  <a:pt x="286997" y="131604"/>
                </a:lnTo>
                <a:lnTo>
                  <a:pt x="286765" y="131444"/>
                </a:lnTo>
                <a:lnTo>
                  <a:pt x="321622" y="131444"/>
                </a:lnTo>
                <a:lnTo>
                  <a:pt x="298364" y="115315"/>
                </a:lnTo>
                <a:close/>
              </a:path>
              <a:path w="636904" h="673100">
                <a:moveTo>
                  <a:pt x="274559" y="100329"/>
                </a:moveTo>
                <a:lnTo>
                  <a:pt x="234950" y="100329"/>
                </a:lnTo>
                <a:lnTo>
                  <a:pt x="261492" y="115569"/>
                </a:lnTo>
                <a:lnTo>
                  <a:pt x="261238" y="115315"/>
                </a:lnTo>
                <a:lnTo>
                  <a:pt x="298364" y="115315"/>
                </a:lnTo>
                <a:lnTo>
                  <a:pt x="297814" y="114934"/>
                </a:lnTo>
                <a:lnTo>
                  <a:pt x="274559" y="100329"/>
                </a:lnTo>
                <a:close/>
              </a:path>
              <a:path w="636904" h="673100">
                <a:moveTo>
                  <a:pt x="207899" y="86359"/>
                </a:moveTo>
                <a:lnTo>
                  <a:pt x="235330" y="100583"/>
                </a:lnTo>
                <a:lnTo>
                  <a:pt x="234950" y="100329"/>
                </a:lnTo>
                <a:lnTo>
                  <a:pt x="274559" y="100329"/>
                </a:lnTo>
                <a:lnTo>
                  <a:pt x="271525" y="98425"/>
                </a:lnTo>
                <a:lnTo>
                  <a:pt x="250609" y="86487"/>
                </a:lnTo>
                <a:lnTo>
                  <a:pt x="208279" y="86487"/>
                </a:lnTo>
                <a:lnTo>
                  <a:pt x="207899" y="86359"/>
                </a:lnTo>
                <a:close/>
              </a:path>
              <a:path w="636904" h="673100">
                <a:moveTo>
                  <a:pt x="177247" y="50672"/>
                </a:moveTo>
                <a:lnTo>
                  <a:pt x="122681" y="50672"/>
                </a:lnTo>
                <a:lnTo>
                  <a:pt x="123062" y="50800"/>
                </a:lnTo>
                <a:lnTo>
                  <a:pt x="152145" y="61594"/>
                </a:lnTo>
                <a:lnTo>
                  <a:pt x="180593" y="73532"/>
                </a:lnTo>
                <a:lnTo>
                  <a:pt x="208279" y="86487"/>
                </a:lnTo>
                <a:lnTo>
                  <a:pt x="250609" y="86487"/>
                </a:lnTo>
                <a:lnTo>
                  <a:pt x="244601" y="83057"/>
                </a:lnTo>
                <a:lnTo>
                  <a:pt x="216788" y="68706"/>
                </a:lnTo>
                <a:lnTo>
                  <a:pt x="188340" y="55371"/>
                </a:lnTo>
                <a:lnTo>
                  <a:pt x="177247" y="50672"/>
                </a:lnTo>
                <a:close/>
              </a:path>
              <a:path w="636904" h="673100">
                <a:moveTo>
                  <a:pt x="180212" y="73405"/>
                </a:moveTo>
                <a:lnTo>
                  <a:pt x="180485" y="73532"/>
                </a:lnTo>
                <a:lnTo>
                  <a:pt x="180212" y="73405"/>
                </a:lnTo>
                <a:close/>
              </a:path>
              <a:path w="636904" h="673100">
                <a:moveTo>
                  <a:pt x="151764" y="61467"/>
                </a:moveTo>
                <a:lnTo>
                  <a:pt x="152068" y="61594"/>
                </a:lnTo>
                <a:lnTo>
                  <a:pt x="151764" y="61467"/>
                </a:lnTo>
                <a:close/>
              </a:path>
              <a:path w="636904" h="673100">
                <a:moveTo>
                  <a:pt x="122761" y="50702"/>
                </a:moveTo>
                <a:lnTo>
                  <a:pt x="123024" y="50800"/>
                </a:lnTo>
                <a:lnTo>
                  <a:pt x="122761" y="50702"/>
                </a:lnTo>
                <a:close/>
              </a:path>
              <a:path w="636904" h="673100">
                <a:moveTo>
                  <a:pt x="153681" y="41020"/>
                </a:moveTo>
                <a:lnTo>
                  <a:pt x="92837" y="41020"/>
                </a:lnTo>
                <a:lnTo>
                  <a:pt x="122761" y="50702"/>
                </a:lnTo>
                <a:lnTo>
                  <a:pt x="177247" y="50672"/>
                </a:lnTo>
                <a:lnTo>
                  <a:pt x="159257" y="43052"/>
                </a:lnTo>
                <a:lnTo>
                  <a:pt x="153681" y="41020"/>
                </a:lnTo>
                <a:close/>
              </a:path>
              <a:path w="636904" h="673100">
                <a:moveTo>
                  <a:pt x="130680" y="32638"/>
                </a:moveTo>
                <a:lnTo>
                  <a:pt x="62483" y="32638"/>
                </a:lnTo>
                <a:lnTo>
                  <a:pt x="93217" y="41147"/>
                </a:lnTo>
                <a:lnTo>
                  <a:pt x="92837" y="41020"/>
                </a:lnTo>
                <a:lnTo>
                  <a:pt x="153681" y="41020"/>
                </a:lnTo>
                <a:lnTo>
                  <a:pt x="130680" y="32638"/>
                </a:lnTo>
                <a:close/>
              </a:path>
              <a:path w="636904" h="673100">
                <a:moveTo>
                  <a:pt x="108752" y="25400"/>
                </a:moveTo>
                <a:lnTo>
                  <a:pt x="31495" y="25400"/>
                </a:lnTo>
                <a:lnTo>
                  <a:pt x="62864" y="32765"/>
                </a:lnTo>
                <a:lnTo>
                  <a:pt x="62483" y="32638"/>
                </a:lnTo>
                <a:lnTo>
                  <a:pt x="130680" y="32638"/>
                </a:lnTo>
                <a:lnTo>
                  <a:pt x="129286" y="32130"/>
                </a:lnTo>
                <a:lnTo>
                  <a:pt x="108752" y="25400"/>
                </a:lnTo>
                <a:close/>
              </a:path>
              <a:path w="636904" h="673100">
                <a:moveTo>
                  <a:pt x="3682" y="0"/>
                </a:moveTo>
                <a:lnTo>
                  <a:pt x="0" y="19430"/>
                </a:lnTo>
                <a:lnTo>
                  <a:pt x="31876" y="25526"/>
                </a:lnTo>
                <a:lnTo>
                  <a:pt x="31495" y="25400"/>
                </a:lnTo>
                <a:lnTo>
                  <a:pt x="108752" y="25400"/>
                </a:lnTo>
                <a:lnTo>
                  <a:pt x="98678" y="22097"/>
                </a:lnTo>
                <a:lnTo>
                  <a:pt x="67563" y="13588"/>
                </a:lnTo>
                <a:lnTo>
                  <a:pt x="35813" y="6095"/>
                </a:lnTo>
                <a:lnTo>
                  <a:pt x="3682" y="0"/>
                </a:lnTo>
                <a:close/>
              </a:path>
            </a:pathLst>
          </a:custGeom>
          <a:solidFill>
            <a:srgbClr val="0078D6"/>
          </a:solidFill>
        </p:spPr>
        <p:txBody>
          <a:bodyPr wrap="square" lIns="0" tIns="0" rIns="0" bIns="0" rtlCol="0"/>
          <a:lstStyle/>
          <a:p>
            <a:endParaRPr/>
          </a:p>
        </p:txBody>
      </p:sp>
      <p:grpSp>
        <p:nvGrpSpPr>
          <p:cNvPr id="18" name="object 18"/>
          <p:cNvGrpSpPr/>
          <p:nvPr/>
        </p:nvGrpSpPr>
        <p:grpSpPr>
          <a:xfrm>
            <a:off x="5242559" y="3669791"/>
            <a:ext cx="480059" cy="421005"/>
            <a:chOff x="5242559" y="3669791"/>
            <a:chExt cx="480059" cy="421005"/>
          </a:xfrm>
        </p:grpSpPr>
        <p:sp>
          <p:nvSpPr>
            <p:cNvPr id="19" name="object 19"/>
            <p:cNvSpPr/>
            <p:nvPr/>
          </p:nvSpPr>
          <p:spPr>
            <a:xfrm>
              <a:off x="5242559" y="3669791"/>
              <a:ext cx="480059" cy="421005"/>
            </a:xfrm>
            <a:custGeom>
              <a:avLst/>
              <a:gdLst/>
              <a:ahLst/>
              <a:cxnLst/>
              <a:rect l="l" t="t" r="r" b="b"/>
              <a:pathLst>
                <a:path w="480060" h="421004">
                  <a:moveTo>
                    <a:pt x="201929" y="0"/>
                  </a:moveTo>
                  <a:lnTo>
                    <a:pt x="0" y="0"/>
                  </a:lnTo>
                  <a:lnTo>
                    <a:pt x="0" y="420623"/>
                  </a:lnTo>
                  <a:lnTo>
                    <a:pt x="480060" y="420623"/>
                  </a:lnTo>
                  <a:lnTo>
                    <a:pt x="480060" y="390524"/>
                  </a:lnTo>
                  <a:lnTo>
                    <a:pt x="30225" y="390524"/>
                  </a:lnTo>
                  <a:lnTo>
                    <a:pt x="30225" y="30098"/>
                  </a:lnTo>
                  <a:lnTo>
                    <a:pt x="232028" y="30098"/>
                  </a:lnTo>
                  <a:lnTo>
                    <a:pt x="201929" y="0"/>
                  </a:lnTo>
                  <a:close/>
                </a:path>
                <a:path w="480060" h="421004">
                  <a:moveTo>
                    <a:pt x="480060" y="30098"/>
                  </a:moveTo>
                  <a:lnTo>
                    <a:pt x="187578" y="30098"/>
                  </a:lnTo>
                  <a:lnTo>
                    <a:pt x="217804" y="60324"/>
                  </a:lnTo>
                  <a:lnTo>
                    <a:pt x="449834" y="60324"/>
                  </a:lnTo>
                  <a:lnTo>
                    <a:pt x="449834" y="390524"/>
                  </a:lnTo>
                  <a:lnTo>
                    <a:pt x="480060" y="390524"/>
                  </a:lnTo>
                  <a:lnTo>
                    <a:pt x="480060" y="30098"/>
                  </a:lnTo>
                  <a:close/>
                </a:path>
              </a:pathLst>
            </a:custGeom>
            <a:solidFill>
              <a:srgbClr val="0078D6"/>
            </a:solidFill>
          </p:spPr>
          <p:txBody>
            <a:bodyPr wrap="square" lIns="0" tIns="0" rIns="0" bIns="0" rtlCol="0"/>
            <a:lstStyle/>
            <a:p>
              <a:endParaRPr/>
            </a:p>
          </p:txBody>
        </p:sp>
        <p:sp>
          <p:nvSpPr>
            <p:cNvPr id="20" name="object 20"/>
            <p:cNvSpPr/>
            <p:nvPr/>
          </p:nvSpPr>
          <p:spPr>
            <a:xfrm>
              <a:off x="5272785" y="3699890"/>
              <a:ext cx="419734" cy="360680"/>
            </a:xfrm>
            <a:custGeom>
              <a:avLst/>
              <a:gdLst/>
              <a:ahLst/>
              <a:cxnLst/>
              <a:rect l="l" t="t" r="r" b="b"/>
              <a:pathLst>
                <a:path w="419735" h="360679">
                  <a:moveTo>
                    <a:pt x="419608" y="74675"/>
                  </a:moveTo>
                  <a:lnTo>
                    <a:pt x="419608" y="82549"/>
                  </a:lnTo>
                  <a:lnTo>
                    <a:pt x="419608" y="360425"/>
                  </a:lnTo>
                  <a:lnTo>
                    <a:pt x="0" y="360425"/>
                  </a:lnTo>
                  <a:lnTo>
                    <a:pt x="0" y="74675"/>
                  </a:lnTo>
                  <a:lnTo>
                    <a:pt x="0" y="0"/>
                  </a:lnTo>
                  <a:lnTo>
                    <a:pt x="157352" y="0"/>
                  </a:lnTo>
                  <a:lnTo>
                    <a:pt x="187578" y="30225"/>
                  </a:lnTo>
                  <a:lnTo>
                    <a:pt x="419608" y="30225"/>
                  </a:lnTo>
                  <a:lnTo>
                    <a:pt x="419608" y="74675"/>
                  </a:lnTo>
                  <a:close/>
                </a:path>
              </a:pathLst>
            </a:custGeom>
            <a:ln w="9144">
              <a:solidFill>
                <a:srgbClr val="FFFFFF"/>
              </a:solidFill>
            </a:ln>
          </p:spPr>
          <p:txBody>
            <a:bodyPr wrap="square" lIns="0" tIns="0" rIns="0" bIns="0" rtlCol="0"/>
            <a:lstStyle/>
            <a:p>
              <a:endParaRPr/>
            </a:p>
          </p:txBody>
        </p:sp>
        <p:sp>
          <p:nvSpPr>
            <p:cNvPr id="21" name="object 21"/>
            <p:cNvSpPr/>
            <p:nvPr/>
          </p:nvSpPr>
          <p:spPr>
            <a:xfrm>
              <a:off x="5394959" y="3779519"/>
              <a:ext cx="175260" cy="222504"/>
            </a:xfrm>
            <a:prstGeom prst="rect">
              <a:avLst/>
            </a:prstGeom>
            <a:blipFill>
              <a:blip r:embed="rId5" cstate="print"/>
              <a:stretch>
                <a:fillRect/>
              </a:stretch>
            </a:blipFill>
          </p:spPr>
          <p:txBody>
            <a:bodyPr wrap="square" lIns="0" tIns="0" rIns="0" bIns="0" rtlCol="0"/>
            <a:lstStyle/>
            <a:p>
              <a:endParaRPr/>
            </a:p>
          </p:txBody>
        </p:sp>
      </p:grpSp>
      <p:grpSp>
        <p:nvGrpSpPr>
          <p:cNvPr id="22" name="object 22"/>
          <p:cNvGrpSpPr/>
          <p:nvPr/>
        </p:nvGrpSpPr>
        <p:grpSpPr>
          <a:xfrm>
            <a:off x="5035677" y="1921764"/>
            <a:ext cx="5015865" cy="2552700"/>
            <a:chOff x="5035677" y="1921764"/>
            <a:chExt cx="5015865" cy="2552700"/>
          </a:xfrm>
        </p:grpSpPr>
        <p:sp>
          <p:nvSpPr>
            <p:cNvPr id="23" name="object 23"/>
            <p:cNvSpPr/>
            <p:nvPr/>
          </p:nvSpPr>
          <p:spPr>
            <a:xfrm>
              <a:off x="5035677" y="2253869"/>
              <a:ext cx="2947670" cy="474980"/>
            </a:xfrm>
            <a:custGeom>
              <a:avLst/>
              <a:gdLst/>
              <a:ahLst/>
              <a:cxnLst/>
              <a:rect l="l" t="t" r="r" b="b"/>
              <a:pathLst>
                <a:path w="2947670" h="474980">
                  <a:moveTo>
                    <a:pt x="2779665" y="389000"/>
                  </a:moveTo>
                  <a:lnTo>
                    <a:pt x="2727959" y="389000"/>
                  </a:lnTo>
                  <a:lnTo>
                    <a:pt x="2834004" y="430910"/>
                  </a:lnTo>
                  <a:lnTo>
                    <a:pt x="2940050" y="474979"/>
                  </a:lnTo>
                  <a:lnTo>
                    <a:pt x="2947416" y="457326"/>
                  </a:lnTo>
                  <a:lnTo>
                    <a:pt x="2841117" y="413257"/>
                  </a:lnTo>
                  <a:lnTo>
                    <a:pt x="2779665" y="389000"/>
                  </a:lnTo>
                  <a:close/>
                </a:path>
                <a:path w="2947670" h="474980">
                  <a:moveTo>
                    <a:pt x="2270624" y="212851"/>
                  </a:moveTo>
                  <a:lnTo>
                    <a:pt x="2203830" y="212851"/>
                  </a:lnTo>
                  <a:lnTo>
                    <a:pt x="2307844" y="243712"/>
                  </a:lnTo>
                  <a:lnTo>
                    <a:pt x="2412238" y="276732"/>
                  </a:lnTo>
                  <a:lnTo>
                    <a:pt x="2517140" y="311911"/>
                  </a:lnTo>
                  <a:lnTo>
                    <a:pt x="2622423" y="349376"/>
                  </a:lnTo>
                  <a:lnTo>
                    <a:pt x="2728087" y="389127"/>
                  </a:lnTo>
                  <a:lnTo>
                    <a:pt x="2727959" y="389000"/>
                  </a:lnTo>
                  <a:lnTo>
                    <a:pt x="2779665" y="389000"/>
                  </a:lnTo>
                  <a:lnTo>
                    <a:pt x="2734945" y="371347"/>
                  </a:lnTo>
                  <a:lnTo>
                    <a:pt x="2628900" y="331469"/>
                  </a:lnTo>
                  <a:lnTo>
                    <a:pt x="2523363" y="293877"/>
                  </a:lnTo>
                  <a:lnTo>
                    <a:pt x="2418079" y="258571"/>
                  </a:lnTo>
                  <a:lnTo>
                    <a:pt x="2313304" y="225551"/>
                  </a:lnTo>
                  <a:lnTo>
                    <a:pt x="2270624" y="212851"/>
                  </a:lnTo>
                  <a:close/>
                </a:path>
                <a:path w="2947670" h="474980">
                  <a:moveTo>
                    <a:pt x="2074375" y="157987"/>
                  </a:moveTo>
                  <a:lnTo>
                    <a:pt x="1997964" y="157987"/>
                  </a:lnTo>
                  <a:lnTo>
                    <a:pt x="2100706" y="184403"/>
                  </a:lnTo>
                  <a:lnTo>
                    <a:pt x="2204084" y="212978"/>
                  </a:lnTo>
                  <a:lnTo>
                    <a:pt x="2203830" y="212851"/>
                  </a:lnTo>
                  <a:lnTo>
                    <a:pt x="2270624" y="212851"/>
                  </a:lnTo>
                  <a:lnTo>
                    <a:pt x="2209165" y="194563"/>
                  </a:lnTo>
                  <a:lnTo>
                    <a:pt x="2105532" y="165988"/>
                  </a:lnTo>
                  <a:lnTo>
                    <a:pt x="2074375" y="157987"/>
                  </a:lnTo>
                  <a:close/>
                </a:path>
                <a:path w="2947670" h="474980">
                  <a:moveTo>
                    <a:pt x="55880" y="115823"/>
                  </a:moveTo>
                  <a:lnTo>
                    <a:pt x="0" y="180212"/>
                  </a:lnTo>
                  <a:lnTo>
                    <a:pt x="84962" y="186308"/>
                  </a:lnTo>
                  <a:lnTo>
                    <a:pt x="60025" y="169544"/>
                  </a:lnTo>
                  <a:lnTo>
                    <a:pt x="50546" y="169544"/>
                  </a:lnTo>
                  <a:lnTo>
                    <a:pt x="43307" y="152018"/>
                  </a:lnTo>
                  <a:lnTo>
                    <a:pt x="49211" y="149549"/>
                  </a:lnTo>
                  <a:lnTo>
                    <a:pt x="55880" y="115823"/>
                  </a:lnTo>
                  <a:close/>
                </a:path>
                <a:path w="2947670" h="474980">
                  <a:moveTo>
                    <a:pt x="49211" y="149549"/>
                  </a:moveTo>
                  <a:lnTo>
                    <a:pt x="43307" y="152018"/>
                  </a:lnTo>
                  <a:lnTo>
                    <a:pt x="50546" y="169544"/>
                  </a:lnTo>
                  <a:lnTo>
                    <a:pt x="56445" y="167138"/>
                  </a:lnTo>
                  <a:lnTo>
                    <a:pt x="46989" y="160781"/>
                  </a:lnTo>
                  <a:lnTo>
                    <a:pt x="49211" y="149549"/>
                  </a:lnTo>
                  <a:close/>
                </a:path>
                <a:path w="2947670" h="474980">
                  <a:moveTo>
                    <a:pt x="56445" y="167138"/>
                  </a:moveTo>
                  <a:lnTo>
                    <a:pt x="50546" y="169544"/>
                  </a:lnTo>
                  <a:lnTo>
                    <a:pt x="60025" y="169544"/>
                  </a:lnTo>
                  <a:lnTo>
                    <a:pt x="56445" y="167138"/>
                  </a:lnTo>
                  <a:close/>
                </a:path>
                <a:path w="2947670" h="474980">
                  <a:moveTo>
                    <a:pt x="937260" y="0"/>
                  </a:moveTo>
                  <a:lnTo>
                    <a:pt x="848360" y="1269"/>
                  </a:lnTo>
                  <a:lnTo>
                    <a:pt x="761238" y="4825"/>
                  </a:lnTo>
                  <a:lnTo>
                    <a:pt x="675767" y="10794"/>
                  </a:lnTo>
                  <a:lnTo>
                    <a:pt x="592060" y="19051"/>
                  </a:lnTo>
                  <a:lnTo>
                    <a:pt x="510159" y="29717"/>
                  </a:lnTo>
                  <a:lnTo>
                    <a:pt x="430402" y="42671"/>
                  </a:lnTo>
                  <a:lnTo>
                    <a:pt x="352551" y="58165"/>
                  </a:lnTo>
                  <a:lnTo>
                    <a:pt x="276733" y="75945"/>
                  </a:lnTo>
                  <a:lnTo>
                    <a:pt x="203073" y="96138"/>
                  </a:lnTo>
                  <a:lnTo>
                    <a:pt x="131825" y="118871"/>
                  </a:lnTo>
                  <a:lnTo>
                    <a:pt x="62737" y="143890"/>
                  </a:lnTo>
                  <a:lnTo>
                    <a:pt x="46989" y="160781"/>
                  </a:lnTo>
                  <a:lnTo>
                    <a:pt x="56445" y="167138"/>
                  </a:lnTo>
                  <a:lnTo>
                    <a:pt x="69538" y="161797"/>
                  </a:lnTo>
                  <a:lnTo>
                    <a:pt x="137827" y="136905"/>
                  </a:lnTo>
                  <a:lnTo>
                    <a:pt x="208661" y="114300"/>
                  </a:lnTo>
                  <a:lnTo>
                    <a:pt x="208869" y="114300"/>
                  </a:lnTo>
                  <a:lnTo>
                    <a:pt x="281559" y="94360"/>
                  </a:lnTo>
                  <a:lnTo>
                    <a:pt x="281843" y="94360"/>
                  </a:lnTo>
                  <a:lnTo>
                    <a:pt x="356743" y="76707"/>
                  </a:lnTo>
                  <a:lnTo>
                    <a:pt x="356998" y="76707"/>
                  </a:lnTo>
                  <a:lnTo>
                    <a:pt x="433959" y="61340"/>
                  </a:lnTo>
                  <a:lnTo>
                    <a:pt x="434357" y="61340"/>
                  </a:lnTo>
                  <a:lnTo>
                    <a:pt x="513080" y="48513"/>
                  </a:lnTo>
                  <a:lnTo>
                    <a:pt x="512825" y="48513"/>
                  </a:lnTo>
                  <a:lnTo>
                    <a:pt x="594360" y="37972"/>
                  </a:lnTo>
                  <a:lnTo>
                    <a:pt x="594106" y="37972"/>
                  </a:lnTo>
                  <a:lnTo>
                    <a:pt x="677545" y="29717"/>
                  </a:lnTo>
                  <a:lnTo>
                    <a:pt x="677163" y="29717"/>
                  </a:lnTo>
                  <a:lnTo>
                    <a:pt x="762381" y="23875"/>
                  </a:lnTo>
                  <a:lnTo>
                    <a:pt x="762126" y="23875"/>
                  </a:lnTo>
                  <a:lnTo>
                    <a:pt x="849122" y="20319"/>
                  </a:lnTo>
                  <a:lnTo>
                    <a:pt x="848868" y="20319"/>
                  </a:lnTo>
                  <a:lnTo>
                    <a:pt x="937267" y="19051"/>
                  </a:lnTo>
                  <a:lnTo>
                    <a:pt x="937133" y="19050"/>
                  </a:lnTo>
                  <a:lnTo>
                    <a:pt x="1312402" y="19050"/>
                  </a:lnTo>
                  <a:lnTo>
                    <a:pt x="1307719" y="18541"/>
                  </a:lnTo>
                  <a:lnTo>
                    <a:pt x="1212977" y="10413"/>
                  </a:lnTo>
                  <a:lnTo>
                    <a:pt x="1119632" y="4698"/>
                  </a:lnTo>
                  <a:lnTo>
                    <a:pt x="1027684" y="1142"/>
                  </a:lnTo>
                  <a:lnTo>
                    <a:pt x="937260" y="0"/>
                  </a:lnTo>
                  <a:close/>
                </a:path>
                <a:path w="2947670" h="474980">
                  <a:moveTo>
                    <a:pt x="69850" y="161670"/>
                  </a:moveTo>
                  <a:lnTo>
                    <a:pt x="69469" y="161797"/>
                  </a:lnTo>
                  <a:lnTo>
                    <a:pt x="69850" y="161670"/>
                  </a:lnTo>
                  <a:close/>
                </a:path>
                <a:path w="2947670" h="474980">
                  <a:moveTo>
                    <a:pt x="1885235" y="112267"/>
                  </a:moveTo>
                  <a:lnTo>
                    <a:pt x="1795272" y="112267"/>
                  </a:lnTo>
                  <a:lnTo>
                    <a:pt x="1896364" y="134111"/>
                  </a:lnTo>
                  <a:lnTo>
                    <a:pt x="1998218" y="158114"/>
                  </a:lnTo>
                  <a:lnTo>
                    <a:pt x="1997964" y="157987"/>
                  </a:lnTo>
                  <a:lnTo>
                    <a:pt x="2074375" y="157987"/>
                  </a:lnTo>
                  <a:lnTo>
                    <a:pt x="2002663" y="139572"/>
                  </a:lnTo>
                  <a:lnTo>
                    <a:pt x="1900554" y="115569"/>
                  </a:lnTo>
                  <a:lnTo>
                    <a:pt x="1885235" y="112267"/>
                  </a:lnTo>
                  <a:close/>
                </a:path>
                <a:path w="2947670" h="474980">
                  <a:moveTo>
                    <a:pt x="208869" y="114300"/>
                  </a:moveTo>
                  <a:lnTo>
                    <a:pt x="208661" y="114300"/>
                  </a:lnTo>
                  <a:lnTo>
                    <a:pt x="208407" y="114426"/>
                  </a:lnTo>
                  <a:lnTo>
                    <a:pt x="208869" y="114300"/>
                  </a:lnTo>
                  <a:close/>
                </a:path>
                <a:path w="2947670" h="474980">
                  <a:moveTo>
                    <a:pt x="1312402" y="19050"/>
                  </a:moveTo>
                  <a:lnTo>
                    <a:pt x="937267" y="19051"/>
                  </a:lnTo>
                  <a:lnTo>
                    <a:pt x="1027302" y="20192"/>
                  </a:lnTo>
                  <a:lnTo>
                    <a:pt x="1027049" y="20192"/>
                  </a:lnTo>
                  <a:lnTo>
                    <a:pt x="1118870" y="23748"/>
                  </a:lnTo>
                  <a:lnTo>
                    <a:pt x="1118615" y="23748"/>
                  </a:lnTo>
                  <a:lnTo>
                    <a:pt x="1211707" y="29463"/>
                  </a:lnTo>
                  <a:lnTo>
                    <a:pt x="1306068" y="37464"/>
                  </a:lnTo>
                  <a:lnTo>
                    <a:pt x="1305814" y="37464"/>
                  </a:lnTo>
                  <a:lnTo>
                    <a:pt x="1401572" y="47878"/>
                  </a:lnTo>
                  <a:lnTo>
                    <a:pt x="1498473" y="60578"/>
                  </a:lnTo>
                  <a:lnTo>
                    <a:pt x="1498219" y="60578"/>
                  </a:lnTo>
                  <a:lnTo>
                    <a:pt x="1596390" y="75564"/>
                  </a:lnTo>
                  <a:lnTo>
                    <a:pt x="1596136" y="75564"/>
                  </a:lnTo>
                  <a:lnTo>
                    <a:pt x="1695450" y="92709"/>
                  </a:lnTo>
                  <a:lnTo>
                    <a:pt x="1695196" y="92709"/>
                  </a:lnTo>
                  <a:lnTo>
                    <a:pt x="1795399" y="112394"/>
                  </a:lnTo>
                  <a:lnTo>
                    <a:pt x="1885235" y="112267"/>
                  </a:lnTo>
                  <a:lnTo>
                    <a:pt x="1799208" y="93725"/>
                  </a:lnTo>
                  <a:lnTo>
                    <a:pt x="1698752" y="74040"/>
                  </a:lnTo>
                  <a:lnTo>
                    <a:pt x="1599311" y="56768"/>
                  </a:lnTo>
                  <a:lnTo>
                    <a:pt x="1501013" y="41782"/>
                  </a:lnTo>
                  <a:lnTo>
                    <a:pt x="1403731" y="28955"/>
                  </a:lnTo>
                  <a:lnTo>
                    <a:pt x="1312402" y="19050"/>
                  </a:lnTo>
                  <a:close/>
                </a:path>
                <a:path w="2947670" h="474980">
                  <a:moveTo>
                    <a:pt x="281843" y="94360"/>
                  </a:moveTo>
                  <a:lnTo>
                    <a:pt x="281559" y="94360"/>
                  </a:lnTo>
                  <a:lnTo>
                    <a:pt x="281305" y="94487"/>
                  </a:lnTo>
                  <a:lnTo>
                    <a:pt x="281843" y="94360"/>
                  </a:lnTo>
                  <a:close/>
                </a:path>
                <a:path w="2947670" h="474980">
                  <a:moveTo>
                    <a:pt x="356998" y="76707"/>
                  </a:moveTo>
                  <a:lnTo>
                    <a:pt x="356743" y="76707"/>
                  </a:lnTo>
                  <a:lnTo>
                    <a:pt x="356362" y="76834"/>
                  </a:lnTo>
                  <a:lnTo>
                    <a:pt x="356998" y="76707"/>
                  </a:lnTo>
                  <a:close/>
                </a:path>
                <a:path w="2947670" h="474980">
                  <a:moveTo>
                    <a:pt x="434357" y="61340"/>
                  </a:moveTo>
                  <a:lnTo>
                    <a:pt x="433959" y="61340"/>
                  </a:lnTo>
                  <a:lnTo>
                    <a:pt x="433577" y="61467"/>
                  </a:lnTo>
                  <a:lnTo>
                    <a:pt x="434357" y="61340"/>
                  </a:lnTo>
                  <a:close/>
                </a:path>
              </a:pathLst>
            </a:custGeom>
            <a:solidFill>
              <a:srgbClr val="0078D6"/>
            </a:solidFill>
          </p:spPr>
          <p:txBody>
            <a:bodyPr wrap="square" lIns="0" tIns="0" rIns="0" bIns="0" rtlCol="0"/>
            <a:lstStyle/>
            <a:p>
              <a:endParaRPr/>
            </a:p>
          </p:txBody>
        </p:sp>
        <p:sp>
          <p:nvSpPr>
            <p:cNvPr id="24" name="object 24"/>
            <p:cNvSpPr/>
            <p:nvPr/>
          </p:nvSpPr>
          <p:spPr>
            <a:xfrm>
              <a:off x="5753100" y="1921764"/>
              <a:ext cx="635635" cy="635635"/>
            </a:xfrm>
            <a:custGeom>
              <a:avLst/>
              <a:gdLst/>
              <a:ahLst/>
              <a:cxnLst/>
              <a:rect l="l" t="t" r="r" b="b"/>
              <a:pathLst>
                <a:path w="635635" h="635635">
                  <a:moveTo>
                    <a:pt x="317753" y="0"/>
                  </a:moveTo>
                  <a:lnTo>
                    <a:pt x="270793" y="3444"/>
                  </a:lnTo>
                  <a:lnTo>
                    <a:pt x="225973" y="13451"/>
                  </a:lnTo>
                  <a:lnTo>
                    <a:pt x="183786" y="29529"/>
                  </a:lnTo>
                  <a:lnTo>
                    <a:pt x="144723" y="51186"/>
                  </a:lnTo>
                  <a:lnTo>
                    <a:pt x="109274" y="77931"/>
                  </a:lnTo>
                  <a:lnTo>
                    <a:pt x="77931" y="109274"/>
                  </a:lnTo>
                  <a:lnTo>
                    <a:pt x="51186" y="144723"/>
                  </a:lnTo>
                  <a:lnTo>
                    <a:pt x="29529" y="183786"/>
                  </a:lnTo>
                  <a:lnTo>
                    <a:pt x="13451" y="225973"/>
                  </a:lnTo>
                  <a:lnTo>
                    <a:pt x="3444" y="270793"/>
                  </a:lnTo>
                  <a:lnTo>
                    <a:pt x="0" y="317753"/>
                  </a:lnTo>
                  <a:lnTo>
                    <a:pt x="3444" y="364714"/>
                  </a:lnTo>
                  <a:lnTo>
                    <a:pt x="13451" y="409534"/>
                  </a:lnTo>
                  <a:lnTo>
                    <a:pt x="29529" y="451721"/>
                  </a:lnTo>
                  <a:lnTo>
                    <a:pt x="51186" y="490784"/>
                  </a:lnTo>
                  <a:lnTo>
                    <a:pt x="77931" y="526233"/>
                  </a:lnTo>
                  <a:lnTo>
                    <a:pt x="109274" y="557576"/>
                  </a:lnTo>
                  <a:lnTo>
                    <a:pt x="144723" y="584321"/>
                  </a:lnTo>
                  <a:lnTo>
                    <a:pt x="183786" y="605978"/>
                  </a:lnTo>
                  <a:lnTo>
                    <a:pt x="225973" y="622056"/>
                  </a:lnTo>
                  <a:lnTo>
                    <a:pt x="270793" y="632063"/>
                  </a:lnTo>
                  <a:lnTo>
                    <a:pt x="317753" y="635508"/>
                  </a:lnTo>
                  <a:lnTo>
                    <a:pt x="364714" y="632063"/>
                  </a:lnTo>
                  <a:lnTo>
                    <a:pt x="409534" y="622056"/>
                  </a:lnTo>
                  <a:lnTo>
                    <a:pt x="451721" y="605978"/>
                  </a:lnTo>
                  <a:lnTo>
                    <a:pt x="490784" y="584321"/>
                  </a:lnTo>
                  <a:lnTo>
                    <a:pt x="526233" y="557576"/>
                  </a:lnTo>
                  <a:lnTo>
                    <a:pt x="557576" y="526233"/>
                  </a:lnTo>
                  <a:lnTo>
                    <a:pt x="584321" y="490784"/>
                  </a:lnTo>
                  <a:lnTo>
                    <a:pt x="605978" y="451721"/>
                  </a:lnTo>
                  <a:lnTo>
                    <a:pt x="622056" y="409534"/>
                  </a:lnTo>
                  <a:lnTo>
                    <a:pt x="632063" y="364714"/>
                  </a:lnTo>
                  <a:lnTo>
                    <a:pt x="635508" y="317753"/>
                  </a:lnTo>
                  <a:lnTo>
                    <a:pt x="632063" y="270793"/>
                  </a:lnTo>
                  <a:lnTo>
                    <a:pt x="622056" y="225973"/>
                  </a:lnTo>
                  <a:lnTo>
                    <a:pt x="605978" y="183786"/>
                  </a:lnTo>
                  <a:lnTo>
                    <a:pt x="584321" y="144723"/>
                  </a:lnTo>
                  <a:lnTo>
                    <a:pt x="557576" y="109274"/>
                  </a:lnTo>
                  <a:lnTo>
                    <a:pt x="526233" y="77931"/>
                  </a:lnTo>
                  <a:lnTo>
                    <a:pt x="490784" y="51186"/>
                  </a:lnTo>
                  <a:lnTo>
                    <a:pt x="451721" y="29529"/>
                  </a:lnTo>
                  <a:lnTo>
                    <a:pt x="409534" y="13451"/>
                  </a:lnTo>
                  <a:lnTo>
                    <a:pt x="364714" y="3444"/>
                  </a:lnTo>
                  <a:lnTo>
                    <a:pt x="317753" y="0"/>
                  </a:lnTo>
                  <a:close/>
                </a:path>
              </a:pathLst>
            </a:custGeom>
            <a:solidFill>
              <a:srgbClr val="0078D6"/>
            </a:solidFill>
          </p:spPr>
          <p:txBody>
            <a:bodyPr wrap="square" lIns="0" tIns="0" rIns="0" bIns="0" rtlCol="0"/>
            <a:lstStyle/>
            <a:p>
              <a:endParaRPr/>
            </a:p>
          </p:txBody>
        </p:sp>
        <p:sp>
          <p:nvSpPr>
            <p:cNvPr id="25" name="object 25"/>
            <p:cNvSpPr/>
            <p:nvPr/>
          </p:nvSpPr>
          <p:spPr>
            <a:xfrm>
              <a:off x="5888736" y="2049780"/>
              <a:ext cx="364490" cy="306705"/>
            </a:xfrm>
            <a:custGeom>
              <a:avLst/>
              <a:gdLst/>
              <a:ahLst/>
              <a:cxnLst/>
              <a:rect l="l" t="t" r="r" b="b"/>
              <a:pathLst>
                <a:path w="364489" h="306705">
                  <a:moveTo>
                    <a:pt x="182117" y="0"/>
                  </a:moveTo>
                  <a:lnTo>
                    <a:pt x="0" y="306324"/>
                  </a:lnTo>
                  <a:lnTo>
                    <a:pt x="364236" y="306324"/>
                  </a:lnTo>
                  <a:lnTo>
                    <a:pt x="352079" y="285877"/>
                  </a:lnTo>
                  <a:lnTo>
                    <a:pt x="34543" y="285877"/>
                  </a:lnTo>
                  <a:lnTo>
                    <a:pt x="182117" y="39878"/>
                  </a:lnTo>
                  <a:lnTo>
                    <a:pt x="205826" y="39878"/>
                  </a:lnTo>
                  <a:lnTo>
                    <a:pt x="182117" y="0"/>
                  </a:lnTo>
                  <a:close/>
                </a:path>
                <a:path w="364489" h="306705">
                  <a:moveTo>
                    <a:pt x="205826" y="39878"/>
                  </a:moveTo>
                  <a:lnTo>
                    <a:pt x="182117" y="39878"/>
                  </a:lnTo>
                  <a:lnTo>
                    <a:pt x="329691" y="285877"/>
                  </a:lnTo>
                  <a:lnTo>
                    <a:pt x="352079" y="285877"/>
                  </a:lnTo>
                  <a:lnTo>
                    <a:pt x="205826" y="39878"/>
                  </a:lnTo>
                  <a:close/>
                </a:path>
              </a:pathLst>
            </a:custGeom>
            <a:solidFill>
              <a:srgbClr val="FFFFFF"/>
            </a:solidFill>
          </p:spPr>
          <p:txBody>
            <a:bodyPr wrap="square" lIns="0" tIns="0" rIns="0" bIns="0" rtlCol="0"/>
            <a:lstStyle/>
            <a:p>
              <a:endParaRPr/>
            </a:p>
          </p:txBody>
        </p:sp>
        <p:sp>
          <p:nvSpPr>
            <p:cNvPr id="26" name="object 26"/>
            <p:cNvSpPr/>
            <p:nvPr/>
          </p:nvSpPr>
          <p:spPr>
            <a:xfrm>
              <a:off x="5888736" y="2049780"/>
              <a:ext cx="364490" cy="306705"/>
            </a:xfrm>
            <a:custGeom>
              <a:avLst/>
              <a:gdLst/>
              <a:ahLst/>
              <a:cxnLst/>
              <a:rect l="l" t="t" r="r" b="b"/>
              <a:pathLst>
                <a:path w="364489" h="306705">
                  <a:moveTo>
                    <a:pt x="364236" y="306324"/>
                  </a:moveTo>
                  <a:lnTo>
                    <a:pt x="0" y="306324"/>
                  </a:lnTo>
                  <a:lnTo>
                    <a:pt x="182117" y="0"/>
                  </a:lnTo>
                  <a:lnTo>
                    <a:pt x="364236" y="306324"/>
                  </a:lnTo>
                  <a:close/>
                </a:path>
                <a:path w="364489" h="306705">
                  <a:moveTo>
                    <a:pt x="34543" y="285877"/>
                  </a:moveTo>
                  <a:lnTo>
                    <a:pt x="329691" y="285877"/>
                  </a:lnTo>
                  <a:lnTo>
                    <a:pt x="182117" y="39878"/>
                  </a:lnTo>
                  <a:lnTo>
                    <a:pt x="34543" y="285877"/>
                  </a:lnTo>
                  <a:close/>
                </a:path>
              </a:pathLst>
            </a:custGeom>
            <a:ln w="9144">
              <a:solidFill>
                <a:srgbClr val="0078D6"/>
              </a:solidFill>
            </a:ln>
          </p:spPr>
          <p:txBody>
            <a:bodyPr wrap="square" lIns="0" tIns="0" rIns="0" bIns="0" rtlCol="0"/>
            <a:lstStyle/>
            <a:p>
              <a:endParaRPr/>
            </a:p>
          </p:txBody>
        </p:sp>
        <p:sp>
          <p:nvSpPr>
            <p:cNvPr id="27" name="object 27"/>
            <p:cNvSpPr/>
            <p:nvPr/>
          </p:nvSpPr>
          <p:spPr>
            <a:xfrm>
              <a:off x="6060948" y="2148840"/>
              <a:ext cx="20320" cy="120650"/>
            </a:xfrm>
            <a:custGeom>
              <a:avLst/>
              <a:gdLst/>
              <a:ahLst/>
              <a:cxnLst/>
              <a:rect l="l" t="t" r="r" b="b"/>
              <a:pathLst>
                <a:path w="20320" h="120650">
                  <a:moveTo>
                    <a:pt x="19812" y="0"/>
                  </a:moveTo>
                  <a:lnTo>
                    <a:pt x="0" y="0"/>
                  </a:lnTo>
                  <a:lnTo>
                    <a:pt x="0" y="120396"/>
                  </a:lnTo>
                  <a:lnTo>
                    <a:pt x="19812" y="120396"/>
                  </a:lnTo>
                  <a:lnTo>
                    <a:pt x="19812" y="0"/>
                  </a:lnTo>
                  <a:close/>
                </a:path>
              </a:pathLst>
            </a:custGeom>
            <a:solidFill>
              <a:srgbClr val="FFFFFF"/>
            </a:solidFill>
          </p:spPr>
          <p:txBody>
            <a:bodyPr wrap="square" lIns="0" tIns="0" rIns="0" bIns="0" rtlCol="0"/>
            <a:lstStyle/>
            <a:p>
              <a:endParaRPr/>
            </a:p>
          </p:txBody>
        </p:sp>
        <p:sp>
          <p:nvSpPr>
            <p:cNvPr id="28" name="object 28"/>
            <p:cNvSpPr/>
            <p:nvPr/>
          </p:nvSpPr>
          <p:spPr>
            <a:xfrm>
              <a:off x="6060948" y="2148840"/>
              <a:ext cx="20320" cy="120650"/>
            </a:xfrm>
            <a:custGeom>
              <a:avLst/>
              <a:gdLst/>
              <a:ahLst/>
              <a:cxnLst/>
              <a:rect l="l" t="t" r="r" b="b"/>
              <a:pathLst>
                <a:path w="20320" h="120650">
                  <a:moveTo>
                    <a:pt x="0" y="120396"/>
                  </a:moveTo>
                  <a:lnTo>
                    <a:pt x="19812" y="120396"/>
                  </a:lnTo>
                  <a:lnTo>
                    <a:pt x="19812" y="0"/>
                  </a:lnTo>
                  <a:lnTo>
                    <a:pt x="0" y="0"/>
                  </a:lnTo>
                  <a:lnTo>
                    <a:pt x="0" y="120396"/>
                  </a:lnTo>
                  <a:close/>
                </a:path>
              </a:pathLst>
            </a:custGeom>
            <a:ln w="9144">
              <a:solidFill>
                <a:srgbClr val="0078D6"/>
              </a:solidFill>
            </a:ln>
          </p:spPr>
          <p:txBody>
            <a:bodyPr wrap="square" lIns="0" tIns="0" rIns="0" bIns="0" rtlCol="0"/>
            <a:lstStyle/>
            <a:p>
              <a:endParaRPr/>
            </a:p>
          </p:txBody>
        </p:sp>
        <p:sp>
          <p:nvSpPr>
            <p:cNvPr id="29" name="object 29"/>
            <p:cNvSpPr/>
            <p:nvPr/>
          </p:nvSpPr>
          <p:spPr>
            <a:xfrm>
              <a:off x="6060948" y="2293620"/>
              <a:ext cx="20320" cy="20320"/>
            </a:xfrm>
            <a:custGeom>
              <a:avLst/>
              <a:gdLst/>
              <a:ahLst/>
              <a:cxnLst/>
              <a:rect l="l" t="t" r="r" b="b"/>
              <a:pathLst>
                <a:path w="20320" h="20319">
                  <a:moveTo>
                    <a:pt x="19812" y="0"/>
                  </a:moveTo>
                  <a:lnTo>
                    <a:pt x="0" y="0"/>
                  </a:lnTo>
                  <a:lnTo>
                    <a:pt x="0" y="19812"/>
                  </a:lnTo>
                  <a:lnTo>
                    <a:pt x="19812" y="19812"/>
                  </a:lnTo>
                  <a:lnTo>
                    <a:pt x="19812" y="0"/>
                  </a:lnTo>
                  <a:close/>
                </a:path>
              </a:pathLst>
            </a:custGeom>
            <a:solidFill>
              <a:srgbClr val="FFFFFF"/>
            </a:solidFill>
          </p:spPr>
          <p:txBody>
            <a:bodyPr wrap="square" lIns="0" tIns="0" rIns="0" bIns="0" rtlCol="0"/>
            <a:lstStyle/>
            <a:p>
              <a:endParaRPr/>
            </a:p>
          </p:txBody>
        </p:sp>
        <p:sp>
          <p:nvSpPr>
            <p:cNvPr id="30" name="object 30"/>
            <p:cNvSpPr/>
            <p:nvPr/>
          </p:nvSpPr>
          <p:spPr>
            <a:xfrm>
              <a:off x="6060948" y="2293620"/>
              <a:ext cx="20320" cy="20320"/>
            </a:xfrm>
            <a:custGeom>
              <a:avLst/>
              <a:gdLst/>
              <a:ahLst/>
              <a:cxnLst/>
              <a:rect l="l" t="t" r="r" b="b"/>
              <a:pathLst>
                <a:path w="20320" h="20319">
                  <a:moveTo>
                    <a:pt x="0" y="19812"/>
                  </a:moveTo>
                  <a:lnTo>
                    <a:pt x="19812" y="19812"/>
                  </a:lnTo>
                  <a:lnTo>
                    <a:pt x="19812" y="0"/>
                  </a:lnTo>
                  <a:lnTo>
                    <a:pt x="0" y="0"/>
                  </a:lnTo>
                  <a:lnTo>
                    <a:pt x="0" y="19812"/>
                  </a:lnTo>
                  <a:close/>
                </a:path>
              </a:pathLst>
            </a:custGeom>
            <a:ln w="9144">
              <a:solidFill>
                <a:srgbClr val="0078D6"/>
              </a:solidFill>
            </a:ln>
          </p:spPr>
          <p:txBody>
            <a:bodyPr wrap="square" lIns="0" tIns="0" rIns="0" bIns="0" rtlCol="0"/>
            <a:lstStyle/>
            <a:p>
              <a:endParaRPr/>
            </a:p>
          </p:txBody>
        </p:sp>
        <p:sp>
          <p:nvSpPr>
            <p:cNvPr id="31" name="object 31"/>
            <p:cNvSpPr/>
            <p:nvPr/>
          </p:nvSpPr>
          <p:spPr>
            <a:xfrm>
              <a:off x="8029194" y="3116579"/>
              <a:ext cx="2022475" cy="635635"/>
            </a:xfrm>
            <a:custGeom>
              <a:avLst/>
              <a:gdLst/>
              <a:ahLst/>
              <a:cxnLst/>
              <a:rect l="l" t="t" r="r" b="b"/>
              <a:pathLst>
                <a:path w="2022475" h="635635">
                  <a:moveTo>
                    <a:pt x="2022348" y="311658"/>
                  </a:moveTo>
                  <a:lnTo>
                    <a:pt x="2002536" y="301752"/>
                  </a:lnTo>
                  <a:lnTo>
                    <a:pt x="1946148" y="273558"/>
                  </a:lnTo>
                  <a:lnTo>
                    <a:pt x="1964944" y="301752"/>
                  </a:lnTo>
                  <a:lnTo>
                    <a:pt x="1741512" y="301752"/>
                  </a:lnTo>
                  <a:lnTo>
                    <a:pt x="1739239" y="270802"/>
                  </a:lnTo>
                  <a:lnTo>
                    <a:pt x="1729232" y="225983"/>
                  </a:lnTo>
                  <a:lnTo>
                    <a:pt x="1713153" y="183794"/>
                  </a:lnTo>
                  <a:lnTo>
                    <a:pt x="1691500" y="144729"/>
                  </a:lnTo>
                  <a:lnTo>
                    <a:pt x="1664754" y="109283"/>
                  </a:lnTo>
                  <a:lnTo>
                    <a:pt x="1633410" y="77939"/>
                  </a:lnTo>
                  <a:lnTo>
                    <a:pt x="1597964" y="51193"/>
                  </a:lnTo>
                  <a:lnTo>
                    <a:pt x="1558899" y="29540"/>
                  </a:lnTo>
                  <a:lnTo>
                    <a:pt x="1516710" y="13462"/>
                  </a:lnTo>
                  <a:lnTo>
                    <a:pt x="1471891" y="3454"/>
                  </a:lnTo>
                  <a:lnTo>
                    <a:pt x="1424940" y="0"/>
                  </a:lnTo>
                  <a:lnTo>
                    <a:pt x="1377975" y="3454"/>
                  </a:lnTo>
                  <a:lnTo>
                    <a:pt x="1333157" y="13462"/>
                  </a:lnTo>
                  <a:lnTo>
                    <a:pt x="1290967" y="29540"/>
                  </a:lnTo>
                  <a:lnTo>
                    <a:pt x="1251902" y="51193"/>
                  </a:lnTo>
                  <a:lnTo>
                    <a:pt x="1216456" y="77939"/>
                  </a:lnTo>
                  <a:lnTo>
                    <a:pt x="1185113" y="109283"/>
                  </a:lnTo>
                  <a:lnTo>
                    <a:pt x="1158367" y="144729"/>
                  </a:lnTo>
                  <a:lnTo>
                    <a:pt x="1136713" y="183794"/>
                  </a:lnTo>
                  <a:lnTo>
                    <a:pt x="1120635" y="225983"/>
                  </a:lnTo>
                  <a:lnTo>
                    <a:pt x="1110627" y="270802"/>
                  </a:lnTo>
                  <a:lnTo>
                    <a:pt x="1108354" y="301752"/>
                  </a:lnTo>
                  <a:lnTo>
                    <a:pt x="0" y="301752"/>
                  </a:lnTo>
                  <a:lnTo>
                    <a:pt x="0" y="321564"/>
                  </a:lnTo>
                  <a:lnTo>
                    <a:pt x="1107452" y="321564"/>
                  </a:lnTo>
                  <a:lnTo>
                    <a:pt x="1110627" y="364718"/>
                  </a:lnTo>
                  <a:lnTo>
                    <a:pt x="1120635" y="409536"/>
                  </a:lnTo>
                  <a:lnTo>
                    <a:pt x="1136713" y="451726"/>
                  </a:lnTo>
                  <a:lnTo>
                    <a:pt x="1158367" y="490791"/>
                  </a:lnTo>
                  <a:lnTo>
                    <a:pt x="1185113" y="526237"/>
                  </a:lnTo>
                  <a:lnTo>
                    <a:pt x="1216456" y="557580"/>
                  </a:lnTo>
                  <a:lnTo>
                    <a:pt x="1251902" y="584327"/>
                  </a:lnTo>
                  <a:lnTo>
                    <a:pt x="1290967" y="605980"/>
                  </a:lnTo>
                  <a:lnTo>
                    <a:pt x="1333157" y="622058"/>
                  </a:lnTo>
                  <a:lnTo>
                    <a:pt x="1377975" y="632066"/>
                  </a:lnTo>
                  <a:lnTo>
                    <a:pt x="1424940" y="635508"/>
                  </a:lnTo>
                  <a:lnTo>
                    <a:pt x="1471891" y="632066"/>
                  </a:lnTo>
                  <a:lnTo>
                    <a:pt x="1516710" y="622058"/>
                  </a:lnTo>
                  <a:lnTo>
                    <a:pt x="1558899" y="605980"/>
                  </a:lnTo>
                  <a:lnTo>
                    <a:pt x="1597964" y="584327"/>
                  </a:lnTo>
                  <a:lnTo>
                    <a:pt x="1633410" y="557580"/>
                  </a:lnTo>
                  <a:lnTo>
                    <a:pt x="1664754" y="526237"/>
                  </a:lnTo>
                  <a:lnTo>
                    <a:pt x="1691500" y="490791"/>
                  </a:lnTo>
                  <a:lnTo>
                    <a:pt x="1713153" y="451726"/>
                  </a:lnTo>
                  <a:lnTo>
                    <a:pt x="1729232" y="409536"/>
                  </a:lnTo>
                  <a:lnTo>
                    <a:pt x="1739239" y="364718"/>
                  </a:lnTo>
                  <a:lnTo>
                    <a:pt x="1742401" y="321564"/>
                  </a:lnTo>
                  <a:lnTo>
                    <a:pt x="1964944" y="321564"/>
                  </a:lnTo>
                  <a:lnTo>
                    <a:pt x="1946148" y="349758"/>
                  </a:lnTo>
                  <a:lnTo>
                    <a:pt x="2002536" y="321564"/>
                  </a:lnTo>
                  <a:lnTo>
                    <a:pt x="2022348" y="311658"/>
                  </a:lnTo>
                  <a:close/>
                </a:path>
              </a:pathLst>
            </a:custGeom>
            <a:solidFill>
              <a:srgbClr val="0078D6"/>
            </a:solidFill>
          </p:spPr>
          <p:txBody>
            <a:bodyPr wrap="square" lIns="0" tIns="0" rIns="0" bIns="0" rtlCol="0"/>
            <a:lstStyle/>
            <a:p>
              <a:endParaRPr/>
            </a:p>
          </p:txBody>
        </p:sp>
        <p:sp>
          <p:nvSpPr>
            <p:cNvPr id="32" name="object 32"/>
            <p:cNvSpPr/>
            <p:nvPr/>
          </p:nvSpPr>
          <p:spPr>
            <a:xfrm>
              <a:off x="9272016" y="3246120"/>
              <a:ext cx="364490" cy="304800"/>
            </a:xfrm>
            <a:custGeom>
              <a:avLst/>
              <a:gdLst/>
              <a:ahLst/>
              <a:cxnLst/>
              <a:rect l="l" t="t" r="r" b="b"/>
              <a:pathLst>
                <a:path w="364490" h="304800">
                  <a:moveTo>
                    <a:pt x="182117" y="0"/>
                  </a:moveTo>
                  <a:lnTo>
                    <a:pt x="0" y="304800"/>
                  </a:lnTo>
                  <a:lnTo>
                    <a:pt x="364235" y="304800"/>
                  </a:lnTo>
                  <a:lnTo>
                    <a:pt x="352094" y="284479"/>
                  </a:lnTo>
                  <a:lnTo>
                    <a:pt x="34543" y="284479"/>
                  </a:lnTo>
                  <a:lnTo>
                    <a:pt x="182117" y="39624"/>
                  </a:lnTo>
                  <a:lnTo>
                    <a:pt x="205793" y="39624"/>
                  </a:lnTo>
                  <a:lnTo>
                    <a:pt x="182117" y="0"/>
                  </a:lnTo>
                  <a:close/>
                </a:path>
                <a:path w="364490" h="304800">
                  <a:moveTo>
                    <a:pt x="205793" y="39624"/>
                  </a:moveTo>
                  <a:lnTo>
                    <a:pt x="182117" y="39624"/>
                  </a:lnTo>
                  <a:lnTo>
                    <a:pt x="329691" y="284479"/>
                  </a:lnTo>
                  <a:lnTo>
                    <a:pt x="352094" y="284479"/>
                  </a:lnTo>
                  <a:lnTo>
                    <a:pt x="205793" y="39624"/>
                  </a:lnTo>
                  <a:close/>
                </a:path>
              </a:pathLst>
            </a:custGeom>
            <a:solidFill>
              <a:srgbClr val="FFFFFF"/>
            </a:solidFill>
          </p:spPr>
          <p:txBody>
            <a:bodyPr wrap="square" lIns="0" tIns="0" rIns="0" bIns="0" rtlCol="0"/>
            <a:lstStyle/>
            <a:p>
              <a:endParaRPr/>
            </a:p>
          </p:txBody>
        </p:sp>
        <p:sp>
          <p:nvSpPr>
            <p:cNvPr id="33" name="object 33"/>
            <p:cNvSpPr/>
            <p:nvPr/>
          </p:nvSpPr>
          <p:spPr>
            <a:xfrm>
              <a:off x="9272016" y="3246120"/>
              <a:ext cx="364490" cy="304800"/>
            </a:xfrm>
            <a:custGeom>
              <a:avLst/>
              <a:gdLst/>
              <a:ahLst/>
              <a:cxnLst/>
              <a:rect l="l" t="t" r="r" b="b"/>
              <a:pathLst>
                <a:path w="364490" h="304800">
                  <a:moveTo>
                    <a:pt x="364235" y="304800"/>
                  </a:moveTo>
                  <a:lnTo>
                    <a:pt x="0" y="304800"/>
                  </a:lnTo>
                  <a:lnTo>
                    <a:pt x="182117" y="0"/>
                  </a:lnTo>
                  <a:lnTo>
                    <a:pt x="364235" y="304800"/>
                  </a:lnTo>
                  <a:close/>
                </a:path>
                <a:path w="364490" h="304800">
                  <a:moveTo>
                    <a:pt x="34543" y="284479"/>
                  </a:moveTo>
                  <a:lnTo>
                    <a:pt x="329691" y="284479"/>
                  </a:lnTo>
                  <a:lnTo>
                    <a:pt x="182117" y="39624"/>
                  </a:lnTo>
                  <a:lnTo>
                    <a:pt x="34543" y="284479"/>
                  </a:lnTo>
                  <a:close/>
                </a:path>
              </a:pathLst>
            </a:custGeom>
            <a:ln w="9144">
              <a:solidFill>
                <a:srgbClr val="0078D6"/>
              </a:solidFill>
            </a:ln>
          </p:spPr>
          <p:txBody>
            <a:bodyPr wrap="square" lIns="0" tIns="0" rIns="0" bIns="0" rtlCol="0"/>
            <a:lstStyle/>
            <a:p>
              <a:endParaRPr/>
            </a:p>
          </p:txBody>
        </p:sp>
        <p:sp>
          <p:nvSpPr>
            <p:cNvPr id="34" name="object 34"/>
            <p:cNvSpPr/>
            <p:nvPr/>
          </p:nvSpPr>
          <p:spPr>
            <a:xfrm>
              <a:off x="9444228" y="3345180"/>
              <a:ext cx="21590" cy="120650"/>
            </a:xfrm>
            <a:custGeom>
              <a:avLst/>
              <a:gdLst/>
              <a:ahLst/>
              <a:cxnLst/>
              <a:rect l="l" t="t" r="r" b="b"/>
              <a:pathLst>
                <a:path w="21590" h="120650">
                  <a:moveTo>
                    <a:pt x="21335" y="0"/>
                  </a:moveTo>
                  <a:lnTo>
                    <a:pt x="0" y="0"/>
                  </a:lnTo>
                  <a:lnTo>
                    <a:pt x="0" y="120396"/>
                  </a:lnTo>
                  <a:lnTo>
                    <a:pt x="21335" y="120396"/>
                  </a:lnTo>
                  <a:lnTo>
                    <a:pt x="21335" y="0"/>
                  </a:lnTo>
                  <a:close/>
                </a:path>
              </a:pathLst>
            </a:custGeom>
            <a:solidFill>
              <a:srgbClr val="FFFFFF"/>
            </a:solidFill>
          </p:spPr>
          <p:txBody>
            <a:bodyPr wrap="square" lIns="0" tIns="0" rIns="0" bIns="0" rtlCol="0"/>
            <a:lstStyle/>
            <a:p>
              <a:endParaRPr/>
            </a:p>
          </p:txBody>
        </p:sp>
        <p:sp>
          <p:nvSpPr>
            <p:cNvPr id="35" name="object 35"/>
            <p:cNvSpPr/>
            <p:nvPr/>
          </p:nvSpPr>
          <p:spPr>
            <a:xfrm>
              <a:off x="9444228" y="3345180"/>
              <a:ext cx="21590" cy="120650"/>
            </a:xfrm>
            <a:custGeom>
              <a:avLst/>
              <a:gdLst/>
              <a:ahLst/>
              <a:cxnLst/>
              <a:rect l="l" t="t" r="r" b="b"/>
              <a:pathLst>
                <a:path w="21590" h="120650">
                  <a:moveTo>
                    <a:pt x="0" y="120396"/>
                  </a:moveTo>
                  <a:lnTo>
                    <a:pt x="21335" y="120396"/>
                  </a:lnTo>
                  <a:lnTo>
                    <a:pt x="21335" y="0"/>
                  </a:lnTo>
                  <a:lnTo>
                    <a:pt x="0" y="0"/>
                  </a:lnTo>
                  <a:lnTo>
                    <a:pt x="0" y="120396"/>
                  </a:lnTo>
                  <a:close/>
                </a:path>
              </a:pathLst>
            </a:custGeom>
            <a:ln w="9144">
              <a:solidFill>
                <a:srgbClr val="0078D6"/>
              </a:solidFill>
            </a:ln>
          </p:spPr>
          <p:txBody>
            <a:bodyPr wrap="square" lIns="0" tIns="0" rIns="0" bIns="0" rtlCol="0"/>
            <a:lstStyle/>
            <a:p>
              <a:endParaRPr/>
            </a:p>
          </p:txBody>
        </p:sp>
        <p:sp>
          <p:nvSpPr>
            <p:cNvPr id="36" name="object 36"/>
            <p:cNvSpPr/>
            <p:nvPr/>
          </p:nvSpPr>
          <p:spPr>
            <a:xfrm>
              <a:off x="9444228" y="3489960"/>
              <a:ext cx="21590" cy="20320"/>
            </a:xfrm>
            <a:custGeom>
              <a:avLst/>
              <a:gdLst/>
              <a:ahLst/>
              <a:cxnLst/>
              <a:rect l="l" t="t" r="r" b="b"/>
              <a:pathLst>
                <a:path w="21590" h="20320">
                  <a:moveTo>
                    <a:pt x="21335" y="0"/>
                  </a:moveTo>
                  <a:lnTo>
                    <a:pt x="0" y="0"/>
                  </a:lnTo>
                  <a:lnTo>
                    <a:pt x="0" y="19812"/>
                  </a:lnTo>
                  <a:lnTo>
                    <a:pt x="21335" y="19812"/>
                  </a:lnTo>
                  <a:lnTo>
                    <a:pt x="21335" y="0"/>
                  </a:lnTo>
                  <a:close/>
                </a:path>
              </a:pathLst>
            </a:custGeom>
            <a:solidFill>
              <a:srgbClr val="FFFFFF"/>
            </a:solidFill>
          </p:spPr>
          <p:txBody>
            <a:bodyPr wrap="square" lIns="0" tIns="0" rIns="0" bIns="0" rtlCol="0"/>
            <a:lstStyle/>
            <a:p>
              <a:endParaRPr/>
            </a:p>
          </p:txBody>
        </p:sp>
        <p:sp>
          <p:nvSpPr>
            <p:cNvPr id="37" name="object 37"/>
            <p:cNvSpPr/>
            <p:nvPr/>
          </p:nvSpPr>
          <p:spPr>
            <a:xfrm>
              <a:off x="9444228" y="3489960"/>
              <a:ext cx="21590" cy="20320"/>
            </a:xfrm>
            <a:custGeom>
              <a:avLst/>
              <a:gdLst/>
              <a:ahLst/>
              <a:cxnLst/>
              <a:rect l="l" t="t" r="r" b="b"/>
              <a:pathLst>
                <a:path w="21590" h="20320">
                  <a:moveTo>
                    <a:pt x="0" y="19812"/>
                  </a:moveTo>
                  <a:lnTo>
                    <a:pt x="21335" y="19812"/>
                  </a:lnTo>
                  <a:lnTo>
                    <a:pt x="21335" y="0"/>
                  </a:lnTo>
                  <a:lnTo>
                    <a:pt x="0" y="0"/>
                  </a:lnTo>
                  <a:lnTo>
                    <a:pt x="0" y="19812"/>
                  </a:lnTo>
                  <a:close/>
                </a:path>
              </a:pathLst>
            </a:custGeom>
            <a:ln w="9144">
              <a:solidFill>
                <a:srgbClr val="0078D6"/>
              </a:solidFill>
            </a:ln>
          </p:spPr>
          <p:txBody>
            <a:bodyPr wrap="square" lIns="0" tIns="0" rIns="0" bIns="0" rtlCol="0"/>
            <a:lstStyle/>
            <a:p>
              <a:endParaRPr/>
            </a:p>
          </p:txBody>
        </p:sp>
        <p:sp>
          <p:nvSpPr>
            <p:cNvPr id="38" name="object 38"/>
            <p:cNvSpPr/>
            <p:nvPr/>
          </p:nvSpPr>
          <p:spPr>
            <a:xfrm>
              <a:off x="6964680" y="2630424"/>
              <a:ext cx="1845945" cy="1844039"/>
            </a:xfrm>
            <a:custGeom>
              <a:avLst/>
              <a:gdLst/>
              <a:ahLst/>
              <a:cxnLst/>
              <a:rect l="l" t="t" r="r" b="b"/>
              <a:pathLst>
                <a:path w="1845945" h="1844039">
                  <a:moveTo>
                    <a:pt x="922781" y="0"/>
                  </a:moveTo>
                  <a:lnTo>
                    <a:pt x="875294" y="1199"/>
                  </a:lnTo>
                  <a:lnTo>
                    <a:pt x="828430" y="4759"/>
                  </a:lnTo>
                  <a:lnTo>
                    <a:pt x="782248" y="10622"/>
                  </a:lnTo>
                  <a:lnTo>
                    <a:pt x="736805" y="18730"/>
                  </a:lnTo>
                  <a:lnTo>
                    <a:pt x="692160" y="29024"/>
                  </a:lnTo>
                  <a:lnTo>
                    <a:pt x="648370" y="41447"/>
                  </a:lnTo>
                  <a:lnTo>
                    <a:pt x="605493" y="55942"/>
                  </a:lnTo>
                  <a:lnTo>
                    <a:pt x="563588" y="72449"/>
                  </a:lnTo>
                  <a:lnTo>
                    <a:pt x="522712" y="90912"/>
                  </a:lnTo>
                  <a:lnTo>
                    <a:pt x="482923" y="111272"/>
                  </a:lnTo>
                  <a:lnTo>
                    <a:pt x="444280" y="133471"/>
                  </a:lnTo>
                  <a:lnTo>
                    <a:pt x="406840" y="157452"/>
                  </a:lnTo>
                  <a:lnTo>
                    <a:pt x="370661" y="183157"/>
                  </a:lnTo>
                  <a:lnTo>
                    <a:pt x="335801" y="210527"/>
                  </a:lnTo>
                  <a:lnTo>
                    <a:pt x="302319" y="239505"/>
                  </a:lnTo>
                  <a:lnTo>
                    <a:pt x="270271" y="270033"/>
                  </a:lnTo>
                  <a:lnTo>
                    <a:pt x="239717" y="302053"/>
                  </a:lnTo>
                  <a:lnTo>
                    <a:pt x="210714" y="335507"/>
                  </a:lnTo>
                  <a:lnTo>
                    <a:pt x="183320" y="370338"/>
                  </a:lnTo>
                  <a:lnTo>
                    <a:pt x="157593" y="406486"/>
                  </a:lnTo>
                  <a:lnTo>
                    <a:pt x="133591" y="443895"/>
                  </a:lnTo>
                  <a:lnTo>
                    <a:pt x="111372" y="482507"/>
                  </a:lnTo>
                  <a:lnTo>
                    <a:pt x="90994" y="522263"/>
                  </a:lnTo>
                  <a:lnTo>
                    <a:pt x="72515" y="563106"/>
                  </a:lnTo>
                  <a:lnTo>
                    <a:pt x="55992" y="604977"/>
                  </a:lnTo>
                  <a:lnTo>
                    <a:pt x="41485" y="647819"/>
                  </a:lnTo>
                  <a:lnTo>
                    <a:pt x="29050" y="691575"/>
                  </a:lnTo>
                  <a:lnTo>
                    <a:pt x="18747" y="736185"/>
                  </a:lnTo>
                  <a:lnTo>
                    <a:pt x="10632" y="781593"/>
                  </a:lnTo>
                  <a:lnTo>
                    <a:pt x="4764" y="827740"/>
                  </a:lnTo>
                  <a:lnTo>
                    <a:pt x="1200" y="874568"/>
                  </a:lnTo>
                  <a:lnTo>
                    <a:pt x="0" y="922020"/>
                  </a:lnTo>
                  <a:lnTo>
                    <a:pt x="1200" y="969471"/>
                  </a:lnTo>
                  <a:lnTo>
                    <a:pt x="4764" y="1016299"/>
                  </a:lnTo>
                  <a:lnTo>
                    <a:pt x="10632" y="1062446"/>
                  </a:lnTo>
                  <a:lnTo>
                    <a:pt x="18747" y="1107854"/>
                  </a:lnTo>
                  <a:lnTo>
                    <a:pt x="29050" y="1152464"/>
                  </a:lnTo>
                  <a:lnTo>
                    <a:pt x="41485" y="1196220"/>
                  </a:lnTo>
                  <a:lnTo>
                    <a:pt x="55992" y="1239062"/>
                  </a:lnTo>
                  <a:lnTo>
                    <a:pt x="72515" y="1280933"/>
                  </a:lnTo>
                  <a:lnTo>
                    <a:pt x="90994" y="1321776"/>
                  </a:lnTo>
                  <a:lnTo>
                    <a:pt x="111372" y="1361532"/>
                  </a:lnTo>
                  <a:lnTo>
                    <a:pt x="133591" y="1400144"/>
                  </a:lnTo>
                  <a:lnTo>
                    <a:pt x="157593" y="1437553"/>
                  </a:lnTo>
                  <a:lnTo>
                    <a:pt x="183320" y="1473701"/>
                  </a:lnTo>
                  <a:lnTo>
                    <a:pt x="210714" y="1508532"/>
                  </a:lnTo>
                  <a:lnTo>
                    <a:pt x="239717" y="1541986"/>
                  </a:lnTo>
                  <a:lnTo>
                    <a:pt x="270271" y="1574006"/>
                  </a:lnTo>
                  <a:lnTo>
                    <a:pt x="302319" y="1604534"/>
                  </a:lnTo>
                  <a:lnTo>
                    <a:pt x="335801" y="1633512"/>
                  </a:lnTo>
                  <a:lnTo>
                    <a:pt x="370661" y="1660882"/>
                  </a:lnTo>
                  <a:lnTo>
                    <a:pt x="406840" y="1686587"/>
                  </a:lnTo>
                  <a:lnTo>
                    <a:pt x="444280" y="1710568"/>
                  </a:lnTo>
                  <a:lnTo>
                    <a:pt x="482923" y="1732767"/>
                  </a:lnTo>
                  <a:lnTo>
                    <a:pt x="522712" y="1753127"/>
                  </a:lnTo>
                  <a:lnTo>
                    <a:pt x="563588" y="1771590"/>
                  </a:lnTo>
                  <a:lnTo>
                    <a:pt x="605493" y="1788097"/>
                  </a:lnTo>
                  <a:lnTo>
                    <a:pt x="648370" y="1802592"/>
                  </a:lnTo>
                  <a:lnTo>
                    <a:pt x="692160" y="1815015"/>
                  </a:lnTo>
                  <a:lnTo>
                    <a:pt x="736805" y="1825309"/>
                  </a:lnTo>
                  <a:lnTo>
                    <a:pt x="782248" y="1833417"/>
                  </a:lnTo>
                  <a:lnTo>
                    <a:pt x="828430" y="1839280"/>
                  </a:lnTo>
                  <a:lnTo>
                    <a:pt x="875294" y="1842840"/>
                  </a:lnTo>
                  <a:lnTo>
                    <a:pt x="922781" y="1844039"/>
                  </a:lnTo>
                  <a:lnTo>
                    <a:pt x="970269" y="1842840"/>
                  </a:lnTo>
                  <a:lnTo>
                    <a:pt x="1017133" y="1839280"/>
                  </a:lnTo>
                  <a:lnTo>
                    <a:pt x="1063315" y="1833417"/>
                  </a:lnTo>
                  <a:lnTo>
                    <a:pt x="1108758" y="1825309"/>
                  </a:lnTo>
                  <a:lnTo>
                    <a:pt x="1153403" y="1815015"/>
                  </a:lnTo>
                  <a:lnTo>
                    <a:pt x="1197193" y="1802592"/>
                  </a:lnTo>
                  <a:lnTo>
                    <a:pt x="1240070" y="1788097"/>
                  </a:lnTo>
                  <a:lnTo>
                    <a:pt x="1281975" y="1771590"/>
                  </a:lnTo>
                  <a:lnTo>
                    <a:pt x="1322851" y="1753127"/>
                  </a:lnTo>
                  <a:lnTo>
                    <a:pt x="1362640" y="1732767"/>
                  </a:lnTo>
                  <a:lnTo>
                    <a:pt x="1401283" y="1710568"/>
                  </a:lnTo>
                  <a:lnTo>
                    <a:pt x="1438723" y="1686587"/>
                  </a:lnTo>
                  <a:lnTo>
                    <a:pt x="1474902" y="1660882"/>
                  </a:lnTo>
                  <a:lnTo>
                    <a:pt x="1509762" y="1633512"/>
                  </a:lnTo>
                  <a:lnTo>
                    <a:pt x="1543244" y="1604534"/>
                  </a:lnTo>
                  <a:lnTo>
                    <a:pt x="1575292" y="1574006"/>
                  </a:lnTo>
                  <a:lnTo>
                    <a:pt x="1605846" y="1541986"/>
                  </a:lnTo>
                  <a:lnTo>
                    <a:pt x="1634849" y="1508532"/>
                  </a:lnTo>
                  <a:lnTo>
                    <a:pt x="1662243" y="1473701"/>
                  </a:lnTo>
                  <a:lnTo>
                    <a:pt x="1687970" y="1437553"/>
                  </a:lnTo>
                  <a:lnTo>
                    <a:pt x="1711972" y="1400144"/>
                  </a:lnTo>
                  <a:lnTo>
                    <a:pt x="1734191" y="1361532"/>
                  </a:lnTo>
                  <a:lnTo>
                    <a:pt x="1754569" y="1321776"/>
                  </a:lnTo>
                  <a:lnTo>
                    <a:pt x="1773048" y="1280933"/>
                  </a:lnTo>
                  <a:lnTo>
                    <a:pt x="1789571" y="1239062"/>
                  </a:lnTo>
                  <a:lnTo>
                    <a:pt x="1804078" y="1196220"/>
                  </a:lnTo>
                  <a:lnTo>
                    <a:pt x="1816513" y="1152464"/>
                  </a:lnTo>
                  <a:lnTo>
                    <a:pt x="1826816" y="1107854"/>
                  </a:lnTo>
                  <a:lnTo>
                    <a:pt x="1834931" y="1062446"/>
                  </a:lnTo>
                  <a:lnTo>
                    <a:pt x="1840799" y="1016299"/>
                  </a:lnTo>
                  <a:lnTo>
                    <a:pt x="1844363" y="969471"/>
                  </a:lnTo>
                  <a:lnTo>
                    <a:pt x="1845564" y="922020"/>
                  </a:lnTo>
                  <a:lnTo>
                    <a:pt x="1844363" y="874568"/>
                  </a:lnTo>
                  <a:lnTo>
                    <a:pt x="1840799" y="827740"/>
                  </a:lnTo>
                  <a:lnTo>
                    <a:pt x="1834931" y="781593"/>
                  </a:lnTo>
                  <a:lnTo>
                    <a:pt x="1826816" y="736185"/>
                  </a:lnTo>
                  <a:lnTo>
                    <a:pt x="1816513" y="691575"/>
                  </a:lnTo>
                  <a:lnTo>
                    <a:pt x="1804078" y="647819"/>
                  </a:lnTo>
                  <a:lnTo>
                    <a:pt x="1789571" y="604977"/>
                  </a:lnTo>
                  <a:lnTo>
                    <a:pt x="1773048" y="563106"/>
                  </a:lnTo>
                  <a:lnTo>
                    <a:pt x="1754569" y="522263"/>
                  </a:lnTo>
                  <a:lnTo>
                    <a:pt x="1734191" y="482507"/>
                  </a:lnTo>
                  <a:lnTo>
                    <a:pt x="1711972" y="443895"/>
                  </a:lnTo>
                  <a:lnTo>
                    <a:pt x="1687970" y="406486"/>
                  </a:lnTo>
                  <a:lnTo>
                    <a:pt x="1662243" y="370338"/>
                  </a:lnTo>
                  <a:lnTo>
                    <a:pt x="1634849" y="335507"/>
                  </a:lnTo>
                  <a:lnTo>
                    <a:pt x="1605846" y="302053"/>
                  </a:lnTo>
                  <a:lnTo>
                    <a:pt x="1575292" y="270033"/>
                  </a:lnTo>
                  <a:lnTo>
                    <a:pt x="1543244" y="239505"/>
                  </a:lnTo>
                  <a:lnTo>
                    <a:pt x="1509762" y="210527"/>
                  </a:lnTo>
                  <a:lnTo>
                    <a:pt x="1474902" y="183157"/>
                  </a:lnTo>
                  <a:lnTo>
                    <a:pt x="1438723" y="157452"/>
                  </a:lnTo>
                  <a:lnTo>
                    <a:pt x="1401283" y="133471"/>
                  </a:lnTo>
                  <a:lnTo>
                    <a:pt x="1362640" y="111272"/>
                  </a:lnTo>
                  <a:lnTo>
                    <a:pt x="1322851" y="90912"/>
                  </a:lnTo>
                  <a:lnTo>
                    <a:pt x="1281975" y="72449"/>
                  </a:lnTo>
                  <a:lnTo>
                    <a:pt x="1240070" y="55942"/>
                  </a:lnTo>
                  <a:lnTo>
                    <a:pt x="1197193" y="41447"/>
                  </a:lnTo>
                  <a:lnTo>
                    <a:pt x="1153403" y="29024"/>
                  </a:lnTo>
                  <a:lnTo>
                    <a:pt x="1108758" y="18730"/>
                  </a:lnTo>
                  <a:lnTo>
                    <a:pt x="1063315" y="10622"/>
                  </a:lnTo>
                  <a:lnTo>
                    <a:pt x="1017133" y="4759"/>
                  </a:lnTo>
                  <a:lnTo>
                    <a:pt x="970269" y="1199"/>
                  </a:lnTo>
                  <a:lnTo>
                    <a:pt x="922781" y="0"/>
                  </a:lnTo>
                  <a:close/>
                </a:path>
              </a:pathLst>
            </a:custGeom>
            <a:solidFill>
              <a:srgbClr val="F1F1F1"/>
            </a:solidFill>
          </p:spPr>
          <p:txBody>
            <a:bodyPr wrap="square" lIns="0" tIns="0" rIns="0" bIns="0" rtlCol="0"/>
            <a:lstStyle/>
            <a:p>
              <a:endParaRPr/>
            </a:p>
          </p:txBody>
        </p:sp>
      </p:grpSp>
      <p:sp>
        <p:nvSpPr>
          <p:cNvPr id="39" name="object 39"/>
          <p:cNvSpPr txBox="1"/>
          <p:nvPr/>
        </p:nvSpPr>
        <p:spPr>
          <a:xfrm>
            <a:off x="6468236" y="1802333"/>
            <a:ext cx="2287270" cy="398780"/>
          </a:xfrm>
          <a:prstGeom prst="rect">
            <a:avLst/>
          </a:prstGeom>
        </p:spPr>
        <p:txBody>
          <a:bodyPr vert="horz" wrap="square" lIns="0" tIns="15875" rIns="0" bIns="0" rtlCol="0">
            <a:spAutoFit/>
          </a:bodyPr>
          <a:lstStyle/>
          <a:p>
            <a:pPr marL="12700">
              <a:lnSpc>
                <a:spcPct val="100000"/>
              </a:lnSpc>
              <a:spcBef>
                <a:spcPts val="125"/>
              </a:spcBef>
            </a:pPr>
            <a:r>
              <a:rPr sz="1200" spc="-130" dirty="0">
                <a:solidFill>
                  <a:srgbClr val="505050"/>
                </a:solidFill>
                <a:latin typeface="Arial Black"/>
                <a:cs typeface="Arial Black"/>
              </a:rPr>
              <a:t>Identifies document</a:t>
            </a:r>
            <a:r>
              <a:rPr sz="1200" spc="-70" dirty="0">
                <a:solidFill>
                  <a:srgbClr val="505050"/>
                </a:solidFill>
                <a:latin typeface="Arial Black"/>
                <a:cs typeface="Arial Black"/>
              </a:rPr>
              <a:t> </a:t>
            </a:r>
            <a:r>
              <a:rPr sz="1200" spc="-120" dirty="0">
                <a:solidFill>
                  <a:srgbClr val="505050"/>
                </a:solidFill>
                <a:latin typeface="Arial Black"/>
                <a:cs typeface="Arial Black"/>
              </a:rPr>
              <a:t>tagged</a:t>
            </a:r>
            <a:endParaRPr sz="1200">
              <a:latin typeface="Arial Black"/>
              <a:cs typeface="Arial Black"/>
            </a:endParaRPr>
          </a:p>
          <a:p>
            <a:pPr marL="12700">
              <a:lnSpc>
                <a:spcPct val="100000"/>
              </a:lnSpc>
              <a:spcBef>
                <a:spcPts val="25"/>
              </a:spcBef>
            </a:pPr>
            <a:r>
              <a:rPr sz="1200" b="1" spc="-15" dirty="0">
                <a:solidFill>
                  <a:srgbClr val="505050"/>
                </a:solidFill>
                <a:latin typeface="Arial"/>
                <a:cs typeface="Arial"/>
              </a:rPr>
              <a:t>INTERNAL </a:t>
            </a:r>
            <a:r>
              <a:rPr sz="1200" spc="-110" dirty="0">
                <a:solidFill>
                  <a:srgbClr val="505050"/>
                </a:solidFill>
                <a:latin typeface="Arial Black"/>
                <a:cs typeface="Arial Black"/>
              </a:rPr>
              <a:t>being </a:t>
            </a:r>
            <a:r>
              <a:rPr sz="1200" spc="-150" dirty="0">
                <a:solidFill>
                  <a:srgbClr val="505050"/>
                </a:solidFill>
                <a:latin typeface="Arial Black"/>
                <a:cs typeface="Arial Black"/>
              </a:rPr>
              <a:t>shared</a:t>
            </a:r>
            <a:r>
              <a:rPr sz="1200" spc="-95" dirty="0">
                <a:solidFill>
                  <a:srgbClr val="505050"/>
                </a:solidFill>
                <a:latin typeface="Arial Black"/>
                <a:cs typeface="Arial Black"/>
              </a:rPr>
              <a:t> </a:t>
            </a:r>
            <a:r>
              <a:rPr sz="1200" spc="-120" dirty="0">
                <a:solidFill>
                  <a:srgbClr val="505050"/>
                </a:solidFill>
                <a:latin typeface="Arial Black"/>
                <a:cs typeface="Arial Black"/>
              </a:rPr>
              <a:t>publicly</a:t>
            </a:r>
            <a:endParaRPr sz="1200">
              <a:latin typeface="Arial Black"/>
              <a:cs typeface="Arial Black"/>
            </a:endParaRPr>
          </a:p>
        </p:txBody>
      </p:sp>
      <p:sp>
        <p:nvSpPr>
          <p:cNvPr id="40" name="object 40"/>
          <p:cNvSpPr txBox="1"/>
          <p:nvPr/>
        </p:nvSpPr>
        <p:spPr>
          <a:xfrm>
            <a:off x="4614164" y="3142233"/>
            <a:ext cx="626745" cy="330200"/>
          </a:xfrm>
          <a:prstGeom prst="rect">
            <a:avLst/>
          </a:prstGeom>
        </p:spPr>
        <p:txBody>
          <a:bodyPr vert="horz" wrap="square" lIns="0" tIns="12065" rIns="0" bIns="0" rtlCol="0">
            <a:spAutoFit/>
          </a:bodyPr>
          <a:lstStyle/>
          <a:p>
            <a:pPr marL="12700" marR="5080">
              <a:lnSpc>
                <a:spcPct val="100000"/>
              </a:lnSpc>
              <a:spcBef>
                <a:spcPts val="95"/>
              </a:spcBef>
            </a:pPr>
            <a:r>
              <a:rPr sz="1000" spc="-105" dirty="0">
                <a:solidFill>
                  <a:srgbClr val="C00000"/>
                </a:solidFill>
                <a:latin typeface="Arial Black"/>
                <a:cs typeface="Arial Black"/>
              </a:rPr>
              <a:t>Move </a:t>
            </a:r>
            <a:r>
              <a:rPr sz="1000" spc="-95" dirty="0">
                <a:solidFill>
                  <a:srgbClr val="C00000"/>
                </a:solidFill>
                <a:latin typeface="Arial Black"/>
                <a:cs typeface="Arial Black"/>
              </a:rPr>
              <a:t>to  </a:t>
            </a:r>
            <a:r>
              <a:rPr sz="1000" spc="-125" dirty="0">
                <a:solidFill>
                  <a:srgbClr val="C00000"/>
                </a:solidFill>
                <a:latin typeface="Arial Black"/>
                <a:cs typeface="Arial Black"/>
              </a:rPr>
              <a:t>quaran</a:t>
            </a:r>
            <a:r>
              <a:rPr sz="1000" spc="-95" dirty="0">
                <a:solidFill>
                  <a:srgbClr val="C00000"/>
                </a:solidFill>
                <a:latin typeface="Arial Black"/>
                <a:cs typeface="Arial Black"/>
              </a:rPr>
              <a:t>t</a:t>
            </a:r>
            <a:r>
              <a:rPr sz="1000" spc="-120" dirty="0">
                <a:solidFill>
                  <a:srgbClr val="C00000"/>
                </a:solidFill>
                <a:latin typeface="Arial Black"/>
                <a:cs typeface="Arial Black"/>
              </a:rPr>
              <a:t>ine</a:t>
            </a:r>
            <a:endParaRPr sz="1000">
              <a:latin typeface="Arial Black"/>
              <a:cs typeface="Arial Black"/>
            </a:endParaRPr>
          </a:p>
        </p:txBody>
      </p:sp>
      <p:sp>
        <p:nvSpPr>
          <p:cNvPr id="41" name="object 41"/>
          <p:cNvSpPr/>
          <p:nvPr/>
        </p:nvSpPr>
        <p:spPr>
          <a:xfrm>
            <a:off x="1152144" y="2488438"/>
            <a:ext cx="2456688" cy="1481582"/>
          </a:xfrm>
          <a:prstGeom prst="rect">
            <a:avLst/>
          </a:prstGeom>
          <a:blipFill>
            <a:blip r:embed="rId6" cstate="print"/>
            <a:stretch>
              <a:fillRect/>
            </a:stretch>
          </a:blipFill>
        </p:spPr>
        <p:txBody>
          <a:bodyPr wrap="square" lIns="0" tIns="0" rIns="0" bIns="0" rtlCol="0"/>
          <a:lstStyle/>
          <a:p>
            <a:endParaRPr/>
          </a:p>
        </p:txBody>
      </p:sp>
      <p:sp>
        <p:nvSpPr>
          <p:cNvPr id="42" name="object 42"/>
          <p:cNvSpPr txBox="1"/>
          <p:nvPr/>
        </p:nvSpPr>
        <p:spPr>
          <a:xfrm>
            <a:off x="5772658" y="3677792"/>
            <a:ext cx="706755" cy="398145"/>
          </a:xfrm>
          <a:prstGeom prst="rect">
            <a:avLst/>
          </a:prstGeom>
        </p:spPr>
        <p:txBody>
          <a:bodyPr vert="horz" wrap="square" lIns="0" tIns="12700" rIns="0" bIns="0" rtlCol="0">
            <a:spAutoFit/>
          </a:bodyPr>
          <a:lstStyle/>
          <a:p>
            <a:pPr marL="12700" marR="5080">
              <a:lnSpc>
                <a:spcPct val="101699"/>
              </a:lnSpc>
              <a:spcBef>
                <a:spcPts val="100"/>
              </a:spcBef>
            </a:pPr>
            <a:r>
              <a:rPr sz="1200" spc="-190" dirty="0">
                <a:solidFill>
                  <a:srgbClr val="505050"/>
                </a:solidFill>
                <a:latin typeface="Arial Black"/>
                <a:cs typeface="Arial Black"/>
              </a:rPr>
              <a:t>Re</a:t>
            </a:r>
            <a:r>
              <a:rPr sz="1200" spc="-155" dirty="0">
                <a:solidFill>
                  <a:srgbClr val="505050"/>
                </a:solidFill>
                <a:latin typeface="Arial Black"/>
                <a:cs typeface="Arial Black"/>
              </a:rPr>
              <a:t>str</a:t>
            </a:r>
            <a:r>
              <a:rPr sz="1200" spc="-105" dirty="0">
                <a:solidFill>
                  <a:srgbClr val="505050"/>
                </a:solidFill>
                <a:latin typeface="Arial Black"/>
                <a:cs typeface="Arial Black"/>
              </a:rPr>
              <a:t>i</a:t>
            </a:r>
            <a:r>
              <a:rPr sz="1200" spc="-130" dirty="0">
                <a:solidFill>
                  <a:srgbClr val="505050"/>
                </a:solidFill>
                <a:latin typeface="Arial Black"/>
                <a:cs typeface="Arial Black"/>
              </a:rPr>
              <a:t>cted  </a:t>
            </a:r>
            <a:r>
              <a:rPr sz="1200" spc="-105" dirty="0">
                <a:solidFill>
                  <a:srgbClr val="505050"/>
                </a:solidFill>
                <a:latin typeface="Arial Black"/>
                <a:cs typeface="Arial Black"/>
              </a:rPr>
              <a:t>to</a:t>
            </a:r>
            <a:r>
              <a:rPr sz="1200" spc="-100" dirty="0">
                <a:solidFill>
                  <a:srgbClr val="505050"/>
                </a:solidFill>
                <a:latin typeface="Arial Black"/>
                <a:cs typeface="Arial Black"/>
              </a:rPr>
              <a:t> </a:t>
            </a:r>
            <a:r>
              <a:rPr sz="1200" spc="-145" dirty="0">
                <a:solidFill>
                  <a:srgbClr val="505050"/>
                </a:solidFill>
                <a:latin typeface="Arial Black"/>
                <a:cs typeface="Arial Black"/>
              </a:rPr>
              <a:t>owner</a:t>
            </a:r>
            <a:endParaRPr sz="1200">
              <a:latin typeface="Arial Black"/>
              <a:cs typeface="Arial Black"/>
            </a:endParaRPr>
          </a:p>
        </p:txBody>
      </p:sp>
      <p:sp>
        <p:nvSpPr>
          <p:cNvPr id="43" name="object 43"/>
          <p:cNvSpPr txBox="1"/>
          <p:nvPr/>
        </p:nvSpPr>
        <p:spPr>
          <a:xfrm>
            <a:off x="1351914" y="2245613"/>
            <a:ext cx="1869439" cy="660400"/>
          </a:xfrm>
          <a:prstGeom prst="rect">
            <a:avLst/>
          </a:prstGeom>
        </p:spPr>
        <p:txBody>
          <a:bodyPr vert="horz" wrap="square" lIns="0" tIns="12700" rIns="0" bIns="0" rtlCol="0">
            <a:spAutoFit/>
          </a:bodyPr>
          <a:lstStyle/>
          <a:p>
            <a:pPr marL="1001394" marR="5080">
              <a:lnSpc>
                <a:spcPct val="101699"/>
              </a:lnSpc>
              <a:spcBef>
                <a:spcPts val="100"/>
              </a:spcBef>
            </a:pPr>
            <a:r>
              <a:rPr sz="1200" spc="-120" dirty="0">
                <a:solidFill>
                  <a:srgbClr val="505050"/>
                </a:solidFill>
                <a:latin typeface="Arial Black"/>
                <a:cs typeface="Arial Black"/>
              </a:rPr>
              <a:t>Uploaded</a:t>
            </a:r>
            <a:r>
              <a:rPr sz="1200" spc="-145" dirty="0">
                <a:solidFill>
                  <a:srgbClr val="505050"/>
                </a:solidFill>
                <a:latin typeface="Arial Black"/>
                <a:cs typeface="Arial Black"/>
              </a:rPr>
              <a:t> </a:t>
            </a:r>
            <a:r>
              <a:rPr sz="1200" spc="-105" dirty="0">
                <a:solidFill>
                  <a:srgbClr val="505050"/>
                </a:solidFill>
                <a:latin typeface="Arial Black"/>
                <a:cs typeface="Arial Black"/>
              </a:rPr>
              <a:t>to  </a:t>
            </a:r>
            <a:r>
              <a:rPr sz="1200" spc="-120" dirty="0">
                <a:solidFill>
                  <a:srgbClr val="505050"/>
                </a:solidFill>
                <a:latin typeface="Arial Black"/>
                <a:cs typeface="Arial Black"/>
              </a:rPr>
              <a:t>public</a:t>
            </a:r>
            <a:r>
              <a:rPr sz="1200" spc="-135" dirty="0">
                <a:solidFill>
                  <a:srgbClr val="505050"/>
                </a:solidFill>
                <a:latin typeface="Arial Black"/>
                <a:cs typeface="Arial Black"/>
              </a:rPr>
              <a:t> </a:t>
            </a:r>
            <a:r>
              <a:rPr sz="1200" spc="-160" dirty="0">
                <a:solidFill>
                  <a:srgbClr val="505050"/>
                </a:solidFill>
                <a:latin typeface="Arial Black"/>
                <a:cs typeface="Arial Black"/>
              </a:rPr>
              <a:t>share</a:t>
            </a:r>
            <a:endParaRPr sz="1200">
              <a:latin typeface="Arial Black"/>
              <a:cs typeface="Arial Black"/>
            </a:endParaRPr>
          </a:p>
          <a:p>
            <a:pPr marL="12700">
              <a:lnSpc>
                <a:spcPct val="100000"/>
              </a:lnSpc>
              <a:spcBef>
                <a:spcPts val="150"/>
              </a:spcBef>
            </a:pPr>
            <a:r>
              <a:rPr sz="1600" b="1" spc="-165" dirty="0">
                <a:solidFill>
                  <a:srgbClr val="505050"/>
                </a:solidFill>
                <a:latin typeface="Arial"/>
                <a:cs typeface="Arial"/>
              </a:rPr>
              <a:t>USER</a:t>
            </a:r>
            <a:endParaRPr sz="1600">
              <a:latin typeface="Arial"/>
              <a:cs typeface="Arial"/>
            </a:endParaRPr>
          </a:p>
        </p:txBody>
      </p:sp>
      <p:sp>
        <p:nvSpPr>
          <p:cNvPr id="44" name="object 44"/>
          <p:cNvSpPr txBox="1"/>
          <p:nvPr/>
        </p:nvSpPr>
        <p:spPr>
          <a:xfrm>
            <a:off x="10099293" y="3998722"/>
            <a:ext cx="1082675" cy="398145"/>
          </a:xfrm>
          <a:prstGeom prst="rect">
            <a:avLst/>
          </a:prstGeom>
        </p:spPr>
        <p:txBody>
          <a:bodyPr vert="horz" wrap="square" lIns="0" tIns="12700" rIns="0" bIns="0" rtlCol="0">
            <a:spAutoFit/>
          </a:bodyPr>
          <a:lstStyle/>
          <a:p>
            <a:pPr marL="12700" marR="5080">
              <a:lnSpc>
                <a:spcPct val="101699"/>
              </a:lnSpc>
              <a:spcBef>
                <a:spcPts val="100"/>
              </a:spcBef>
            </a:pPr>
            <a:r>
              <a:rPr sz="1200" spc="-120" dirty="0">
                <a:solidFill>
                  <a:srgbClr val="505050"/>
                </a:solidFill>
                <a:latin typeface="Arial Black"/>
                <a:cs typeface="Arial Black"/>
              </a:rPr>
              <a:t>Admin </a:t>
            </a:r>
            <a:r>
              <a:rPr sz="1200" spc="-105" dirty="0">
                <a:solidFill>
                  <a:srgbClr val="505050"/>
                </a:solidFill>
                <a:latin typeface="Arial Black"/>
                <a:cs typeface="Arial Black"/>
              </a:rPr>
              <a:t>notified  </a:t>
            </a:r>
            <a:r>
              <a:rPr sz="1200" spc="-114" dirty="0">
                <a:solidFill>
                  <a:srgbClr val="505050"/>
                </a:solidFill>
                <a:latin typeface="Arial Black"/>
                <a:cs typeface="Arial Black"/>
              </a:rPr>
              <a:t>about</a:t>
            </a:r>
            <a:r>
              <a:rPr sz="1200" spc="-165" dirty="0">
                <a:solidFill>
                  <a:srgbClr val="505050"/>
                </a:solidFill>
                <a:latin typeface="Arial Black"/>
                <a:cs typeface="Arial Black"/>
              </a:rPr>
              <a:t> </a:t>
            </a:r>
            <a:r>
              <a:rPr sz="1200" spc="-114" dirty="0">
                <a:solidFill>
                  <a:srgbClr val="505050"/>
                </a:solidFill>
                <a:latin typeface="Arial Black"/>
                <a:cs typeface="Arial Black"/>
              </a:rPr>
              <a:t>problem.</a:t>
            </a:r>
            <a:endParaRPr sz="1200">
              <a:latin typeface="Arial Black"/>
              <a:cs typeface="Arial Black"/>
            </a:endParaRPr>
          </a:p>
        </p:txBody>
      </p:sp>
      <p:grpSp>
        <p:nvGrpSpPr>
          <p:cNvPr id="45" name="object 45"/>
          <p:cNvGrpSpPr/>
          <p:nvPr/>
        </p:nvGrpSpPr>
        <p:grpSpPr>
          <a:xfrm>
            <a:off x="10180319" y="2970276"/>
            <a:ext cx="914400" cy="914400"/>
            <a:chOff x="10180319" y="2970276"/>
            <a:chExt cx="914400" cy="914400"/>
          </a:xfrm>
        </p:grpSpPr>
        <p:sp>
          <p:nvSpPr>
            <p:cNvPr id="46" name="object 46"/>
            <p:cNvSpPr/>
            <p:nvPr/>
          </p:nvSpPr>
          <p:spPr>
            <a:xfrm>
              <a:off x="10180319" y="2970276"/>
              <a:ext cx="914400" cy="914400"/>
            </a:xfrm>
            <a:custGeom>
              <a:avLst/>
              <a:gdLst/>
              <a:ahLst/>
              <a:cxnLst/>
              <a:rect l="l" t="t" r="r" b="b"/>
              <a:pathLst>
                <a:path w="914400" h="914400">
                  <a:moveTo>
                    <a:pt x="457200" y="0"/>
                  </a:moveTo>
                  <a:lnTo>
                    <a:pt x="410458" y="2360"/>
                  </a:lnTo>
                  <a:lnTo>
                    <a:pt x="365066" y="9289"/>
                  </a:lnTo>
                  <a:lnTo>
                    <a:pt x="321253" y="20557"/>
                  </a:lnTo>
                  <a:lnTo>
                    <a:pt x="279249" y="35933"/>
                  </a:lnTo>
                  <a:lnTo>
                    <a:pt x="239283" y="55187"/>
                  </a:lnTo>
                  <a:lnTo>
                    <a:pt x="201587" y="78090"/>
                  </a:lnTo>
                  <a:lnTo>
                    <a:pt x="166390" y="104411"/>
                  </a:lnTo>
                  <a:lnTo>
                    <a:pt x="133921" y="133921"/>
                  </a:lnTo>
                  <a:lnTo>
                    <a:pt x="104411" y="166390"/>
                  </a:lnTo>
                  <a:lnTo>
                    <a:pt x="78090" y="201587"/>
                  </a:lnTo>
                  <a:lnTo>
                    <a:pt x="55187" y="239283"/>
                  </a:lnTo>
                  <a:lnTo>
                    <a:pt x="35933" y="279249"/>
                  </a:lnTo>
                  <a:lnTo>
                    <a:pt x="20557" y="321253"/>
                  </a:lnTo>
                  <a:lnTo>
                    <a:pt x="9289" y="365066"/>
                  </a:lnTo>
                  <a:lnTo>
                    <a:pt x="2360" y="410458"/>
                  </a:lnTo>
                  <a:lnTo>
                    <a:pt x="0" y="457200"/>
                  </a:lnTo>
                  <a:lnTo>
                    <a:pt x="2360" y="503941"/>
                  </a:lnTo>
                  <a:lnTo>
                    <a:pt x="9289" y="549333"/>
                  </a:lnTo>
                  <a:lnTo>
                    <a:pt x="20557" y="593146"/>
                  </a:lnTo>
                  <a:lnTo>
                    <a:pt x="35933" y="635150"/>
                  </a:lnTo>
                  <a:lnTo>
                    <a:pt x="55187" y="675116"/>
                  </a:lnTo>
                  <a:lnTo>
                    <a:pt x="78090" y="712812"/>
                  </a:lnTo>
                  <a:lnTo>
                    <a:pt x="104411" y="748009"/>
                  </a:lnTo>
                  <a:lnTo>
                    <a:pt x="133921" y="780478"/>
                  </a:lnTo>
                  <a:lnTo>
                    <a:pt x="166390" y="809988"/>
                  </a:lnTo>
                  <a:lnTo>
                    <a:pt x="201587" y="836309"/>
                  </a:lnTo>
                  <a:lnTo>
                    <a:pt x="239283" y="859212"/>
                  </a:lnTo>
                  <a:lnTo>
                    <a:pt x="279249" y="878466"/>
                  </a:lnTo>
                  <a:lnTo>
                    <a:pt x="321253" y="893842"/>
                  </a:lnTo>
                  <a:lnTo>
                    <a:pt x="365066" y="905110"/>
                  </a:lnTo>
                  <a:lnTo>
                    <a:pt x="410458" y="912039"/>
                  </a:lnTo>
                  <a:lnTo>
                    <a:pt x="457200" y="914400"/>
                  </a:lnTo>
                  <a:lnTo>
                    <a:pt x="503941" y="912039"/>
                  </a:lnTo>
                  <a:lnTo>
                    <a:pt x="549333" y="905110"/>
                  </a:lnTo>
                  <a:lnTo>
                    <a:pt x="593146" y="893842"/>
                  </a:lnTo>
                  <a:lnTo>
                    <a:pt x="635150" y="878466"/>
                  </a:lnTo>
                  <a:lnTo>
                    <a:pt x="675116" y="859212"/>
                  </a:lnTo>
                  <a:lnTo>
                    <a:pt x="712812" y="836309"/>
                  </a:lnTo>
                  <a:lnTo>
                    <a:pt x="748009" y="809988"/>
                  </a:lnTo>
                  <a:lnTo>
                    <a:pt x="780478" y="780478"/>
                  </a:lnTo>
                  <a:lnTo>
                    <a:pt x="809988" y="748009"/>
                  </a:lnTo>
                  <a:lnTo>
                    <a:pt x="836309" y="712812"/>
                  </a:lnTo>
                  <a:lnTo>
                    <a:pt x="859212" y="675116"/>
                  </a:lnTo>
                  <a:lnTo>
                    <a:pt x="878466" y="635150"/>
                  </a:lnTo>
                  <a:lnTo>
                    <a:pt x="893842" y="593146"/>
                  </a:lnTo>
                  <a:lnTo>
                    <a:pt x="905110" y="549333"/>
                  </a:lnTo>
                  <a:lnTo>
                    <a:pt x="912039" y="503941"/>
                  </a:lnTo>
                  <a:lnTo>
                    <a:pt x="914400" y="457200"/>
                  </a:lnTo>
                  <a:lnTo>
                    <a:pt x="912039" y="410458"/>
                  </a:lnTo>
                  <a:lnTo>
                    <a:pt x="905110" y="365066"/>
                  </a:lnTo>
                  <a:lnTo>
                    <a:pt x="893842" y="321253"/>
                  </a:lnTo>
                  <a:lnTo>
                    <a:pt x="878466" y="279249"/>
                  </a:lnTo>
                  <a:lnTo>
                    <a:pt x="859212" y="239283"/>
                  </a:lnTo>
                  <a:lnTo>
                    <a:pt x="836309" y="201587"/>
                  </a:lnTo>
                  <a:lnTo>
                    <a:pt x="809988" y="166390"/>
                  </a:lnTo>
                  <a:lnTo>
                    <a:pt x="780478" y="133921"/>
                  </a:lnTo>
                  <a:lnTo>
                    <a:pt x="748009" y="104411"/>
                  </a:lnTo>
                  <a:lnTo>
                    <a:pt x="712812" y="78090"/>
                  </a:lnTo>
                  <a:lnTo>
                    <a:pt x="675116" y="55187"/>
                  </a:lnTo>
                  <a:lnTo>
                    <a:pt x="635150" y="35933"/>
                  </a:lnTo>
                  <a:lnTo>
                    <a:pt x="593146" y="20557"/>
                  </a:lnTo>
                  <a:lnTo>
                    <a:pt x="549333" y="9289"/>
                  </a:lnTo>
                  <a:lnTo>
                    <a:pt x="503941" y="2360"/>
                  </a:lnTo>
                  <a:lnTo>
                    <a:pt x="457200" y="0"/>
                  </a:lnTo>
                  <a:close/>
                </a:path>
              </a:pathLst>
            </a:custGeom>
            <a:solidFill>
              <a:srgbClr val="DCDCDC"/>
            </a:solidFill>
          </p:spPr>
          <p:txBody>
            <a:bodyPr wrap="square" lIns="0" tIns="0" rIns="0" bIns="0" rtlCol="0"/>
            <a:lstStyle/>
            <a:p>
              <a:endParaRPr/>
            </a:p>
          </p:txBody>
        </p:sp>
        <p:sp>
          <p:nvSpPr>
            <p:cNvPr id="47" name="object 47"/>
            <p:cNvSpPr/>
            <p:nvPr/>
          </p:nvSpPr>
          <p:spPr>
            <a:xfrm>
              <a:off x="10397489" y="3201162"/>
              <a:ext cx="481965" cy="455930"/>
            </a:xfrm>
            <a:custGeom>
              <a:avLst/>
              <a:gdLst/>
              <a:ahLst/>
              <a:cxnLst/>
              <a:rect l="l" t="t" r="r" b="b"/>
              <a:pathLst>
                <a:path w="481965" h="455929">
                  <a:moveTo>
                    <a:pt x="186816" y="0"/>
                  </a:moveTo>
                  <a:lnTo>
                    <a:pt x="184784" y="0"/>
                  </a:lnTo>
                  <a:lnTo>
                    <a:pt x="141077" y="8822"/>
                  </a:lnTo>
                  <a:lnTo>
                    <a:pt x="105346" y="32861"/>
                  </a:lnTo>
                  <a:lnTo>
                    <a:pt x="81236" y="68472"/>
                  </a:lnTo>
                  <a:lnTo>
                    <a:pt x="72389" y="112013"/>
                  </a:lnTo>
                  <a:lnTo>
                    <a:pt x="72389" y="114553"/>
                  </a:lnTo>
                  <a:lnTo>
                    <a:pt x="74376" y="135618"/>
                  </a:lnTo>
                  <a:lnTo>
                    <a:pt x="80089" y="155336"/>
                  </a:lnTo>
                  <a:lnTo>
                    <a:pt x="89159" y="173364"/>
                  </a:lnTo>
                  <a:lnTo>
                    <a:pt x="101218" y="189357"/>
                  </a:lnTo>
                  <a:lnTo>
                    <a:pt x="59364" y="218725"/>
                  </a:lnTo>
                  <a:lnTo>
                    <a:pt x="27463" y="257810"/>
                  </a:lnTo>
                  <a:lnTo>
                    <a:pt x="7135" y="303942"/>
                  </a:lnTo>
                  <a:lnTo>
                    <a:pt x="0" y="354457"/>
                  </a:lnTo>
                  <a:lnTo>
                    <a:pt x="0" y="454532"/>
                  </a:lnTo>
                  <a:lnTo>
                    <a:pt x="1396" y="455675"/>
                  </a:lnTo>
                  <a:lnTo>
                    <a:pt x="370331" y="455675"/>
                  </a:lnTo>
                  <a:lnTo>
                    <a:pt x="371728" y="454532"/>
                  </a:lnTo>
                  <a:lnTo>
                    <a:pt x="371728" y="449580"/>
                  </a:lnTo>
                  <a:lnTo>
                    <a:pt x="6095" y="449580"/>
                  </a:lnTo>
                  <a:lnTo>
                    <a:pt x="6095" y="354457"/>
                  </a:lnTo>
                  <a:lnTo>
                    <a:pt x="13134" y="305214"/>
                  </a:lnTo>
                  <a:lnTo>
                    <a:pt x="33162" y="260365"/>
                  </a:lnTo>
                  <a:lnTo>
                    <a:pt x="64549" y="222494"/>
                  </a:lnTo>
                  <a:lnTo>
                    <a:pt x="105663" y="194183"/>
                  </a:lnTo>
                  <a:lnTo>
                    <a:pt x="116699" y="194183"/>
                  </a:lnTo>
                  <a:lnTo>
                    <a:pt x="109791" y="189531"/>
                  </a:lnTo>
                  <a:lnTo>
                    <a:pt x="86987" y="155823"/>
                  </a:lnTo>
                  <a:lnTo>
                    <a:pt x="78612" y="114553"/>
                  </a:lnTo>
                  <a:lnTo>
                    <a:pt x="78612" y="112013"/>
                  </a:lnTo>
                  <a:lnTo>
                    <a:pt x="86987" y="70798"/>
                  </a:lnTo>
                  <a:lnTo>
                    <a:pt x="109791" y="37083"/>
                  </a:lnTo>
                  <a:lnTo>
                    <a:pt x="143549" y="14323"/>
                  </a:lnTo>
                  <a:lnTo>
                    <a:pt x="184784" y="5968"/>
                  </a:lnTo>
                  <a:lnTo>
                    <a:pt x="216424" y="5968"/>
                  </a:lnTo>
                  <a:lnTo>
                    <a:pt x="186816" y="0"/>
                  </a:lnTo>
                  <a:close/>
                </a:path>
                <a:path w="481965" h="455929">
                  <a:moveTo>
                    <a:pt x="279262" y="194183"/>
                  </a:moveTo>
                  <a:lnTo>
                    <a:pt x="265937" y="194183"/>
                  </a:lnTo>
                  <a:lnTo>
                    <a:pt x="272817" y="197719"/>
                  </a:lnTo>
                  <a:lnTo>
                    <a:pt x="279542" y="201612"/>
                  </a:lnTo>
                  <a:lnTo>
                    <a:pt x="286101" y="205791"/>
                  </a:lnTo>
                  <a:lnTo>
                    <a:pt x="292480" y="210185"/>
                  </a:lnTo>
                  <a:lnTo>
                    <a:pt x="276836" y="227335"/>
                  </a:lnTo>
                  <a:lnTo>
                    <a:pt x="264953" y="247380"/>
                  </a:lnTo>
                  <a:lnTo>
                    <a:pt x="257405" y="269781"/>
                  </a:lnTo>
                  <a:lnTo>
                    <a:pt x="254761" y="294004"/>
                  </a:lnTo>
                  <a:lnTo>
                    <a:pt x="254761" y="296545"/>
                  </a:lnTo>
                  <a:lnTo>
                    <a:pt x="263457" y="339746"/>
                  </a:lnTo>
                  <a:lnTo>
                    <a:pt x="287178" y="375173"/>
                  </a:lnTo>
                  <a:lnTo>
                    <a:pt x="322377" y="399289"/>
                  </a:lnTo>
                  <a:lnTo>
                    <a:pt x="365505" y="408558"/>
                  </a:lnTo>
                  <a:lnTo>
                    <a:pt x="365505" y="449580"/>
                  </a:lnTo>
                  <a:lnTo>
                    <a:pt x="371728" y="449580"/>
                  </a:lnTo>
                  <a:lnTo>
                    <a:pt x="371728" y="408558"/>
                  </a:lnTo>
                  <a:lnTo>
                    <a:pt x="398551" y="402589"/>
                  </a:lnTo>
                  <a:lnTo>
                    <a:pt x="367156" y="402589"/>
                  </a:lnTo>
                  <a:lnTo>
                    <a:pt x="325921" y="394235"/>
                  </a:lnTo>
                  <a:lnTo>
                    <a:pt x="292163" y="371475"/>
                  </a:lnTo>
                  <a:lnTo>
                    <a:pt x="269359" y="337760"/>
                  </a:lnTo>
                  <a:lnTo>
                    <a:pt x="260984" y="296545"/>
                  </a:lnTo>
                  <a:lnTo>
                    <a:pt x="260984" y="294004"/>
                  </a:lnTo>
                  <a:lnTo>
                    <a:pt x="269359" y="252735"/>
                  </a:lnTo>
                  <a:lnTo>
                    <a:pt x="292163" y="219027"/>
                  </a:lnTo>
                  <a:lnTo>
                    <a:pt x="311142" y="206248"/>
                  </a:lnTo>
                  <a:lnTo>
                    <a:pt x="297306" y="206248"/>
                  </a:lnTo>
                  <a:lnTo>
                    <a:pt x="290905" y="201554"/>
                  </a:lnTo>
                  <a:lnTo>
                    <a:pt x="284289" y="197183"/>
                  </a:lnTo>
                  <a:lnTo>
                    <a:pt x="279262" y="194183"/>
                  </a:lnTo>
                  <a:close/>
                </a:path>
                <a:path w="481965" h="455929">
                  <a:moveTo>
                    <a:pt x="399358" y="187960"/>
                  </a:moveTo>
                  <a:lnTo>
                    <a:pt x="369188" y="187960"/>
                  </a:lnTo>
                  <a:lnTo>
                    <a:pt x="410551" y="196296"/>
                  </a:lnTo>
                  <a:lnTo>
                    <a:pt x="444341" y="219027"/>
                  </a:lnTo>
                  <a:lnTo>
                    <a:pt x="467129" y="252735"/>
                  </a:lnTo>
                  <a:lnTo>
                    <a:pt x="475487" y="294004"/>
                  </a:lnTo>
                  <a:lnTo>
                    <a:pt x="475487" y="296545"/>
                  </a:lnTo>
                  <a:lnTo>
                    <a:pt x="467129" y="337760"/>
                  </a:lnTo>
                  <a:lnTo>
                    <a:pt x="444341" y="371475"/>
                  </a:lnTo>
                  <a:lnTo>
                    <a:pt x="410551" y="394235"/>
                  </a:lnTo>
                  <a:lnTo>
                    <a:pt x="369188" y="402589"/>
                  </a:lnTo>
                  <a:lnTo>
                    <a:pt x="398551" y="402589"/>
                  </a:lnTo>
                  <a:lnTo>
                    <a:pt x="414504" y="399039"/>
                  </a:lnTo>
                  <a:lnTo>
                    <a:pt x="449421" y="374888"/>
                  </a:lnTo>
                  <a:lnTo>
                    <a:pt x="472955" y="339568"/>
                  </a:lnTo>
                  <a:lnTo>
                    <a:pt x="481583" y="296545"/>
                  </a:lnTo>
                  <a:lnTo>
                    <a:pt x="481583" y="294004"/>
                  </a:lnTo>
                  <a:lnTo>
                    <a:pt x="472755" y="250443"/>
                  </a:lnTo>
                  <a:lnTo>
                    <a:pt x="448675" y="214788"/>
                  </a:lnTo>
                  <a:lnTo>
                    <a:pt x="412950" y="190706"/>
                  </a:lnTo>
                  <a:lnTo>
                    <a:pt x="399358" y="187960"/>
                  </a:lnTo>
                  <a:close/>
                </a:path>
                <a:path w="481965" h="455929">
                  <a:moveTo>
                    <a:pt x="116699" y="194183"/>
                  </a:moveTo>
                  <a:lnTo>
                    <a:pt x="105663" y="194183"/>
                  </a:lnTo>
                  <a:lnTo>
                    <a:pt x="122223" y="207674"/>
                  </a:lnTo>
                  <a:lnTo>
                    <a:pt x="141271" y="217916"/>
                  </a:lnTo>
                  <a:lnTo>
                    <a:pt x="162296" y="224418"/>
                  </a:lnTo>
                  <a:lnTo>
                    <a:pt x="184784" y="226695"/>
                  </a:lnTo>
                  <a:lnTo>
                    <a:pt x="186816" y="226695"/>
                  </a:lnTo>
                  <a:lnTo>
                    <a:pt x="209395" y="224418"/>
                  </a:lnTo>
                  <a:lnTo>
                    <a:pt x="221721" y="220599"/>
                  </a:lnTo>
                  <a:lnTo>
                    <a:pt x="184784" y="220599"/>
                  </a:lnTo>
                  <a:lnTo>
                    <a:pt x="143549" y="212262"/>
                  </a:lnTo>
                  <a:lnTo>
                    <a:pt x="116699" y="194183"/>
                  </a:lnTo>
                  <a:close/>
                </a:path>
                <a:path w="481965" h="455929">
                  <a:moveTo>
                    <a:pt x="216424" y="5968"/>
                  </a:moveTo>
                  <a:lnTo>
                    <a:pt x="186816" y="5968"/>
                  </a:lnTo>
                  <a:lnTo>
                    <a:pt x="228179" y="14323"/>
                  </a:lnTo>
                  <a:lnTo>
                    <a:pt x="261969" y="37083"/>
                  </a:lnTo>
                  <a:lnTo>
                    <a:pt x="284757" y="70798"/>
                  </a:lnTo>
                  <a:lnTo>
                    <a:pt x="293115" y="112013"/>
                  </a:lnTo>
                  <a:lnTo>
                    <a:pt x="293115" y="114553"/>
                  </a:lnTo>
                  <a:lnTo>
                    <a:pt x="284757" y="155823"/>
                  </a:lnTo>
                  <a:lnTo>
                    <a:pt x="261969" y="189531"/>
                  </a:lnTo>
                  <a:lnTo>
                    <a:pt x="228179" y="212262"/>
                  </a:lnTo>
                  <a:lnTo>
                    <a:pt x="186816" y="220599"/>
                  </a:lnTo>
                  <a:lnTo>
                    <a:pt x="221721" y="220599"/>
                  </a:lnTo>
                  <a:lnTo>
                    <a:pt x="230377" y="217916"/>
                  </a:lnTo>
                  <a:lnTo>
                    <a:pt x="249360" y="207674"/>
                  </a:lnTo>
                  <a:lnTo>
                    <a:pt x="265937" y="194183"/>
                  </a:lnTo>
                  <a:lnTo>
                    <a:pt x="279262" y="194183"/>
                  </a:lnTo>
                  <a:lnTo>
                    <a:pt x="277483" y="193121"/>
                  </a:lnTo>
                  <a:lnTo>
                    <a:pt x="270509" y="189357"/>
                  </a:lnTo>
                  <a:lnTo>
                    <a:pt x="282602" y="173364"/>
                  </a:lnTo>
                  <a:lnTo>
                    <a:pt x="291623" y="155336"/>
                  </a:lnTo>
                  <a:lnTo>
                    <a:pt x="297263" y="135618"/>
                  </a:lnTo>
                  <a:lnTo>
                    <a:pt x="299211" y="114553"/>
                  </a:lnTo>
                  <a:lnTo>
                    <a:pt x="299211" y="112013"/>
                  </a:lnTo>
                  <a:lnTo>
                    <a:pt x="290383" y="68472"/>
                  </a:lnTo>
                  <a:lnTo>
                    <a:pt x="266303" y="32861"/>
                  </a:lnTo>
                  <a:lnTo>
                    <a:pt x="230578" y="8822"/>
                  </a:lnTo>
                  <a:lnTo>
                    <a:pt x="216424" y="5968"/>
                  </a:lnTo>
                  <a:close/>
                </a:path>
                <a:path w="481965" h="455929">
                  <a:moveTo>
                    <a:pt x="369188" y="181863"/>
                  </a:moveTo>
                  <a:lnTo>
                    <a:pt x="367156" y="181863"/>
                  </a:lnTo>
                  <a:lnTo>
                    <a:pt x="347866" y="183530"/>
                  </a:lnTo>
                  <a:lnTo>
                    <a:pt x="329612" y="188341"/>
                  </a:lnTo>
                  <a:lnTo>
                    <a:pt x="312668" y="196008"/>
                  </a:lnTo>
                  <a:lnTo>
                    <a:pt x="297306" y="206248"/>
                  </a:lnTo>
                  <a:lnTo>
                    <a:pt x="311142" y="206248"/>
                  </a:lnTo>
                  <a:lnTo>
                    <a:pt x="325921" y="196296"/>
                  </a:lnTo>
                  <a:lnTo>
                    <a:pt x="367156" y="187960"/>
                  </a:lnTo>
                  <a:lnTo>
                    <a:pt x="399358" y="187960"/>
                  </a:lnTo>
                  <a:lnTo>
                    <a:pt x="369188" y="181863"/>
                  </a:lnTo>
                  <a:close/>
                </a:path>
              </a:pathLst>
            </a:custGeom>
            <a:solidFill>
              <a:srgbClr val="505050"/>
            </a:solidFill>
          </p:spPr>
          <p:txBody>
            <a:bodyPr wrap="square" lIns="0" tIns="0" rIns="0" bIns="0" rtlCol="0"/>
            <a:lstStyle/>
            <a:p>
              <a:endParaRPr/>
            </a:p>
          </p:txBody>
        </p:sp>
        <p:sp>
          <p:nvSpPr>
            <p:cNvPr id="48" name="object 48"/>
            <p:cNvSpPr/>
            <p:nvPr/>
          </p:nvSpPr>
          <p:spPr>
            <a:xfrm>
              <a:off x="10657585" y="3388233"/>
              <a:ext cx="216281" cy="216407"/>
            </a:xfrm>
            <a:prstGeom prst="rect">
              <a:avLst/>
            </a:prstGeom>
            <a:blipFill>
              <a:blip r:embed="rId7" cstate="print"/>
              <a:stretch>
                <a:fillRect/>
              </a:stretch>
            </a:blipFill>
          </p:spPr>
          <p:txBody>
            <a:bodyPr wrap="square" lIns="0" tIns="0" rIns="0" bIns="0" rtlCol="0"/>
            <a:lstStyle/>
            <a:p>
              <a:endParaRPr/>
            </a:p>
          </p:txBody>
        </p:sp>
        <p:sp>
          <p:nvSpPr>
            <p:cNvPr id="49" name="object 49"/>
            <p:cNvSpPr/>
            <p:nvPr/>
          </p:nvSpPr>
          <p:spPr>
            <a:xfrm>
              <a:off x="10403585" y="3395345"/>
              <a:ext cx="359410" cy="255904"/>
            </a:xfrm>
            <a:custGeom>
              <a:avLst/>
              <a:gdLst/>
              <a:ahLst/>
              <a:cxnLst/>
              <a:rect l="l" t="t" r="r" b="b"/>
              <a:pathLst>
                <a:path w="359409" h="255904">
                  <a:moveTo>
                    <a:pt x="0" y="255396"/>
                  </a:moveTo>
                  <a:lnTo>
                    <a:pt x="0" y="160274"/>
                  </a:lnTo>
                  <a:lnTo>
                    <a:pt x="7038" y="111031"/>
                  </a:lnTo>
                  <a:lnTo>
                    <a:pt x="27066" y="66182"/>
                  </a:lnTo>
                  <a:lnTo>
                    <a:pt x="58453" y="28311"/>
                  </a:lnTo>
                  <a:lnTo>
                    <a:pt x="99568" y="0"/>
                  </a:lnTo>
                  <a:lnTo>
                    <a:pt x="116127" y="13491"/>
                  </a:lnTo>
                  <a:lnTo>
                    <a:pt x="135175" y="23733"/>
                  </a:lnTo>
                  <a:lnTo>
                    <a:pt x="156200" y="30235"/>
                  </a:lnTo>
                  <a:lnTo>
                    <a:pt x="178689" y="32512"/>
                  </a:lnTo>
                  <a:lnTo>
                    <a:pt x="180721" y="32512"/>
                  </a:lnTo>
                  <a:lnTo>
                    <a:pt x="203299" y="30235"/>
                  </a:lnTo>
                  <a:lnTo>
                    <a:pt x="224281" y="23733"/>
                  </a:lnTo>
                  <a:lnTo>
                    <a:pt x="243264" y="13491"/>
                  </a:lnTo>
                  <a:lnTo>
                    <a:pt x="259842" y="0"/>
                  </a:lnTo>
                  <a:lnTo>
                    <a:pt x="266721" y="3536"/>
                  </a:lnTo>
                  <a:lnTo>
                    <a:pt x="273446" y="7429"/>
                  </a:lnTo>
                  <a:lnTo>
                    <a:pt x="280005" y="11608"/>
                  </a:lnTo>
                  <a:lnTo>
                    <a:pt x="286385" y="16001"/>
                  </a:lnTo>
                  <a:lnTo>
                    <a:pt x="270740" y="33152"/>
                  </a:lnTo>
                  <a:lnTo>
                    <a:pt x="258857" y="53197"/>
                  </a:lnTo>
                  <a:lnTo>
                    <a:pt x="251309" y="75598"/>
                  </a:lnTo>
                  <a:lnTo>
                    <a:pt x="248666" y="99821"/>
                  </a:lnTo>
                  <a:lnTo>
                    <a:pt x="248666" y="102362"/>
                  </a:lnTo>
                  <a:lnTo>
                    <a:pt x="257361" y="145563"/>
                  </a:lnTo>
                  <a:lnTo>
                    <a:pt x="281082" y="180990"/>
                  </a:lnTo>
                  <a:lnTo>
                    <a:pt x="316281" y="205106"/>
                  </a:lnTo>
                  <a:lnTo>
                    <a:pt x="359410" y="214375"/>
                  </a:lnTo>
                  <a:lnTo>
                    <a:pt x="359410" y="255396"/>
                  </a:lnTo>
                  <a:lnTo>
                    <a:pt x="0" y="255396"/>
                  </a:lnTo>
                  <a:close/>
                </a:path>
              </a:pathLst>
            </a:custGeom>
            <a:ln w="3175">
              <a:solidFill>
                <a:srgbClr val="0078D6"/>
              </a:solidFill>
            </a:ln>
          </p:spPr>
          <p:txBody>
            <a:bodyPr wrap="square" lIns="0" tIns="0" rIns="0" bIns="0" rtlCol="0"/>
            <a:lstStyle/>
            <a:p>
              <a:endParaRPr/>
            </a:p>
          </p:txBody>
        </p:sp>
        <p:sp>
          <p:nvSpPr>
            <p:cNvPr id="50" name="object 50"/>
            <p:cNvSpPr/>
            <p:nvPr/>
          </p:nvSpPr>
          <p:spPr>
            <a:xfrm>
              <a:off x="10475213" y="3206242"/>
              <a:ext cx="216281" cy="216408"/>
            </a:xfrm>
            <a:prstGeom prst="rect">
              <a:avLst/>
            </a:prstGeom>
            <a:blipFill>
              <a:blip r:embed="rId8" cstate="print"/>
              <a:stretch>
                <a:fillRect/>
              </a:stretch>
            </a:blipFill>
          </p:spPr>
          <p:txBody>
            <a:bodyPr wrap="square" lIns="0" tIns="0" rIns="0" bIns="0" rtlCol="0"/>
            <a:lstStyle/>
            <a:p>
              <a:endParaRPr/>
            </a:p>
          </p:txBody>
        </p:sp>
        <p:sp>
          <p:nvSpPr>
            <p:cNvPr id="51" name="object 51"/>
            <p:cNvSpPr/>
            <p:nvPr/>
          </p:nvSpPr>
          <p:spPr>
            <a:xfrm>
              <a:off x="10397489" y="3201162"/>
              <a:ext cx="481965" cy="455930"/>
            </a:xfrm>
            <a:custGeom>
              <a:avLst/>
              <a:gdLst/>
              <a:ahLst/>
              <a:cxnLst/>
              <a:rect l="l" t="t" r="r" b="b"/>
              <a:pathLst>
                <a:path w="481965" h="455929">
                  <a:moveTo>
                    <a:pt x="369188" y="181863"/>
                  </a:moveTo>
                  <a:lnTo>
                    <a:pt x="367156" y="181863"/>
                  </a:lnTo>
                  <a:lnTo>
                    <a:pt x="347866" y="183530"/>
                  </a:lnTo>
                  <a:lnTo>
                    <a:pt x="329612" y="188341"/>
                  </a:lnTo>
                  <a:lnTo>
                    <a:pt x="312668" y="196008"/>
                  </a:lnTo>
                  <a:lnTo>
                    <a:pt x="297306" y="206248"/>
                  </a:lnTo>
                  <a:lnTo>
                    <a:pt x="290905" y="201554"/>
                  </a:lnTo>
                  <a:lnTo>
                    <a:pt x="284289" y="197183"/>
                  </a:lnTo>
                  <a:lnTo>
                    <a:pt x="277483" y="193121"/>
                  </a:lnTo>
                  <a:lnTo>
                    <a:pt x="270509" y="189357"/>
                  </a:lnTo>
                  <a:lnTo>
                    <a:pt x="282602" y="173364"/>
                  </a:lnTo>
                  <a:lnTo>
                    <a:pt x="291623" y="155336"/>
                  </a:lnTo>
                  <a:lnTo>
                    <a:pt x="297263" y="135618"/>
                  </a:lnTo>
                  <a:lnTo>
                    <a:pt x="299211" y="114553"/>
                  </a:lnTo>
                  <a:lnTo>
                    <a:pt x="299211" y="112013"/>
                  </a:lnTo>
                  <a:lnTo>
                    <a:pt x="290383" y="68472"/>
                  </a:lnTo>
                  <a:lnTo>
                    <a:pt x="266303" y="32861"/>
                  </a:lnTo>
                  <a:lnTo>
                    <a:pt x="230578" y="8822"/>
                  </a:lnTo>
                  <a:lnTo>
                    <a:pt x="186816" y="0"/>
                  </a:lnTo>
                  <a:lnTo>
                    <a:pt x="184784" y="0"/>
                  </a:lnTo>
                  <a:lnTo>
                    <a:pt x="141077" y="8822"/>
                  </a:lnTo>
                  <a:lnTo>
                    <a:pt x="105346" y="32861"/>
                  </a:lnTo>
                  <a:lnTo>
                    <a:pt x="81236" y="68472"/>
                  </a:lnTo>
                  <a:lnTo>
                    <a:pt x="72389" y="112013"/>
                  </a:lnTo>
                  <a:lnTo>
                    <a:pt x="72389" y="114553"/>
                  </a:lnTo>
                  <a:lnTo>
                    <a:pt x="74376" y="135618"/>
                  </a:lnTo>
                  <a:lnTo>
                    <a:pt x="80089" y="155336"/>
                  </a:lnTo>
                  <a:lnTo>
                    <a:pt x="89159" y="173364"/>
                  </a:lnTo>
                  <a:lnTo>
                    <a:pt x="101218" y="189357"/>
                  </a:lnTo>
                  <a:lnTo>
                    <a:pt x="59364" y="218725"/>
                  </a:lnTo>
                  <a:lnTo>
                    <a:pt x="27463" y="257810"/>
                  </a:lnTo>
                  <a:lnTo>
                    <a:pt x="7135" y="303942"/>
                  </a:lnTo>
                  <a:lnTo>
                    <a:pt x="0" y="354457"/>
                  </a:lnTo>
                  <a:lnTo>
                    <a:pt x="0" y="452627"/>
                  </a:lnTo>
                  <a:lnTo>
                    <a:pt x="0" y="454532"/>
                  </a:lnTo>
                  <a:lnTo>
                    <a:pt x="1396" y="455675"/>
                  </a:lnTo>
                  <a:lnTo>
                    <a:pt x="3048" y="455675"/>
                  </a:lnTo>
                  <a:lnTo>
                    <a:pt x="368807" y="455675"/>
                  </a:lnTo>
                  <a:lnTo>
                    <a:pt x="370331" y="455675"/>
                  </a:lnTo>
                  <a:lnTo>
                    <a:pt x="371728" y="454532"/>
                  </a:lnTo>
                  <a:lnTo>
                    <a:pt x="371728" y="452627"/>
                  </a:lnTo>
                  <a:lnTo>
                    <a:pt x="371728" y="408558"/>
                  </a:lnTo>
                  <a:lnTo>
                    <a:pt x="414504" y="399039"/>
                  </a:lnTo>
                  <a:lnTo>
                    <a:pt x="449421" y="374888"/>
                  </a:lnTo>
                  <a:lnTo>
                    <a:pt x="472955" y="339568"/>
                  </a:lnTo>
                  <a:lnTo>
                    <a:pt x="481583" y="296545"/>
                  </a:lnTo>
                  <a:lnTo>
                    <a:pt x="481583" y="294004"/>
                  </a:lnTo>
                  <a:lnTo>
                    <a:pt x="472755" y="250443"/>
                  </a:lnTo>
                  <a:lnTo>
                    <a:pt x="448675" y="214788"/>
                  </a:lnTo>
                  <a:lnTo>
                    <a:pt x="412950" y="190706"/>
                  </a:lnTo>
                  <a:lnTo>
                    <a:pt x="369188" y="181863"/>
                  </a:lnTo>
                  <a:close/>
                </a:path>
              </a:pathLst>
            </a:custGeom>
            <a:ln w="3175">
              <a:solidFill>
                <a:srgbClr val="0078D6"/>
              </a:solidFill>
            </a:ln>
          </p:spPr>
          <p:txBody>
            <a:bodyPr wrap="square" lIns="0" tIns="0" rIns="0" bIns="0" rtlCol="0"/>
            <a:lstStyle/>
            <a:p>
              <a:endParaRPr/>
            </a:p>
          </p:txBody>
        </p:sp>
        <p:sp>
          <p:nvSpPr>
            <p:cNvPr id="52" name="object 52"/>
            <p:cNvSpPr/>
            <p:nvPr/>
          </p:nvSpPr>
          <p:spPr>
            <a:xfrm>
              <a:off x="10694669" y="3426714"/>
              <a:ext cx="142240" cy="139065"/>
            </a:xfrm>
            <a:custGeom>
              <a:avLst/>
              <a:gdLst/>
              <a:ahLst/>
              <a:cxnLst/>
              <a:rect l="l" t="t" r="r" b="b"/>
              <a:pathLst>
                <a:path w="142240" h="139064">
                  <a:moveTo>
                    <a:pt x="72644" y="0"/>
                  </a:moveTo>
                  <a:lnTo>
                    <a:pt x="69087" y="0"/>
                  </a:lnTo>
                  <a:lnTo>
                    <a:pt x="67690" y="1397"/>
                  </a:lnTo>
                  <a:lnTo>
                    <a:pt x="67690" y="66166"/>
                  </a:lnTo>
                  <a:lnTo>
                    <a:pt x="1397" y="66166"/>
                  </a:lnTo>
                  <a:lnTo>
                    <a:pt x="0" y="67563"/>
                  </a:lnTo>
                  <a:lnTo>
                    <a:pt x="0" y="71120"/>
                  </a:lnTo>
                  <a:lnTo>
                    <a:pt x="1397" y="72516"/>
                  </a:lnTo>
                  <a:lnTo>
                    <a:pt x="67690" y="72516"/>
                  </a:lnTo>
                  <a:lnTo>
                    <a:pt x="67690" y="137287"/>
                  </a:lnTo>
                  <a:lnTo>
                    <a:pt x="69087" y="138684"/>
                  </a:lnTo>
                  <a:lnTo>
                    <a:pt x="72644" y="138684"/>
                  </a:lnTo>
                  <a:lnTo>
                    <a:pt x="74040" y="137287"/>
                  </a:lnTo>
                  <a:lnTo>
                    <a:pt x="74040" y="72516"/>
                  </a:lnTo>
                  <a:lnTo>
                    <a:pt x="140334" y="72516"/>
                  </a:lnTo>
                  <a:lnTo>
                    <a:pt x="141731" y="71120"/>
                  </a:lnTo>
                  <a:lnTo>
                    <a:pt x="141731" y="67563"/>
                  </a:lnTo>
                  <a:lnTo>
                    <a:pt x="140334" y="66166"/>
                  </a:lnTo>
                  <a:lnTo>
                    <a:pt x="74040" y="66166"/>
                  </a:lnTo>
                  <a:lnTo>
                    <a:pt x="74040" y="1397"/>
                  </a:lnTo>
                  <a:close/>
                </a:path>
              </a:pathLst>
            </a:custGeom>
            <a:solidFill>
              <a:srgbClr val="505050"/>
            </a:solidFill>
          </p:spPr>
          <p:txBody>
            <a:bodyPr wrap="square" lIns="0" tIns="0" rIns="0" bIns="0" rtlCol="0"/>
            <a:lstStyle/>
            <a:p>
              <a:endParaRPr/>
            </a:p>
          </p:txBody>
        </p:sp>
        <p:sp>
          <p:nvSpPr>
            <p:cNvPr id="53" name="object 53"/>
            <p:cNvSpPr/>
            <p:nvPr/>
          </p:nvSpPr>
          <p:spPr>
            <a:xfrm>
              <a:off x="10694669" y="3426714"/>
              <a:ext cx="142240" cy="139065"/>
            </a:xfrm>
            <a:custGeom>
              <a:avLst/>
              <a:gdLst/>
              <a:ahLst/>
              <a:cxnLst/>
              <a:rect l="l" t="t" r="r" b="b"/>
              <a:pathLst>
                <a:path w="142240" h="139064">
                  <a:moveTo>
                    <a:pt x="138683" y="66166"/>
                  </a:moveTo>
                  <a:lnTo>
                    <a:pt x="74040" y="66166"/>
                  </a:lnTo>
                  <a:lnTo>
                    <a:pt x="74040" y="3048"/>
                  </a:lnTo>
                  <a:lnTo>
                    <a:pt x="74040" y="1397"/>
                  </a:lnTo>
                  <a:lnTo>
                    <a:pt x="72644" y="0"/>
                  </a:lnTo>
                  <a:lnTo>
                    <a:pt x="70993" y="0"/>
                  </a:lnTo>
                  <a:lnTo>
                    <a:pt x="69087" y="0"/>
                  </a:lnTo>
                  <a:lnTo>
                    <a:pt x="67690" y="1397"/>
                  </a:lnTo>
                  <a:lnTo>
                    <a:pt x="67690" y="3048"/>
                  </a:lnTo>
                  <a:lnTo>
                    <a:pt x="67690" y="66166"/>
                  </a:lnTo>
                  <a:lnTo>
                    <a:pt x="3048" y="66166"/>
                  </a:lnTo>
                  <a:lnTo>
                    <a:pt x="1397" y="66166"/>
                  </a:lnTo>
                  <a:lnTo>
                    <a:pt x="0" y="67563"/>
                  </a:lnTo>
                  <a:lnTo>
                    <a:pt x="0" y="69469"/>
                  </a:lnTo>
                  <a:lnTo>
                    <a:pt x="0" y="71120"/>
                  </a:lnTo>
                  <a:lnTo>
                    <a:pt x="1397" y="72516"/>
                  </a:lnTo>
                  <a:lnTo>
                    <a:pt x="3048" y="72516"/>
                  </a:lnTo>
                  <a:lnTo>
                    <a:pt x="67690" y="72516"/>
                  </a:lnTo>
                  <a:lnTo>
                    <a:pt x="67690" y="135636"/>
                  </a:lnTo>
                  <a:lnTo>
                    <a:pt x="67690" y="137287"/>
                  </a:lnTo>
                  <a:lnTo>
                    <a:pt x="69087" y="138684"/>
                  </a:lnTo>
                  <a:lnTo>
                    <a:pt x="70993" y="138684"/>
                  </a:lnTo>
                  <a:lnTo>
                    <a:pt x="72644" y="138684"/>
                  </a:lnTo>
                  <a:lnTo>
                    <a:pt x="74040" y="137287"/>
                  </a:lnTo>
                  <a:lnTo>
                    <a:pt x="74040" y="135636"/>
                  </a:lnTo>
                  <a:lnTo>
                    <a:pt x="74040" y="72516"/>
                  </a:lnTo>
                  <a:lnTo>
                    <a:pt x="138683" y="72516"/>
                  </a:lnTo>
                  <a:lnTo>
                    <a:pt x="140334" y="72516"/>
                  </a:lnTo>
                  <a:lnTo>
                    <a:pt x="141731" y="71120"/>
                  </a:lnTo>
                  <a:lnTo>
                    <a:pt x="141731" y="69469"/>
                  </a:lnTo>
                  <a:lnTo>
                    <a:pt x="141731" y="67563"/>
                  </a:lnTo>
                  <a:lnTo>
                    <a:pt x="140334" y="66166"/>
                  </a:lnTo>
                  <a:lnTo>
                    <a:pt x="138683" y="66166"/>
                  </a:lnTo>
                  <a:close/>
                </a:path>
              </a:pathLst>
            </a:custGeom>
            <a:ln w="3175">
              <a:solidFill>
                <a:srgbClr val="0078D6"/>
              </a:solidFill>
            </a:ln>
          </p:spPr>
          <p:txBody>
            <a:bodyPr wrap="square" lIns="0" tIns="0" rIns="0" bIns="0" rtlCol="0"/>
            <a:lstStyle/>
            <a:p>
              <a:endParaRPr/>
            </a:p>
          </p:txBody>
        </p:sp>
      </p:grpSp>
      <p:sp>
        <p:nvSpPr>
          <p:cNvPr id="54" name="object 54"/>
          <p:cNvSpPr txBox="1"/>
          <p:nvPr/>
        </p:nvSpPr>
        <p:spPr>
          <a:xfrm>
            <a:off x="7194931" y="2948686"/>
            <a:ext cx="1519555" cy="452755"/>
          </a:xfrm>
          <a:prstGeom prst="rect">
            <a:avLst/>
          </a:prstGeom>
        </p:spPr>
        <p:txBody>
          <a:bodyPr vert="horz" wrap="square" lIns="0" tIns="13335" rIns="0" bIns="0" rtlCol="0">
            <a:spAutoFit/>
          </a:bodyPr>
          <a:lstStyle/>
          <a:p>
            <a:pPr marL="12700" marR="5080">
              <a:lnSpc>
                <a:spcPct val="100000"/>
              </a:lnSpc>
              <a:spcBef>
                <a:spcPts val="105"/>
              </a:spcBef>
            </a:pPr>
            <a:r>
              <a:rPr sz="1400" b="1" spc="-80" dirty="0">
                <a:solidFill>
                  <a:srgbClr val="0078D6"/>
                </a:solidFill>
                <a:latin typeface="Arial"/>
                <a:cs typeface="Arial"/>
              </a:rPr>
              <a:t>CLOUD </a:t>
            </a:r>
            <a:r>
              <a:rPr sz="1400" b="1" spc="-105" dirty="0">
                <a:solidFill>
                  <a:srgbClr val="0078D6"/>
                </a:solidFill>
                <a:latin typeface="Arial"/>
                <a:cs typeface="Arial"/>
              </a:rPr>
              <a:t>APP  </a:t>
            </a:r>
            <a:r>
              <a:rPr sz="1400" b="1" spc="-110" dirty="0">
                <a:solidFill>
                  <a:srgbClr val="0078D6"/>
                </a:solidFill>
                <a:latin typeface="Arial"/>
                <a:cs typeface="Arial"/>
              </a:rPr>
              <a:t>SECURITY</a:t>
            </a:r>
            <a:r>
              <a:rPr sz="1400" b="1" spc="-90" dirty="0">
                <a:solidFill>
                  <a:srgbClr val="0078D6"/>
                </a:solidFill>
                <a:latin typeface="Arial"/>
                <a:cs typeface="Arial"/>
              </a:rPr>
              <a:t> </a:t>
            </a:r>
            <a:r>
              <a:rPr sz="1400" b="1" spc="-105" dirty="0">
                <a:solidFill>
                  <a:srgbClr val="0078D6"/>
                </a:solidFill>
                <a:latin typeface="Arial"/>
                <a:cs typeface="Arial"/>
              </a:rPr>
              <a:t>PORTAL</a:t>
            </a:r>
            <a:endParaRPr sz="1400">
              <a:latin typeface="Arial"/>
              <a:cs typeface="Arial"/>
            </a:endParaRPr>
          </a:p>
        </p:txBody>
      </p:sp>
      <p:grpSp>
        <p:nvGrpSpPr>
          <p:cNvPr id="55" name="object 55"/>
          <p:cNvGrpSpPr/>
          <p:nvPr/>
        </p:nvGrpSpPr>
        <p:grpSpPr>
          <a:xfrm>
            <a:off x="7379207" y="3493008"/>
            <a:ext cx="1091565" cy="646430"/>
            <a:chOff x="7379207" y="3493008"/>
            <a:chExt cx="1091565" cy="646430"/>
          </a:xfrm>
        </p:grpSpPr>
        <p:sp>
          <p:nvSpPr>
            <p:cNvPr id="56" name="object 56"/>
            <p:cNvSpPr/>
            <p:nvPr/>
          </p:nvSpPr>
          <p:spPr>
            <a:xfrm>
              <a:off x="7379207" y="3493008"/>
              <a:ext cx="1091565" cy="646430"/>
            </a:xfrm>
            <a:custGeom>
              <a:avLst/>
              <a:gdLst/>
              <a:ahLst/>
              <a:cxnLst/>
              <a:rect l="l" t="t" r="r" b="b"/>
              <a:pathLst>
                <a:path w="1091565" h="646429">
                  <a:moveTo>
                    <a:pt x="729869" y="0"/>
                  </a:moveTo>
                  <a:lnTo>
                    <a:pt x="680122" y="6824"/>
                  </a:lnTo>
                  <a:lnTo>
                    <a:pt x="634442" y="26127"/>
                  </a:lnTo>
                  <a:lnTo>
                    <a:pt x="595004" y="56153"/>
                  </a:lnTo>
                  <a:lnTo>
                    <a:pt x="563984" y="95146"/>
                  </a:lnTo>
                  <a:lnTo>
                    <a:pt x="543560" y="141350"/>
                  </a:lnTo>
                  <a:lnTo>
                    <a:pt x="518070" y="123973"/>
                  </a:lnTo>
                  <a:lnTo>
                    <a:pt x="490235" y="111871"/>
                  </a:lnTo>
                  <a:lnTo>
                    <a:pt x="460138" y="104792"/>
                  </a:lnTo>
                  <a:lnTo>
                    <a:pt x="427863" y="102488"/>
                  </a:lnTo>
                  <a:lnTo>
                    <a:pt x="381939" y="107760"/>
                  </a:lnTo>
                  <a:lnTo>
                    <a:pt x="340214" y="122898"/>
                  </a:lnTo>
                  <a:lnTo>
                    <a:pt x="303879" y="146891"/>
                  </a:lnTo>
                  <a:lnTo>
                    <a:pt x="274127" y="178726"/>
                  </a:lnTo>
                  <a:lnTo>
                    <a:pt x="252150" y="217391"/>
                  </a:lnTo>
                  <a:lnTo>
                    <a:pt x="239141" y="261873"/>
                  </a:lnTo>
                  <a:lnTo>
                    <a:pt x="228284" y="259173"/>
                  </a:lnTo>
                  <a:lnTo>
                    <a:pt x="216677" y="257317"/>
                  </a:lnTo>
                  <a:lnTo>
                    <a:pt x="204618" y="256248"/>
                  </a:lnTo>
                  <a:lnTo>
                    <a:pt x="192405" y="255904"/>
                  </a:lnTo>
                  <a:lnTo>
                    <a:pt x="149276" y="261069"/>
                  </a:lnTo>
                  <a:lnTo>
                    <a:pt x="109162" y="275762"/>
                  </a:lnTo>
                  <a:lnTo>
                    <a:pt x="73383" y="298782"/>
                  </a:lnTo>
                  <a:lnTo>
                    <a:pt x="43257" y="328926"/>
                  </a:lnTo>
                  <a:lnTo>
                    <a:pt x="20105" y="364993"/>
                  </a:lnTo>
                  <a:lnTo>
                    <a:pt x="5246" y="405781"/>
                  </a:lnTo>
                  <a:lnTo>
                    <a:pt x="0" y="450087"/>
                  </a:lnTo>
                  <a:lnTo>
                    <a:pt x="5246" y="494380"/>
                  </a:lnTo>
                  <a:lnTo>
                    <a:pt x="20105" y="535393"/>
                  </a:lnTo>
                  <a:lnTo>
                    <a:pt x="43257" y="571839"/>
                  </a:lnTo>
                  <a:lnTo>
                    <a:pt x="73383" y="602428"/>
                  </a:lnTo>
                  <a:lnTo>
                    <a:pt x="109162" y="625873"/>
                  </a:lnTo>
                  <a:lnTo>
                    <a:pt x="149276" y="640885"/>
                  </a:lnTo>
                  <a:lnTo>
                    <a:pt x="192405" y="646175"/>
                  </a:lnTo>
                  <a:lnTo>
                    <a:pt x="898271" y="646175"/>
                  </a:lnTo>
                  <a:lnTo>
                    <a:pt x="942187" y="641005"/>
                  </a:lnTo>
                  <a:lnTo>
                    <a:pt x="982669" y="626273"/>
                  </a:lnTo>
                  <a:lnTo>
                    <a:pt x="1018505" y="603148"/>
                  </a:lnTo>
                  <a:lnTo>
                    <a:pt x="1048486" y="572798"/>
                  </a:lnTo>
                  <a:lnTo>
                    <a:pt x="1071400" y="536393"/>
                  </a:lnTo>
                  <a:lnTo>
                    <a:pt x="1086036" y="495100"/>
                  </a:lnTo>
                  <a:lnTo>
                    <a:pt x="1091184" y="450087"/>
                  </a:lnTo>
                  <a:lnTo>
                    <a:pt x="1084852" y="400532"/>
                  </a:lnTo>
                  <a:lnTo>
                    <a:pt x="1066903" y="355520"/>
                  </a:lnTo>
                  <a:lnTo>
                    <a:pt x="1038907" y="316801"/>
                  </a:lnTo>
                  <a:lnTo>
                    <a:pt x="1002434" y="286126"/>
                  </a:lnTo>
                  <a:lnTo>
                    <a:pt x="959054" y="265244"/>
                  </a:lnTo>
                  <a:lnTo>
                    <a:pt x="910336" y="255904"/>
                  </a:lnTo>
                  <a:lnTo>
                    <a:pt x="913116" y="241673"/>
                  </a:lnTo>
                  <a:lnTo>
                    <a:pt x="915146" y="226917"/>
                  </a:lnTo>
                  <a:lnTo>
                    <a:pt x="916390" y="211828"/>
                  </a:lnTo>
                  <a:lnTo>
                    <a:pt x="916813" y="196595"/>
                  </a:lnTo>
                  <a:lnTo>
                    <a:pt x="911895" y="151515"/>
                  </a:lnTo>
                  <a:lnTo>
                    <a:pt x="897879" y="110134"/>
                  </a:lnTo>
                  <a:lnTo>
                    <a:pt x="875864" y="73631"/>
                  </a:lnTo>
                  <a:lnTo>
                    <a:pt x="846954" y="43187"/>
                  </a:lnTo>
                  <a:lnTo>
                    <a:pt x="812250" y="19980"/>
                  </a:lnTo>
                  <a:lnTo>
                    <a:pt x="772854" y="5191"/>
                  </a:lnTo>
                  <a:lnTo>
                    <a:pt x="729869" y="0"/>
                  </a:lnTo>
                  <a:close/>
                </a:path>
              </a:pathLst>
            </a:custGeom>
            <a:solidFill>
              <a:srgbClr val="0078D6"/>
            </a:solidFill>
          </p:spPr>
          <p:txBody>
            <a:bodyPr wrap="square" lIns="0" tIns="0" rIns="0" bIns="0" rtlCol="0"/>
            <a:lstStyle/>
            <a:p>
              <a:endParaRPr/>
            </a:p>
          </p:txBody>
        </p:sp>
        <p:sp>
          <p:nvSpPr>
            <p:cNvPr id="57" name="object 57"/>
            <p:cNvSpPr/>
            <p:nvPr/>
          </p:nvSpPr>
          <p:spPr>
            <a:xfrm>
              <a:off x="7888223" y="3637788"/>
              <a:ext cx="335280" cy="448309"/>
            </a:xfrm>
            <a:custGeom>
              <a:avLst/>
              <a:gdLst/>
              <a:ahLst/>
              <a:cxnLst/>
              <a:rect l="l" t="t" r="r" b="b"/>
              <a:pathLst>
                <a:path w="335279" h="448310">
                  <a:moveTo>
                    <a:pt x="335279" y="195961"/>
                  </a:moveTo>
                  <a:lnTo>
                    <a:pt x="0" y="195961"/>
                  </a:lnTo>
                  <a:lnTo>
                    <a:pt x="0" y="448056"/>
                  </a:lnTo>
                  <a:lnTo>
                    <a:pt x="335279" y="448056"/>
                  </a:lnTo>
                  <a:lnTo>
                    <a:pt x="335279" y="419988"/>
                  </a:lnTo>
                  <a:lnTo>
                    <a:pt x="27940" y="419988"/>
                  </a:lnTo>
                  <a:lnTo>
                    <a:pt x="27940" y="224028"/>
                  </a:lnTo>
                  <a:lnTo>
                    <a:pt x="335279" y="224028"/>
                  </a:lnTo>
                  <a:lnTo>
                    <a:pt x="335279" y="195961"/>
                  </a:lnTo>
                  <a:close/>
                </a:path>
                <a:path w="335279" h="448310">
                  <a:moveTo>
                    <a:pt x="335279" y="224028"/>
                  </a:moveTo>
                  <a:lnTo>
                    <a:pt x="307340" y="224028"/>
                  </a:lnTo>
                  <a:lnTo>
                    <a:pt x="307340" y="419988"/>
                  </a:lnTo>
                  <a:lnTo>
                    <a:pt x="335279" y="419988"/>
                  </a:lnTo>
                  <a:lnTo>
                    <a:pt x="335279" y="224028"/>
                  </a:lnTo>
                  <a:close/>
                </a:path>
                <a:path w="335279" h="448310">
                  <a:moveTo>
                    <a:pt x="167640" y="0"/>
                  </a:moveTo>
                  <a:lnTo>
                    <a:pt x="118526" y="9844"/>
                  </a:lnTo>
                  <a:lnTo>
                    <a:pt x="78581" y="36750"/>
                  </a:lnTo>
                  <a:lnTo>
                    <a:pt x="51732" y="76777"/>
                  </a:lnTo>
                  <a:lnTo>
                    <a:pt x="41909" y="125984"/>
                  </a:lnTo>
                  <a:lnTo>
                    <a:pt x="41909" y="195961"/>
                  </a:lnTo>
                  <a:lnTo>
                    <a:pt x="69850" y="195961"/>
                  </a:lnTo>
                  <a:lnTo>
                    <a:pt x="69850" y="125984"/>
                  </a:lnTo>
                  <a:lnTo>
                    <a:pt x="77271" y="87036"/>
                  </a:lnTo>
                  <a:lnTo>
                    <a:pt x="97790" y="55959"/>
                  </a:lnTo>
                  <a:lnTo>
                    <a:pt x="128785" y="35383"/>
                  </a:lnTo>
                  <a:lnTo>
                    <a:pt x="167640" y="27939"/>
                  </a:lnTo>
                  <a:lnTo>
                    <a:pt x="243618" y="27939"/>
                  </a:lnTo>
                  <a:lnTo>
                    <a:pt x="216753" y="9844"/>
                  </a:lnTo>
                  <a:lnTo>
                    <a:pt x="167640" y="0"/>
                  </a:lnTo>
                  <a:close/>
                </a:path>
                <a:path w="335279" h="448310">
                  <a:moveTo>
                    <a:pt x="243618" y="27939"/>
                  </a:moveTo>
                  <a:lnTo>
                    <a:pt x="167640" y="27939"/>
                  </a:lnTo>
                  <a:lnTo>
                    <a:pt x="204993" y="35383"/>
                  </a:lnTo>
                  <a:lnTo>
                    <a:pt x="236156" y="55959"/>
                  </a:lnTo>
                  <a:lnTo>
                    <a:pt x="257508" y="87036"/>
                  </a:lnTo>
                  <a:lnTo>
                    <a:pt x="265429" y="125984"/>
                  </a:lnTo>
                  <a:lnTo>
                    <a:pt x="265429" y="195961"/>
                  </a:lnTo>
                  <a:lnTo>
                    <a:pt x="293370" y="195961"/>
                  </a:lnTo>
                  <a:lnTo>
                    <a:pt x="293370" y="125984"/>
                  </a:lnTo>
                  <a:lnTo>
                    <a:pt x="283547" y="76777"/>
                  </a:lnTo>
                  <a:lnTo>
                    <a:pt x="256698" y="36750"/>
                  </a:lnTo>
                  <a:lnTo>
                    <a:pt x="243618" y="27939"/>
                  </a:lnTo>
                  <a:close/>
                </a:path>
              </a:pathLst>
            </a:custGeom>
            <a:solidFill>
              <a:srgbClr val="FFFFFF"/>
            </a:solidFill>
          </p:spPr>
          <p:txBody>
            <a:bodyPr wrap="square" lIns="0" tIns="0" rIns="0" bIns="0" rtlCol="0"/>
            <a:lstStyle/>
            <a:p>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53504" y="443991"/>
            <a:ext cx="10533773" cy="542544"/>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4315275" y="1705355"/>
            <a:ext cx="4457065" cy="4331335"/>
            <a:chOff x="4315275" y="1705355"/>
            <a:chExt cx="4457065" cy="4331335"/>
          </a:xfrm>
        </p:grpSpPr>
        <p:sp>
          <p:nvSpPr>
            <p:cNvPr id="4" name="object 4"/>
            <p:cNvSpPr/>
            <p:nvPr/>
          </p:nvSpPr>
          <p:spPr>
            <a:xfrm>
              <a:off x="5205984" y="1895855"/>
              <a:ext cx="483234" cy="3941445"/>
            </a:xfrm>
            <a:custGeom>
              <a:avLst/>
              <a:gdLst/>
              <a:ahLst/>
              <a:cxnLst/>
              <a:rect l="l" t="t" r="r" b="b"/>
              <a:pathLst>
                <a:path w="483235" h="3941445">
                  <a:moveTo>
                    <a:pt x="483107" y="0"/>
                  </a:moveTo>
                  <a:lnTo>
                    <a:pt x="0" y="1484249"/>
                  </a:lnTo>
                  <a:lnTo>
                    <a:pt x="0" y="2456815"/>
                  </a:lnTo>
                  <a:lnTo>
                    <a:pt x="483107" y="3941064"/>
                  </a:lnTo>
                  <a:lnTo>
                    <a:pt x="483107" y="0"/>
                  </a:lnTo>
                  <a:close/>
                </a:path>
              </a:pathLst>
            </a:custGeom>
            <a:solidFill>
              <a:srgbClr val="D9D9D9">
                <a:alpha val="70195"/>
              </a:srgbClr>
            </a:solidFill>
          </p:spPr>
          <p:txBody>
            <a:bodyPr wrap="square" lIns="0" tIns="0" rIns="0" bIns="0" rtlCol="0"/>
            <a:lstStyle/>
            <a:p>
              <a:endParaRPr/>
            </a:p>
          </p:txBody>
        </p:sp>
        <p:sp>
          <p:nvSpPr>
            <p:cNvPr id="5" name="object 5"/>
            <p:cNvSpPr/>
            <p:nvPr/>
          </p:nvSpPr>
          <p:spPr>
            <a:xfrm>
              <a:off x="4448556" y="3322319"/>
              <a:ext cx="1088390" cy="1087120"/>
            </a:xfrm>
            <a:custGeom>
              <a:avLst/>
              <a:gdLst/>
              <a:ahLst/>
              <a:cxnLst/>
              <a:rect l="l" t="t" r="r" b="b"/>
              <a:pathLst>
                <a:path w="1088389" h="1087120">
                  <a:moveTo>
                    <a:pt x="544068" y="0"/>
                  </a:moveTo>
                  <a:lnTo>
                    <a:pt x="497123" y="1993"/>
                  </a:lnTo>
                  <a:lnTo>
                    <a:pt x="451287" y="7867"/>
                  </a:lnTo>
                  <a:lnTo>
                    <a:pt x="406724" y="17456"/>
                  </a:lnTo>
                  <a:lnTo>
                    <a:pt x="363596" y="30599"/>
                  </a:lnTo>
                  <a:lnTo>
                    <a:pt x="322068" y="47132"/>
                  </a:lnTo>
                  <a:lnTo>
                    <a:pt x="282301" y="66892"/>
                  </a:lnTo>
                  <a:lnTo>
                    <a:pt x="244460" y="89716"/>
                  </a:lnTo>
                  <a:lnTo>
                    <a:pt x="208708" y="115442"/>
                  </a:lnTo>
                  <a:lnTo>
                    <a:pt x="175207" y="143907"/>
                  </a:lnTo>
                  <a:lnTo>
                    <a:pt x="144122" y="174946"/>
                  </a:lnTo>
                  <a:lnTo>
                    <a:pt x="115616" y="208398"/>
                  </a:lnTo>
                  <a:lnTo>
                    <a:pt x="89852" y="244100"/>
                  </a:lnTo>
                  <a:lnTo>
                    <a:pt x="66994" y="281888"/>
                  </a:lnTo>
                  <a:lnTo>
                    <a:pt x="47204" y="321599"/>
                  </a:lnTo>
                  <a:lnTo>
                    <a:pt x="30646" y="363072"/>
                  </a:lnTo>
                  <a:lnTo>
                    <a:pt x="17483" y="406141"/>
                  </a:lnTo>
                  <a:lnTo>
                    <a:pt x="7879" y="450645"/>
                  </a:lnTo>
                  <a:lnTo>
                    <a:pt x="1997" y="496421"/>
                  </a:lnTo>
                  <a:lnTo>
                    <a:pt x="0" y="543305"/>
                  </a:lnTo>
                  <a:lnTo>
                    <a:pt x="1997" y="590190"/>
                  </a:lnTo>
                  <a:lnTo>
                    <a:pt x="7879" y="635966"/>
                  </a:lnTo>
                  <a:lnTo>
                    <a:pt x="17483" y="680470"/>
                  </a:lnTo>
                  <a:lnTo>
                    <a:pt x="30646" y="723539"/>
                  </a:lnTo>
                  <a:lnTo>
                    <a:pt x="47204" y="765012"/>
                  </a:lnTo>
                  <a:lnTo>
                    <a:pt x="66994" y="804723"/>
                  </a:lnTo>
                  <a:lnTo>
                    <a:pt x="89852" y="842511"/>
                  </a:lnTo>
                  <a:lnTo>
                    <a:pt x="115616" y="878213"/>
                  </a:lnTo>
                  <a:lnTo>
                    <a:pt x="144122" y="911665"/>
                  </a:lnTo>
                  <a:lnTo>
                    <a:pt x="175207" y="942704"/>
                  </a:lnTo>
                  <a:lnTo>
                    <a:pt x="208708" y="971169"/>
                  </a:lnTo>
                  <a:lnTo>
                    <a:pt x="244460" y="996895"/>
                  </a:lnTo>
                  <a:lnTo>
                    <a:pt x="282301" y="1019719"/>
                  </a:lnTo>
                  <a:lnTo>
                    <a:pt x="322068" y="1039479"/>
                  </a:lnTo>
                  <a:lnTo>
                    <a:pt x="363596" y="1056012"/>
                  </a:lnTo>
                  <a:lnTo>
                    <a:pt x="406724" y="1069155"/>
                  </a:lnTo>
                  <a:lnTo>
                    <a:pt x="451287" y="1078744"/>
                  </a:lnTo>
                  <a:lnTo>
                    <a:pt x="497123" y="1084618"/>
                  </a:lnTo>
                  <a:lnTo>
                    <a:pt x="544068" y="1086611"/>
                  </a:lnTo>
                  <a:lnTo>
                    <a:pt x="591012" y="1084618"/>
                  </a:lnTo>
                  <a:lnTo>
                    <a:pt x="636848" y="1078744"/>
                  </a:lnTo>
                  <a:lnTo>
                    <a:pt x="681411" y="1069155"/>
                  </a:lnTo>
                  <a:lnTo>
                    <a:pt x="724539" y="1056012"/>
                  </a:lnTo>
                  <a:lnTo>
                    <a:pt x="766067" y="1039479"/>
                  </a:lnTo>
                  <a:lnTo>
                    <a:pt x="805834" y="1019719"/>
                  </a:lnTo>
                  <a:lnTo>
                    <a:pt x="843675" y="996895"/>
                  </a:lnTo>
                  <a:lnTo>
                    <a:pt x="879427" y="971169"/>
                  </a:lnTo>
                  <a:lnTo>
                    <a:pt x="912928" y="942704"/>
                  </a:lnTo>
                  <a:lnTo>
                    <a:pt x="944013" y="911665"/>
                  </a:lnTo>
                  <a:lnTo>
                    <a:pt x="972519" y="878213"/>
                  </a:lnTo>
                  <a:lnTo>
                    <a:pt x="998283" y="842511"/>
                  </a:lnTo>
                  <a:lnTo>
                    <a:pt x="1021141" y="804723"/>
                  </a:lnTo>
                  <a:lnTo>
                    <a:pt x="1040931" y="765012"/>
                  </a:lnTo>
                  <a:lnTo>
                    <a:pt x="1057489" y="723539"/>
                  </a:lnTo>
                  <a:lnTo>
                    <a:pt x="1070652" y="680470"/>
                  </a:lnTo>
                  <a:lnTo>
                    <a:pt x="1080256" y="635966"/>
                  </a:lnTo>
                  <a:lnTo>
                    <a:pt x="1086138" y="590190"/>
                  </a:lnTo>
                  <a:lnTo>
                    <a:pt x="1088136" y="543305"/>
                  </a:lnTo>
                  <a:lnTo>
                    <a:pt x="1086138" y="496421"/>
                  </a:lnTo>
                  <a:lnTo>
                    <a:pt x="1080256" y="450645"/>
                  </a:lnTo>
                  <a:lnTo>
                    <a:pt x="1070652" y="406141"/>
                  </a:lnTo>
                  <a:lnTo>
                    <a:pt x="1057489" y="363072"/>
                  </a:lnTo>
                  <a:lnTo>
                    <a:pt x="1040931" y="321599"/>
                  </a:lnTo>
                  <a:lnTo>
                    <a:pt x="1021141" y="281888"/>
                  </a:lnTo>
                  <a:lnTo>
                    <a:pt x="998283" y="244100"/>
                  </a:lnTo>
                  <a:lnTo>
                    <a:pt x="972519" y="208398"/>
                  </a:lnTo>
                  <a:lnTo>
                    <a:pt x="944013" y="174946"/>
                  </a:lnTo>
                  <a:lnTo>
                    <a:pt x="912928" y="143907"/>
                  </a:lnTo>
                  <a:lnTo>
                    <a:pt x="879427" y="115442"/>
                  </a:lnTo>
                  <a:lnTo>
                    <a:pt x="843675" y="89716"/>
                  </a:lnTo>
                  <a:lnTo>
                    <a:pt x="805834" y="66892"/>
                  </a:lnTo>
                  <a:lnTo>
                    <a:pt x="766067" y="47132"/>
                  </a:lnTo>
                  <a:lnTo>
                    <a:pt x="724539" y="30599"/>
                  </a:lnTo>
                  <a:lnTo>
                    <a:pt x="681411" y="17456"/>
                  </a:lnTo>
                  <a:lnTo>
                    <a:pt x="636848" y="7867"/>
                  </a:lnTo>
                  <a:lnTo>
                    <a:pt x="591012" y="1993"/>
                  </a:lnTo>
                  <a:lnTo>
                    <a:pt x="544068" y="0"/>
                  </a:lnTo>
                  <a:close/>
                </a:path>
              </a:pathLst>
            </a:custGeom>
            <a:solidFill>
              <a:srgbClr val="001F50"/>
            </a:solidFill>
          </p:spPr>
          <p:txBody>
            <a:bodyPr wrap="square" lIns="0" tIns="0" rIns="0" bIns="0" rtlCol="0"/>
            <a:lstStyle/>
            <a:p>
              <a:endParaRPr/>
            </a:p>
          </p:txBody>
        </p:sp>
        <p:sp>
          <p:nvSpPr>
            <p:cNvPr id="6" name="object 6"/>
            <p:cNvSpPr/>
            <p:nvPr/>
          </p:nvSpPr>
          <p:spPr>
            <a:xfrm>
              <a:off x="4805426" y="3511295"/>
              <a:ext cx="374650" cy="664845"/>
            </a:xfrm>
            <a:custGeom>
              <a:avLst/>
              <a:gdLst/>
              <a:ahLst/>
              <a:cxnLst/>
              <a:rect l="l" t="t" r="r" b="b"/>
              <a:pathLst>
                <a:path w="374650" h="664845">
                  <a:moveTo>
                    <a:pt x="316738" y="121031"/>
                  </a:moveTo>
                  <a:lnTo>
                    <a:pt x="316484" y="121031"/>
                  </a:lnTo>
                  <a:lnTo>
                    <a:pt x="304241" y="73672"/>
                  </a:lnTo>
                  <a:lnTo>
                    <a:pt x="295313" y="61468"/>
                  </a:lnTo>
                  <a:lnTo>
                    <a:pt x="276123" y="35229"/>
                  </a:lnTo>
                  <a:lnTo>
                    <a:pt x="235864" y="9436"/>
                  </a:lnTo>
                  <a:lnTo>
                    <a:pt x="187198" y="0"/>
                  </a:lnTo>
                  <a:lnTo>
                    <a:pt x="136842" y="10121"/>
                  </a:lnTo>
                  <a:lnTo>
                    <a:pt x="95656" y="37706"/>
                  </a:lnTo>
                  <a:lnTo>
                    <a:pt x="67856" y="78600"/>
                  </a:lnTo>
                  <a:lnTo>
                    <a:pt x="57658" y="128651"/>
                  </a:lnTo>
                  <a:lnTo>
                    <a:pt x="57658" y="252984"/>
                  </a:lnTo>
                  <a:lnTo>
                    <a:pt x="119634" y="252984"/>
                  </a:lnTo>
                  <a:lnTo>
                    <a:pt x="119634" y="126619"/>
                  </a:lnTo>
                  <a:lnTo>
                    <a:pt x="125450" y="101117"/>
                  </a:lnTo>
                  <a:lnTo>
                    <a:pt x="140030" y="80429"/>
                  </a:lnTo>
                  <a:lnTo>
                    <a:pt x="161290" y="66548"/>
                  </a:lnTo>
                  <a:lnTo>
                    <a:pt x="187198" y="61468"/>
                  </a:lnTo>
                  <a:lnTo>
                    <a:pt x="213448" y="66751"/>
                  </a:lnTo>
                  <a:lnTo>
                    <a:pt x="234924" y="81153"/>
                  </a:lnTo>
                  <a:lnTo>
                    <a:pt x="249428" y="102514"/>
                  </a:lnTo>
                  <a:lnTo>
                    <a:pt x="254762" y="128651"/>
                  </a:lnTo>
                  <a:lnTo>
                    <a:pt x="255016" y="252984"/>
                  </a:lnTo>
                  <a:lnTo>
                    <a:pt x="316738" y="252984"/>
                  </a:lnTo>
                  <a:lnTo>
                    <a:pt x="316738" y="121031"/>
                  </a:lnTo>
                  <a:close/>
                </a:path>
                <a:path w="374650" h="664845">
                  <a:moveTo>
                    <a:pt x="374142" y="275844"/>
                  </a:moveTo>
                  <a:lnTo>
                    <a:pt x="227203" y="275844"/>
                  </a:lnTo>
                  <a:lnTo>
                    <a:pt x="227203" y="415163"/>
                  </a:lnTo>
                  <a:lnTo>
                    <a:pt x="225806" y="425488"/>
                  </a:lnTo>
                  <a:lnTo>
                    <a:pt x="221932" y="434848"/>
                  </a:lnTo>
                  <a:lnTo>
                    <a:pt x="215950" y="442887"/>
                  </a:lnTo>
                  <a:lnTo>
                    <a:pt x="208280" y="449199"/>
                  </a:lnTo>
                  <a:lnTo>
                    <a:pt x="208280" y="500761"/>
                  </a:lnTo>
                  <a:lnTo>
                    <a:pt x="166116" y="500761"/>
                  </a:lnTo>
                  <a:lnTo>
                    <a:pt x="166116" y="449199"/>
                  </a:lnTo>
                  <a:lnTo>
                    <a:pt x="158305" y="442887"/>
                  </a:lnTo>
                  <a:lnTo>
                    <a:pt x="152298" y="434848"/>
                  </a:lnTo>
                  <a:lnTo>
                    <a:pt x="148424" y="425488"/>
                  </a:lnTo>
                  <a:lnTo>
                    <a:pt x="147066" y="415163"/>
                  </a:lnTo>
                  <a:lnTo>
                    <a:pt x="150215" y="399618"/>
                  </a:lnTo>
                  <a:lnTo>
                    <a:pt x="158826" y="386943"/>
                  </a:lnTo>
                  <a:lnTo>
                    <a:pt x="171538" y="378409"/>
                  </a:lnTo>
                  <a:lnTo>
                    <a:pt x="187071" y="375285"/>
                  </a:lnTo>
                  <a:lnTo>
                    <a:pt x="202717" y="378409"/>
                  </a:lnTo>
                  <a:lnTo>
                    <a:pt x="215468" y="386943"/>
                  </a:lnTo>
                  <a:lnTo>
                    <a:pt x="224053" y="399618"/>
                  </a:lnTo>
                  <a:lnTo>
                    <a:pt x="227203" y="415163"/>
                  </a:lnTo>
                  <a:lnTo>
                    <a:pt x="227203" y="275844"/>
                  </a:lnTo>
                  <a:lnTo>
                    <a:pt x="0" y="275844"/>
                  </a:lnTo>
                  <a:lnTo>
                    <a:pt x="101" y="434848"/>
                  </a:lnTo>
                  <a:lnTo>
                    <a:pt x="5549" y="473392"/>
                  </a:lnTo>
                  <a:lnTo>
                    <a:pt x="19392" y="512533"/>
                  </a:lnTo>
                  <a:lnTo>
                    <a:pt x="46761" y="558152"/>
                  </a:lnTo>
                  <a:lnTo>
                    <a:pt x="92278" y="605739"/>
                  </a:lnTo>
                  <a:lnTo>
                    <a:pt x="160528" y="650748"/>
                  </a:lnTo>
                  <a:lnTo>
                    <a:pt x="187071" y="664464"/>
                  </a:lnTo>
                  <a:lnTo>
                    <a:pt x="213614" y="650748"/>
                  </a:lnTo>
                  <a:lnTo>
                    <a:pt x="281012" y="606844"/>
                  </a:lnTo>
                  <a:lnTo>
                    <a:pt x="326351" y="560578"/>
                  </a:lnTo>
                  <a:lnTo>
                    <a:pt x="353974" y="516001"/>
                  </a:lnTo>
                  <a:lnTo>
                    <a:pt x="368249" y="477151"/>
                  </a:lnTo>
                  <a:lnTo>
                    <a:pt x="374053" y="434848"/>
                  </a:lnTo>
                  <a:lnTo>
                    <a:pt x="374142" y="375285"/>
                  </a:lnTo>
                  <a:lnTo>
                    <a:pt x="374142" y="275844"/>
                  </a:lnTo>
                  <a:close/>
                </a:path>
              </a:pathLst>
            </a:custGeom>
            <a:solidFill>
              <a:srgbClr val="FFFFFF"/>
            </a:solidFill>
          </p:spPr>
          <p:txBody>
            <a:bodyPr wrap="square" lIns="0" tIns="0" rIns="0" bIns="0" rtlCol="0"/>
            <a:lstStyle/>
            <a:p>
              <a:endParaRPr/>
            </a:p>
          </p:txBody>
        </p:sp>
        <p:sp>
          <p:nvSpPr>
            <p:cNvPr id="7" name="object 7"/>
            <p:cNvSpPr/>
            <p:nvPr/>
          </p:nvSpPr>
          <p:spPr>
            <a:xfrm>
              <a:off x="4315275" y="5025736"/>
              <a:ext cx="374072" cy="45304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803648" y="5044440"/>
              <a:ext cx="457200" cy="45110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5661660" y="1705355"/>
              <a:ext cx="3110865" cy="4331335"/>
            </a:xfrm>
            <a:custGeom>
              <a:avLst/>
              <a:gdLst/>
              <a:ahLst/>
              <a:cxnLst/>
              <a:rect l="l" t="t" r="r" b="b"/>
              <a:pathLst>
                <a:path w="3110865" h="4331335">
                  <a:moveTo>
                    <a:pt x="2867024" y="0"/>
                  </a:moveTo>
                  <a:lnTo>
                    <a:pt x="243459" y="0"/>
                  </a:lnTo>
                  <a:lnTo>
                    <a:pt x="194164" y="4907"/>
                  </a:lnTo>
                  <a:lnTo>
                    <a:pt x="148357" y="18998"/>
                  </a:lnTo>
                  <a:lnTo>
                    <a:pt x="106988" y="41322"/>
                  </a:lnTo>
                  <a:lnTo>
                    <a:pt x="71008" y="70929"/>
                  </a:lnTo>
                  <a:lnTo>
                    <a:pt x="41369" y="106870"/>
                  </a:lnTo>
                  <a:lnTo>
                    <a:pt x="19020" y="148197"/>
                  </a:lnTo>
                  <a:lnTo>
                    <a:pt x="4913" y="193958"/>
                  </a:lnTo>
                  <a:lnTo>
                    <a:pt x="0" y="243205"/>
                  </a:lnTo>
                  <a:lnTo>
                    <a:pt x="0" y="4087952"/>
                  </a:lnTo>
                  <a:lnTo>
                    <a:pt x="4913" y="4137204"/>
                  </a:lnTo>
                  <a:lnTo>
                    <a:pt x="19020" y="4182973"/>
                  </a:lnTo>
                  <a:lnTo>
                    <a:pt x="41369" y="4224307"/>
                  </a:lnTo>
                  <a:lnTo>
                    <a:pt x="71008" y="4260257"/>
                  </a:lnTo>
                  <a:lnTo>
                    <a:pt x="106988" y="4289873"/>
                  </a:lnTo>
                  <a:lnTo>
                    <a:pt x="148357" y="4312203"/>
                  </a:lnTo>
                  <a:lnTo>
                    <a:pt x="194164" y="4326298"/>
                  </a:lnTo>
                  <a:lnTo>
                    <a:pt x="243459" y="4331208"/>
                  </a:lnTo>
                  <a:lnTo>
                    <a:pt x="2867024" y="4331208"/>
                  </a:lnTo>
                  <a:lnTo>
                    <a:pt x="2916319" y="4326298"/>
                  </a:lnTo>
                  <a:lnTo>
                    <a:pt x="2962126" y="4312203"/>
                  </a:lnTo>
                  <a:lnTo>
                    <a:pt x="3003495" y="4289873"/>
                  </a:lnTo>
                  <a:lnTo>
                    <a:pt x="3039475" y="4260257"/>
                  </a:lnTo>
                  <a:lnTo>
                    <a:pt x="3069114" y="4224307"/>
                  </a:lnTo>
                  <a:lnTo>
                    <a:pt x="3091463" y="4182973"/>
                  </a:lnTo>
                  <a:lnTo>
                    <a:pt x="3105570" y="4137204"/>
                  </a:lnTo>
                  <a:lnTo>
                    <a:pt x="3110484" y="4087952"/>
                  </a:lnTo>
                  <a:lnTo>
                    <a:pt x="3110484" y="243205"/>
                  </a:lnTo>
                  <a:lnTo>
                    <a:pt x="3105570" y="193958"/>
                  </a:lnTo>
                  <a:lnTo>
                    <a:pt x="3091463" y="148197"/>
                  </a:lnTo>
                  <a:lnTo>
                    <a:pt x="3069114" y="106870"/>
                  </a:lnTo>
                  <a:lnTo>
                    <a:pt x="3039475" y="70929"/>
                  </a:lnTo>
                  <a:lnTo>
                    <a:pt x="3003495" y="41322"/>
                  </a:lnTo>
                  <a:lnTo>
                    <a:pt x="2962126" y="18998"/>
                  </a:lnTo>
                  <a:lnTo>
                    <a:pt x="2916319" y="4907"/>
                  </a:lnTo>
                  <a:lnTo>
                    <a:pt x="2867024" y="0"/>
                  </a:lnTo>
                  <a:close/>
                </a:path>
              </a:pathLst>
            </a:custGeom>
            <a:solidFill>
              <a:srgbClr val="505050"/>
            </a:solidFill>
          </p:spPr>
          <p:txBody>
            <a:bodyPr wrap="square" lIns="0" tIns="0" rIns="0" bIns="0" rtlCol="0"/>
            <a:lstStyle/>
            <a:p>
              <a:endParaRPr/>
            </a:p>
          </p:txBody>
        </p:sp>
        <p:sp>
          <p:nvSpPr>
            <p:cNvPr id="10" name="object 10"/>
            <p:cNvSpPr/>
            <p:nvPr/>
          </p:nvSpPr>
          <p:spPr>
            <a:xfrm>
              <a:off x="5856732" y="2022347"/>
              <a:ext cx="2727960" cy="3697604"/>
            </a:xfrm>
            <a:custGeom>
              <a:avLst/>
              <a:gdLst/>
              <a:ahLst/>
              <a:cxnLst/>
              <a:rect l="l" t="t" r="r" b="b"/>
              <a:pathLst>
                <a:path w="2727959" h="3697604">
                  <a:moveTo>
                    <a:pt x="2727960" y="0"/>
                  </a:moveTo>
                  <a:lnTo>
                    <a:pt x="0" y="0"/>
                  </a:lnTo>
                  <a:lnTo>
                    <a:pt x="0" y="3697224"/>
                  </a:lnTo>
                  <a:lnTo>
                    <a:pt x="2727960" y="3697224"/>
                  </a:lnTo>
                  <a:lnTo>
                    <a:pt x="2727960" y="0"/>
                  </a:lnTo>
                  <a:close/>
                </a:path>
              </a:pathLst>
            </a:custGeom>
            <a:solidFill>
              <a:srgbClr val="FFFFFF"/>
            </a:solidFill>
          </p:spPr>
          <p:txBody>
            <a:bodyPr wrap="square" lIns="0" tIns="0" rIns="0" bIns="0" rtlCol="0"/>
            <a:lstStyle/>
            <a:p>
              <a:endParaRPr/>
            </a:p>
          </p:txBody>
        </p:sp>
        <p:sp>
          <p:nvSpPr>
            <p:cNvPr id="11" name="object 11"/>
            <p:cNvSpPr/>
            <p:nvPr/>
          </p:nvSpPr>
          <p:spPr>
            <a:xfrm>
              <a:off x="6288024" y="3979163"/>
              <a:ext cx="411479" cy="400812"/>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6275832" y="3265931"/>
              <a:ext cx="426719" cy="405383"/>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6272784" y="2590800"/>
              <a:ext cx="440436" cy="416051"/>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7720584" y="3265931"/>
              <a:ext cx="420624" cy="420623"/>
            </a:xfrm>
            <a:prstGeom prst="rect">
              <a:avLst/>
            </a:prstGeom>
            <a:blipFill>
              <a:blip r:embed="rId8" cstate="print"/>
              <a:stretch>
                <a:fillRect/>
              </a:stretch>
            </a:blipFill>
          </p:spPr>
          <p:txBody>
            <a:bodyPr wrap="square" lIns="0" tIns="0" rIns="0" bIns="0" rtlCol="0"/>
            <a:lstStyle/>
            <a:p>
              <a:endParaRPr/>
            </a:p>
          </p:txBody>
        </p:sp>
        <p:sp>
          <p:nvSpPr>
            <p:cNvPr id="15" name="object 15"/>
            <p:cNvSpPr/>
            <p:nvPr/>
          </p:nvSpPr>
          <p:spPr>
            <a:xfrm>
              <a:off x="7016496" y="4655820"/>
              <a:ext cx="397763" cy="397763"/>
            </a:xfrm>
            <a:prstGeom prst="rect">
              <a:avLst/>
            </a:prstGeom>
            <a:blipFill>
              <a:blip r:embed="rId9" cstate="print"/>
              <a:stretch>
                <a:fillRect/>
              </a:stretch>
            </a:blipFill>
          </p:spPr>
          <p:txBody>
            <a:bodyPr wrap="square" lIns="0" tIns="0" rIns="0" bIns="0" rtlCol="0"/>
            <a:lstStyle/>
            <a:p>
              <a:endParaRPr/>
            </a:p>
          </p:txBody>
        </p:sp>
        <p:sp>
          <p:nvSpPr>
            <p:cNvPr id="16" name="object 16"/>
            <p:cNvSpPr/>
            <p:nvPr/>
          </p:nvSpPr>
          <p:spPr>
            <a:xfrm>
              <a:off x="7735823" y="3989832"/>
              <a:ext cx="396240" cy="396239"/>
            </a:xfrm>
            <a:prstGeom prst="rect">
              <a:avLst/>
            </a:prstGeom>
            <a:blipFill>
              <a:blip r:embed="rId10" cstate="print"/>
              <a:stretch>
                <a:fillRect/>
              </a:stretch>
            </a:blipFill>
          </p:spPr>
          <p:txBody>
            <a:bodyPr wrap="square" lIns="0" tIns="0" rIns="0" bIns="0" rtlCol="0"/>
            <a:lstStyle/>
            <a:p>
              <a:endParaRPr/>
            </a:p>
          </p:txBody>
        </p:sp>
        <p:sp>
          <p:nvSpPr>
            <p:cNvPr id="17" name="object 17"/>
            <p:cNvSpPr/>
            <p:nvPr/>
          </p:nvSpPr>
          <p:spPr>
            <a:xfrm>
              <a:off x="7050024" y="3284219"/>
              <a:ext cx="384048" cy="384047"/>
            </a:xfrm>
            <a:prstGeom prst="rect">
              <a:avLst/>
            </a:prstGeom>
            <a:blipFill>
              <a:blip r:embed="rId11" cstate="print"/>
              <a:stretch>
                <a:fillRect/>
              </a:stretch>
            </a:blipFill>
          </p:spPr>
          <p:txBody>
            <a:bodyPr wrap="square" lIns="0" tIns="0" rIns="0" bIns="0" rtlCol="0"/>
            <a:lstStyle/>
            <a:p>
              <a:endParaRPr/>
            </a:p>
          </p:txBody>
        </p:sp>
        <p:sp>
          <p:nvSpPr>
            <p:cNvPr id="18" name="object 18"/>
            <p:cNvSpPr/>
            <p:nvPr/>
          </p:nvSpPr>
          <p:spPr>
            <a:xfrm>
              <a:off x="7028688" y="2612136"/>
              <a:ext cx="405383" cy="399288"/>
            </a:xfrm>
            <a:prstGeom prst="rect">
              <a:avLst/>
            </a:prstGeom>
            <a:blipFill>
              <a:blip r:embed="rId12" cstate="print"/>
              <a:stretch>
                <a:fillRect/>
              </a:stretch>
            </a:blipFill>
          </p:spPr>
          <p:txBody>
            <a:bodyPr wrap="square" lIns="0" tIns="0" rIns="0" bIns="0" rtlCol="0"/>
            <a:lstStyle/>
            <a:p>
              <a:endParaRPr/>
            </a:p>
          </p:txBody>
        </p:sp>
        <p:sp>
          <p:nvSpPr>
            <p:cNvPr id="19" name="object 19"/>
            <p:cNvSpPr/>
            <p:nvPr/>
          </p:nvSpPr>
          <p:spPr>
            <a:xfrm>
              <a:off x="6274308" y="4639055"/>
              <a:ext cx="435863" cy="434340"/>
            </a:xfrm>
            <a:prstGeom prst="rect">
              <a:avLst/>
            </a:prstGeom>
            <a:blipFill>
              <a:blip r:embed="rId8" cstate="print"/>
              <a:stretch>
                <a:fillRect/>
              </a:stretch>
            </a:blipFill>
          </p:spPr>
          <p:txBody>
            <a:bodyPr wrap="square" lIns="0" tIns="0" rIns="0" bIns="0" rtlCol="0"/>
            <a:lstStyle/>
            <a:p>
              <a:endParaRPr/>
            </a:p>
          </p:txBody>
        </p:sp>
        <p:sp>
          <p:nvSpPr>
            <p:cNvPr id="20" name="object 20"/>
            <p:cNvSpPr/>
            <p:nvPr/>
          </p:nvSpPr>
          <p:spPr>
            <a:xfrm>
              <a:off x="7712964" y="4645151"/>
              <a:ext cx="425196" cy="419100"/>
            </a:xfrm>
            <a:prstGeom prst="rect">
              <a:avLst/>
            </a:prstGeom>
            <a:blipFill>
              <a:blip r:embed="rId13" cstate="print"/>
              <a:stretch>
                <a:fillRect/>
              </a:stretch>
            </a:blipFill>
          </p:spPr>
          <p:txBody>
            <a:bodyPr wrap="square" lIns="0" tIns="0" rIns="0" bIns="0" rtlCol="0"/>
            <a:lstStyle/>
            <a:p>
              <a:endParaRPr/>
            </a:p>
          </p:txBody>
        </p:sp>
        <p:sp>
          <p:nvSpPr>
            <p:cNvPr id="21" name="object 21"/>
            <p:cNvSpPr/>
            <p:nvPr/>
          </p:nvSpPr>
          <p:spPr>
            <a:xfrm>
              <a:off x="7740396" y="2615183"/>
              <a:ext cx="385572" cy="384048"/>
            </a:xfrm>
            <a:prstGeom prst="rect">
              <a:avLst/>
            </a:prstGeom>
            <a:blipFill>
              <a:blip r:embed="rId14" cstate="print"/>
              <a:stretch>
                <a:fillRect/>
              </a:stretch>
            </a:blipFill>
          </p:spPr>
          <p:txBody>
            <a:bodyPr wrap="square" lIns="0" tIns="0" rIns="0" bIns="0" rtlCol="0"/>
            <a:lstStyle/>
            <a:p>
              <a:endParaRPr/>
            </a:p>
          </p:txBody>
        </p:sp>
        <p:sp>
          <p:nvSpPr>
            <p:cNvPr id="22" name="object 22"/>
            <p:cNvSpPr/>
            <p:nvPr/>
          </p:nvSpPr>
          <p:spPr>
            <a:xfrm>
              <a:off x="7045452" y="3976116"/>
              <a:ext cx="402335" cy="402336"/>
            </a:xfrm>
            <a:prstGeom prst="rect">
              <a:avLst/>
            </a:prstGeom>
            <a:blipFill>
              <a:blip r:embed="rId15" cstate="print"/>
              <a:stretch>
                <a:fillRect/>
              </a:stretch>
            </a:blipFill>
          </p:spPr>
          <p:txBody>
            <a:bodyPr wrap="square" lIns="0" tIns="0" rIns="0" bIns="0" rtlCol="0"/>
            <a:lstStyle/>
            <a:p>
              <a:endParaRPr/>
            </a:p>
          </p:txBody>
        </p:sp>
        <p:sp>
          <p:nvSpPr>
            <p:cNvPr id="23" name="object 23"/>
            <p:cNvSpPr/>
            <p:nvPr/>
          </p:nvSpPr>
          <p:spPr>
            <a:xfrm>
              <a:off x="5658612" y="1705355"/>
              <a:ext cx="3108960" cy="4331335"/>
            </a:xfrm>
            <a:custGeom>
              <a:avLst/>
              <a:gdLst/>
              <a:ahLst/>
              <a:cxnLst/>
              <a:rect l="l" t="t" r="r" b="b"/>
              <a:pathLst>
                <a:path w="3108959" h="4331335">
                  <a:moveTo>
                    <a:pt x="2865628" y="0"/>
                  </a:moveTo>
                  <a:lnTo>
                    <a:pt x="243332" y="0"/>
                  </a:lnTo>
                  <a:lnTo>
                    <a:pt x="194043" y="4907"/>
                  </a:lnTo>
                  <a:lnTo>
                    <a:pt x="148250" y="18998"/>
                  </a:lnTo>
                  <a:lnTo>
                    <a:pt x="106902" y="41322"/>
                  </a:lnTo>
                  <a:lnTo>
                    <a:pt x="70945" y="70929"/>
                  </a:lnTo>
                  <a:lnTo>
                    <a:pt x="41328" y="106870"/>
                  </a:lnTo>
                  <a:lnTo>
                    <a:pt x="19000" y="148197"/>
                  </a:lnTo>
                  <a:lnTo>
                    <a:pt x="4908" y="193958"/>
                  </a:lnTo>
                  <a:lnTo>
                    <a:pt x="0" y="243205"/>
                  </a:lnTo>
                  <a:lnTo>
                    <a:pt x="0" y="4087952"/>
                  </a:lnTo>
                  <a:lnTo>
                    <a:pt x="4908" y="4137204"/>
                  </a:lnTo>
                  <a:lnTo>
                    <a:pt x="19000" y="4182973"/>
                  </a:lnTo>
                  <a:lnTo>
                    <a:pt x="41328" y="4224307"/>
                  </a:lnTo>
                  <a:lnTo>
                    <a:pt x="70945" y="4260257"/>
                  </a:lnTo>
                  <a:lnTo>
                    <a:pt x="106902" y="4289873"/>
                  </a:lnTo>
                  <a:lnTo>
                    <a:pt x="148250" y="4312203"/>
                  </a:lnTo>
                  <a:lnTo>
                    <a:pt x="194043" y="4326298"/>
                  </a:lnTo>
                  <a:lnTo>
                    <a:pt x="243332" y="4331208"/>
                  </a:lnTo>
                  <a:lnTo>
                    <a:pt x="2865628" y="4331208"/>
                  </a:lnTo>
                  <a:lnTo>
                    <a:pt x="2914916" y="4326298"/>
                  </a:lnTo>
                  <a:lnTo>
                    <a:pt x="2960709" y="4312203"/>
                  </a:lnTo>
                  <a:lnTo>
                    <a:pt x="3002057" y="4289873"/>
                  </a:lnTo>
                  <a:lnTo>
                    <a:pt x="3038014" y="4260257"/>
                  </a:lnTo>
                  <a:lnTo>
                    <a:pt x="3067631" y="4224307"/>
                  </a:lnTo>
                  <a:lnTo>
                    <a:pt x="3089959" y="4182973"/>
                  </a:lnTo>
                  <a:lnTo>
                    <a:pt x="3104051" y="4137204"/>
                  </a:lnTo>
                  <a:lnTo>
                    <a:pt x="3108960" y="4087952"/>
                  </a:lnTo>
                  <a:lnTo>
                    <a:pt x="3108960" y="243205"/>
                  </a:lnTo>
                  <a:lnTo>
                    <a:pt x="3104051" y="193958"/>
                  </a:lnTo>
                  <a:lnTo>
                    <a:pt x="3089959" y="148197"/>
                  </a:lnTo>
                  <a:lnTo>
                    <a:pt x="3067631" y="106870"/>
                  </a:lnTo>
                  <a:lnTo>
                    <a:pt x="3038014" y="70929"/>
                  </a:lnTo>
                  <a:lnTo>
                    <a:pt x="3002057" y="41322"/>
                  </a:lnTo>
                  <a:lnTo>
                    <a:pt x="2960709" y="18998"/>
                  </a:lnTo>
                  <a:lnTo>
                    <a:pt x="2914916" y="4907"/>
                  </a:lnTo>
                  <a:lnTo>
                    <a:pt x="2865628" y="0"/>
                  </a:lnTo>
                  <a:close/>
                </a:path>
              </a:pathLst>
            </a:custGeom>
            <a:solidFill>
              <a:srgbClr val="505050"/>
            </a:solidFill>
          </p:spPr>
          <p:txBody>
            <a:bodyPr wrap="square" lIns="0" tIns="0" rIns="0" bIns="0" rtlCol="0"/>
            <a:lstStyle/>
            <a:p>
              <a:endParaRPr/>
            </a:p>
          </p:txBody>
        </p:sp>
        <p:sp>
          <p:nvSpPr>
            <p:cNvPr id="24" name="object 24"/>
            <p:cNvSpPr/>
            <p:nvPr/>
          </p:nvSpPr>
          <p:spPr>
            <a:xfrm>
              <a:off x="5852160" y="2022347"/>
              <a:ext cx="2727960" cy="3697604"/>
            </a:xfrm>
            <a:custGeom>
              <a:avLst/>
              <a:gdLst/>
              <a:ahLst/>
              <a:cxnLst/>
              <a:rect l="l" t="t" r="r" b="b"/>
              <a:pathLst>
                <a:path w="2727959" h="3697604">
                  <a:moveTo>
                    <a:pt x="2727960" y="0"/>
                  </a:moveTo>
                  <a:lnTo>
                    <a:pt x="0" y="0"/>
                  </a:lnTo>
                  <a:lnTo>
                    <a:pt x="0" y="3697224"/>
                  </a:lnTo>
                  <a:lnTo>
                    <a:pt x="2727960" y="3697224"/>
                  </a:lnTo>
                  <a:lnTo>
                    <a:pt x="2727960" y="0"/>
                  </a:lnTo>
                  <a:close/>
                </a:path>
              </a:pathLst>
            </a:custGeom>
            <a:solidFill>
              <a:srgbClr val="FFFFFF"/>
            </a:solidFill>
          </p:spPr>
          <p:txBody>
            <a:bodyPr wrap="square" lIns="0" tIns="0" rIns="0" bIns="0" rtlCol="0"/>
            <a:lstStyle/>
            <a:p>
              <a:endParaRPr/>
            </a:p>
          </p:txBody>
        </p:sp>
      </p:grpSp>
      <p:sp>
        <p:nvSpPr>
          <p:cNvPr id="25" name="object 25"/>
          <p:cNvSpPr txBox="1"/>
          <p:nvPr/>
        </p:nvSpPr>
        <p:spPr>
          <a:xfrm>
            <a:off x="3830828" y="4496561"/>
            <a:ext cx="1332230" cy="431800"/>
          </a:xfrm>
          <a:prstGeom prst="rect">
            <a:avLst/>
          </a:prstGeom>
        </p:spPr>
        <p:txBody>
          <a:bodyPr vert="horz" wrap="square" lIns="0" tIns="37465" rIns="0" bIns="0" rtlCol="0">
            <a:spAutoFit/>
          </a:bodyPr>
          <a:lstStyle/>
          <a:p>
            <a:pPr marL="12700" marR="5080">
              <a:lnSpc>
                <a:spcPts val="1510"/>
              </a:lnSpc>
              <a:spcBef>
                <a:spcPts val="295"/>
              </a:spcBef>
            </a:pPr>
            <a:r>
              <a:rPr sz="1400" b="1" spc="-85" dirty="0">
                <a:solidFill>
                  <a:srgbClr val="0078D6"/>
                </a:solidFill>
                <a:latin typeface="Arial"/>
                <a:cs typeface="Arial"/>
              </a:rPr>
              <a:t>Advanced device  </a:t>
            </a:r>
            <a:r>
              <a:rPr sz="1400" b="1" spc="-60" dirty="0">
                <a:solidFill>
                  <a:srgbClr val="0078D6"/>
                </a:solidFill>
                <a:latin typeface="Arial"/>
                <a:cs typeface="Arial"/>
              </a:rPr>
              <a:t>management</a:t>
            </a:r>
            <a:endParaRPr sz="1400">
              <a:latin typeface="Arial"/>
              <a:cs typeface="Arial"/>
            </a:endParaRPr>
          </a:p>
        </p:txBody>
      </p:sp>
      <p:sp>
        <p:nvSpPr>
          <p:cNvPr id="26" name="object 26"/>
          <p:cNvSpPr/>
          <p:nvPr/>
        </p:nvSpPr>
        <p:spPr>
          <a:xfrm>
            <a:off x="3789033" y="5041391"/>
            <a:ext cx="383309" cy="452581"/>
          </a:xfrm>
          <a:prstGeom prst="rect">
            <a:avLst/>
          </a:prstGeom>
          <a:blipFill>
            <a:blip r:embed="rId16" cstate="print"/>
            <a:stretch>
              <a:fillRect/>
            </a:stretch>
          </a:blipFill>
        </p:spPr>
        <p:txBody>
          <a:bodyPr wrap="square" lIns="0" tIns="0" rIns="0" bIns="0" rtlCol="0"/>
          <a:lstStyle/>
          <a:p>
            <a:endParaRPr/>
          </a:p>
        </p:txBody>
      </p:sp>
      <p:sp>
        <p:nvSpPr>
          <p:cNvPr id="27" name="object 27"/>
          <p:cNvSpPr txBox="1"/>
          <p:nvPr/>
        </p:nvSpPr>
        <p:spPr>
          <a:xfrm>
            <a:off x="419811" y="3191637"/>
            <a:ext cx="3053715" cy="2926715"/>
          </a:xfrm>
          <a:prstGeom prst="rect">
            <a:avLst/>
          </a:prstGeom>
        </p:spPr>
        <p:txBody>
          <a:bodyPr vert="horz" wrap="square" lIns="0" tIns="61594" rIns="0" bIns="0" rtlCol="0">
            <a:spAutoFit/>
          </a:bodyPr>
          <a:lstStyle/>
          <a:p>
            <a:pPr marL="12700">
              <a:lnSpc>
                <a:spcPct val="100000"/>
              </a:lnSpc>
              <a:spcBef>
                <a:spcPts val="484"/>
              </a:spcBef>
            </a:pPr>
            <a:r>
              <a:rPr sz="1800" b="1" spc="-65" dirty="0">
                <a:solidFill>
                  <a:srgbClr val="0078D6"/>
                </a:solidFill>
                <a:latin typeface="Arial"/>
                <a:cs typeface="Arial"/>
              </a:rPr>
              <a:t>Device </a:t>
            </a:r>
            <a:r>
              <a:rPr sz="1800" b="1" spc="-75" dirty="0">
                <a:solidFill>
                  <a:srgbClr val="0078D6"/>
                </a:solidFill>
                <a:latin typeface="Arial"/>
                <a:cs typeface="Arial"/>
              </a:rPr>
              <a:t>security</a:t>
            </a:r>
            <a:r>
              <a:rPr sz="1800" b="1" spc="25" dirty="0">
                <a:solidFill>
                  <a:srgbClr val="0078D6"/>
                </a:solidFill>
                <a:latin typeface="Arial"/>
                <a:cs typeface="Arial"/>
              </a:rPr>
              <a:t> </a:t>
            </a:r>
            <a:r>
              <a:rPr sz="1800" b="1" spc="-40" dirty="0">
                <a:solidFill>
                  <a:srgbClr val="0078D6"/>
                </a:solidFill>
                <a:latin typeface="Arial"/>
                <a:cs typeface="Arial"/>
              </a:rPr>
              <a:t>configuration</a:t>
            </a:r>
            <a:endParaRPr sz="1800">
              <a:latin typeface="Arial"/>
              <a:cs typeface="Arial"/>
            </a:endParaRPr>
          </a:p>
          <a:p>
            <a:pPr marL="12700" marR="193675">
              <a:lnSpc>
                <a:spcPct val="100000"/>
              </a:lnSpc>
              <a:spcBef>
                <a:spcPts val="390"/>
              </a:spcBef>
            </a:pPr>
            <a:r>
              <a:rPr sz="1800" spc="-245" dirty="0">
                <a:solidFill>
                  <a:srgbClr val="505050"/>
                </a:solidFill>
                <a:latin typeface="Arial Black"/>
                <a:cs typeface="Arial Black"/>
              </a:rPr>
              <a:t>Enforce device </a:t>
            </a:r>
            <a:r>
              <a:rPr sz="1800" spc="-200" dirty="0">
                <a:solidFill>
                  <a:srgbClr val="505050"/>
                </a:solidFill>
                <a:latin typeface="Arial Black"/>
                <a:cs typeface="Arial Black"/>
              </a:rPr>
              <a:t>encryption,  </a:t>
            </a:r>
            <a:r>
              <a:rPr sz="1800" spc="-210" dirty="0">
                <a:solidFill>
                  <a:srgbClr val="505050"/>
                </a:solidFill>
                <a:latin typeface="Arial Black"/>
                <a:cs typeface="Arial Black"/>
              </a:rPr>
              <a:t>password/PIN </a:t>
            </a:r>
            <a:r>
              <a:rPr sz="1800" spc="-225" dirty="0">
                <a:solidFill>
                  <a:srgbClr val="505050"/>
                </a:solidFill>
                <a:latin typeface="Arial Black"/>
                <a:cs typeface="Arial Black"/>
              </a:rPr>
              <a:t>requirements,  </a:t>
            </a:r>
            <a:r>
              <a:rPr sz="1800" spc="-180" dirty="0">
                <a:solidFill>
                  <a:srgbClr val="505050"/>
                </a:solidFill>
                <a:latin typeface="Arial Black"/>
                <a:cs typeface="Arial Black"/>
              </a:rPr>
              <a:t>jailbreak/root </a:t>
            </a:r>
            <a:r>
              <a:rPr sz="1800" spc="-220" dirty="0">
                <a:solidFill>
                  <a:srgbClr val="505050"/>
                </a:solidFill>
                <a:latin typeface="Arial Black"/>
                <a:cs typeface="Arial Black"/>
              </a:rPr>
              <a:t>detection,</a:t>
            </a:r>
            <a:r>
              <a:rPr sz="1800" spc="-30" dirty="0">
                <a:solidFill>
                  <a:srgbClr val="505050"/>
                </a:solidFill>
                <a:latin typeface="Arial Black"/>
                <a:cs typeface="Arial Black"/>
              </a:rPr>
              <a:t> </a:t>
            </a:r>
            <a:r>
              <a:rPr sz="1800" spc="-270" dirty="0">
                <a:solidFill>
                  <a:srgbClr val="505050"/>
                </a:solidFill>
                <a:latin typeface="Arial Black"/>
                <a:cs typeface="Arial Black"/>
              </a:rPr>
              <a:t>etc.</a:t>
            </a:r>
            <a:endParaRPr sz="1800">
              <a:latin typeface="Arial Black"/>
              <a:cs typeface="Arial Black"/>
            </a:endParaRPr>
          </a:p>
          <a:p>
            <a:pPr>
              <a:lnSpc>
                <a:spcPct val="100000"/>
              </a:lnSpc>
              <a:spcBef>
                <a:spcPts val="50"/>
              </a:spcBef>
            </a:pPr>
            <a:endParaRPr sz="1550">
              <a:latin typeface="Arial Black"/>
              <a:cs typeface="Arial Black"/>
            </a:endParaRPr>
          </a:p>
          <a:p>
            <a:pPr marL="12700">
              <a:lnSpc>
                <a:spcPct val="100000"/>
              </a:lnSpc>
              <a:spcBef>
                <a:spcPts val="5"/>
              </a:spcBef>
            </a:pPr>
            <a:r>
              <a:rPr sz="1800" b="1" spc="-75" dirty="0">
                <a:solidFill>
                  <a:srgbClr val="0078D6"/>
                </a:solidFill>
                <a:latin typeface="Arial"/>
                <a:cs typeface="Arial"/>
              </a:rPr>
              <a:t>Restrict </a:t>
            </a:r>
            <a:r>
              <a:rPr sz="1800" b="1" spc="-85" dirty="0">
                <a:solidFill>
                  <a:srgbClr val="0078D6"/>
                </a:solidFill>
                <a:latin typeface="Arial"/>
                <a:cs typeface="Arial"/>
              </a:rPr>
              <a:t>apps </a:t>
            </a:r>
            <a:r>
              <a:rPr sz="1800" b="1" spc="-45" dirty="0">
                <a:solidFill>
                  <a:srgbClr val="0078D6"/>
                </a:solidFill>
                <a:latin typeface="Arial"/>
                <a:cs typeface="Arial"/>
              </a:rPr>
              <a:t>and</a:t>
            </a:r>
            <a:r>
              <a:rPr sz="1800" b="1" spc="150" dirty="0">
                <a:solidFill>
                  <a:srgbClr val="0078D6"/>
                </a:solidFill>
                <a:latin typeface="Arial"/>
                <a:cs typeface="Arial"/>
              </a:rPr>
              <a:t> </a:t>
            </a:r>
            <a:r>
              <a:rPr sz="1800" b="1" spc="-170" dirty="0">
                <a:solidFill>
                  <a:srgbClr val="0078D6"/>
                </a:solidFill>
                <a:latin typeface="Arial"/>
                <a:cs typeface="Arial"/>
              </a:rPr>
              <a:t>URLs</a:t>
            </a:r>
            <a:endParaRPr sz="1800">
              <a:latin typeface="Arial"/>
              <a:cs typeface="Arial"/>
            </a:endParaRPr>
          </a:p>
          <a:p>
            <a:pPr marL="12700" marR="511809">
              <a:lnSpc>
                <a:spcPct val="100000"/>
              </a:lnSpc>
              <a:spcBef>
                <a:spcPts val="385"/>
              </a:spcBef>
            </a:pPr>
            <a:r>
              <a:rPr sz="1800" spc="-260" dirty="0">
                <a:solidFill>
                  <a:srgbClr val="505050"/>
                </a:solidFill>
                <a:latin typeface="Arial Black"/>
                <a:cs typeface="Arial Black"/>
              </a:rPr>
              <a:t>Restrict </a:t>
            </a:r>
            <a:r>
              <a:rPr sz="1800" spc="-335" dirty="0">
                <a:solidFill>
                  <a:srgbClr val="505050"/>
                </a:solidFill>
                <a:latin typeface="Arial Black"/>
                <a:cs typeface="Arial Black"/>
              </a:rPr>
              <a:t>access </a:t>
            </a:r>
            <a:r>
              <a:rPr sz="1800" spc="-175" dirty="0">
                <a:solidFill>
                  <a:srgbClr val="505050"/>
                </a:solidFill>
                <a:latin typeface="Arial Black"/>
                <a:cs typeface="Arial Black"/>
              </a:rPr>
              <a:t>to </a:t>
            </a:r>
            <a:r>
              <a:rPr sz="1800" spc="-250" dirty="0">
                <a:solidFill>
                  <a:srgbClr val="505050"/>
                </a:solidFill>
                <a:latin typeface="Arial Black"/>
                <a:cs typeface="Arial Black"/>
              </a:rPr>
              <a:t>specific  </a:t>
            </a:r>
            <a:r>
              <a:rPr sz="1800" spc="-220" dirty="0">
                <a:solidFill>
                  <a:srgbClr val="505050"/>
                </a:solidFill>
                <a:latin typeface="Arial Black"/>
                <a:cs typeface="Arial Black"/>
              </a:rPr>
              <a:t>applications </a:t>
            </a:r>
            <a:r>
              <a:rPr sz="1800" spc="-160" dirty="0">
                <a:solidFill>
                  <a:srgbClr val="505050"/>
                </a:solidFill>
                <a:latin typeface="Arial Black"/>
                <a:cs typeface="Arial Black"/>
              </a:rPr>
              <a:t>or </a:t>
            </a:r>
            <a:r>
              <a:rPr sz="1800" spc="-315" dirty="0">
                <a:solidFill>
                  <a:srgbClr val="505050"/>
                </a:solidFill>
                <a:latin typeface="Arial Black"/>
                <a:cs typeface="Arial Black"/>
              </a:rPr>
              <a:t>URL  </a:t>
            </a:r>
            <a:r>
              <a:rPr sz="1800" spc="-260" dirty="0">
                <a:solidFill>
                  <a:srgbClr val="505050"/>
                </a:solidFill>
                <a:latin typeface="Arial Black"/>
                <a:cs typeface="Arial Black"/>
              </a:rPr>
              <a:t>addresses </a:t>
            </a:r>
            <a:r>
              <a:rPr sz="1800" spc="-165" dirty="0">
                <a:solidFill>
                  <a:srgbClr val="505050"/>
                </a:solidFill>
                <a:latin typeface="Arial Black"/>
                <a:cs typeface="Arial Black"/>
              </a:rPr>
              <a:t>on </a:t>
            </a:r>
            <a:r>
              <a:rPr sz="1800" spc="-195" dirty="0">
                <a:solidFill>
                  <a:srgbClr val="505050"/>
                </a:solidFill>
                <a:latin typeface="Arial Black"/>
                <a:cs typeface="Arial Black"/>
              </a:rPr>
              <a:t>mobile  </a:t>
            </a:r>
            <a:r>
              <a:rPr sz="1800" spc="-260" dirty="0">
                <a:solidFill>
                  <a:srgbClr val="505050"/>
                </a:solidFill>
                <a:latin typeface="Arial Black"/>
                <a:cs typeface="Arial Black"/>
              </a:rPr>
              <a:t>devices </a:t>
            </a:r>
            <a:r>
              <a:rPr sz="1800" spc="-204" dirty="0">
                <a:solidFill>
                  <a:srgbClr val="505050"/>
                </a:solidFill>
                <a:latin typeface="Arial Black"/>
                <a:cs typeface="Arial Black"/>
              </a:rPr>
              <a:t>and</a:t>
            </a:r>
            <a:r>
              <a:rPr sz="1800" spc="-300" dirty="0">
                <a:solidFill>
                  <a:srgbClr val="505050"/>
                </a:solidFill>
                <a:latin typeface="Arial Black"/>
                <a:cs typeface="Arial Black"/>
              </a:rPr>
              <a:t> </a:t>
            </a:r>
            <a:r>
              <a:rPr sz="1800" spc="-285" dirty="0">
                <a:solidFill>
                  <a:srgbClr val="505050"/>
                </a:solidFill>
                <a:latin typeface="Arial Black"/>
                <a:cs typeface="Arial Black"/>
              </a:rPr>
              <a:t>PCs.</a:t>
            </a:r>
            <a:endParaRPr sz="1800">
              <a:latin typeface="Arial Black"/>
              <a:cs typeface="Arial Black"/>
            </a:endParaRPr>
          </a:p>
        </p:txBody>
      </p:sp>
      <p:sp>
        <p:nvSpPr>
          <p:cNvPr id="28" name="object 28"/>
          <p:cNvSpPr txBox="1"/>
          <p:nvPr/>
        </p:nvSpPr>
        <p:spPr>
          <a:xfrm>
            <a:off x="6727190" y="2202570"/>
            <a:ext cx="950594" cy="203200"/>
          </a:xfrm>
          <a:prstGeom prst="rect">
            <a:avLst/>
          </a:prstGeom>
        </p:spPr>
        <p:txBody>
          <a:bodyPr vert="horz" wrap="square" lIns="0" tIns="12065" rIns="0" bIns="0" rtlCol="0">
            <a:spAutoFit/>
          </a:bodyPr>
          <a:lstStyle/>
          <a:p>
            <a:pPr>
              <a:lnSpc>
                <a:spcPct val="100000"/>
              </a:lnSpc>
              <a:spcBef>
                <a:spcPts val="95"/>
              </a:spcBef>
            </a:pPr>
            <a:r>
              <a:rPr sz="1200" spc="5" dirty="0">
                <a:solidFill>
                  <a:srgbClr val="505050"/>
                </a:solidFill>
                <a:latin typeface="Trebuchet MS"/>
                <a:cs typeface="Trebuchet MS"/>
              </a:rPr>
              <a:t>Managed</a:t>
            </a:r>
            <a:r>
              <a:rPr sz="1200" spc="-105" dirty="0">
                <a:solidFill>
                  <a:srgbClr val="505050"/>
                </a:solidFill>
                <a:latin typeface="Trebuchet MS"/>
                <a:cs typeface="Trebuchet MS"/>
              </a:rPr>
              <a:t> </a:t>
            </a:r>
            <a:r>
              <a:rPr sz="1200" spc="-20" dirty="0">
                <a:solidFill>
                  <a:srgbClr val="505050"/>
                </a:solidFill>
                <a:latin typeface="Trebuchet MS"/>
                <a:cs typeface="Trebuchet MS"/>
              </a:rPr>
              <a:t>apps</a:t>
            </a:r>
            <a:endParaRPr sz="1200">
              <a:latin typeface="Trebuchet MS"/>
              <a:cs typeface="Trebuchet MS"/>
            </a:endParaRPr>
          </a:p>
        </p:txBody>
      </p:sp>
      <p:grpSp>
        <p:nvGrpSpPr>
          <p:cNvPr id="29" name="object 29"/>
          <p:cNvGrpSpPr/>
          <p:nvPr/>
        </p:nvGrpSpPr>
        <p:grpSpPr>
          <a:xfrm>
            <a:off x="5658611" y="1700783"/>
            <a:ext cx="3108960" cy="4331335"/>
            <a:chOff x="5658611" y="1700783"/>
            <a:chExt cx="3108960" cy="4331335"/>
          </a:xfrm>
        </p:grpSpPr>
        <p:sp>
          <p:nvSpPr>
            <p:cNvPr id="30" name="object 30"/>
            <p:cNvSpPr/>
            <p:nvPr/>
          </p:nvSpPr>
          <p:spPr>
            <a:xfrm>
              <a:off x="6283451" y="3979163"/>
              <a:ext cx="411479" cy="400812"/>
            </a:xfrm>
            <a:prstGeom prst="rect">
              <a:avLst/>
            </a:prstGeom>
            <a:blipFill>
              <a:blip r:embed="rId5" cstate="print"/>
              <a:stretch>
                <a:fillRect/>
              </a:stretch>
            </a:blipFill>
          </p:spPr>
          <p:txBody>
            <a:bodyPr wrap="square" lIns="0" tIns="0" rIns="0" bIns="0" rtlCol="0"/>
            <a:lstStyle/>
            <a:p>
              <a:endParaRPr/>
            </a:p>
          </p:txBody>
        </p:sp>
        <p:sp>
          <p:nvSpPr>
            <p:cNvPr id="31" name="object 31"/>
            <p:cNvSpPr/>
            <p:nvPr/>
          </p:nvSpPr>
          <p:spPr>
            <a:xfrm>
              <a:off x="6271259" y="3265931"/>
              <a:ext cx="426719" cy="405383"/>
            </a:xfrm>
            <a:prstGeom prst="rect">
              <a:avLst/>
            </a:prstGeom>
            <a:blipFill>
              <a:blip r:embed="rId6" cstate="print"/>
              <a:stretch>
                <a:fillRect/>
              </a:stretch>
            </a:blipFill>
          </p:spPr>
          <p:txBody>
            <a:bodyPr wrap="square" lIns="0" tIns="0" rIns="0" bIns="0" rtlCol="0"/>
            <a:lstStyle/>
            <a:p>
              <a:endParaRPr/>
            </a:p>
          </p:txBody>
        </p:sp>
        <p:sp>
          <p:nvSpPr>
            <p:cNvPr id="32" name="object 32"/>
            <p:cNvSpPr/>
            <p:nvPr/>
          </p:nvSpPr>
          <p:spPr>
            <a:xfrm>
              <a:off x="6268211" y="2590800"/>
              <a:ext cx="440436" cy="416051"/>
            </a:xfrm>
            <a:prstGeom prst="rect">
              <a:avLst/>
            </a:prstGeom>
            <a:blipFill>
              <a:blip r:embed="rId7" cstate="print"/>
              <a:stretch>
                <a:fillRect/>
              </a:stretch>
            </a:blipFill>
          </p:spPr>
          <p:txBody>
            <a:bodyPr wrap="square" lIns="0" tIns="0" rIns="0" bIns="0" rtlCol="0"/>
            <a:lstStyle/>
            <a:p>
              <a:endParaRPr/>
            </a:p>
          </p:txBody>
        </p:sp>
        <p:sp>
          <p:nvSpPr>
            <p:cNvPr id="33" name="object 33"/>
            <p:cNvSpPr/>
            <p:nvPr/>
          </p:nvSpPr>
          <p:spPr>
            <a:xfrm>
              <a:off x="7717535" y="3265931"/>
              <a:ext cx="420624" cy="420623"/>
            </a:xfrm>
            <a:prstGeom prst="rect">
              <a:avLst/>
            </a:prstGeom>
            <a:blipFill>
              <a:blip r:embed="rId8" cstate="print"/>
              <a:stretch>
                <a:fillRect/>
              </a:stretch>
            </a:blipFill>
          </p:spPr>
          <p:txBody>
            <a:bodyPr wrap="square" lIns="0" tIns="0" rIns="0" bIns="0" rtlCol="0"/>
            <a:lstStyle/>
            <a:p>
              <a:endParaRPr/>
            </a:p>
          </p:txBody>
        </p:sp>
        <p:sp>
          <p:nvSpPr>
            <p:cNvPr id="34" name="object 34"/>
            <p:cNvSpPr/>
            <p:nvPr/>
          </p:nvSpPr>
          <p:spPr>
            <a:xfrm>
              <a:off x="7011923" y="4655819"/>
              <a:ext cx="397764" cy="397763"/>
            </a:xfrm>
            <a:prstGeom prst="rect">
              <a:avLst/>
            </a:prstGeom>
            <a:blipFill>
              <a:blip r:embed="rId17" cstate="print"/>
              <a:stretch>
                <a:fillRect/>
              </a:stretch>
            </a:blipFill>
          </p:spPr>
          <p:txBody>
            <a:bodyPr wrap="square" lIns="0" tIns="0" rIns="0" bIns="0" rtlCol="0"/>
            <a:lstStyle/>
            <a:p>
              <a:endParaRPr/>
            </a:p>
          </p:txBody>
        </p:sp>
        <p:sp>
          <p:nvSpPr>
            <p:cNvPr id="35" name="object 35"/>
            <p:cNvSpPr/>
            <p:nvPr/>
          </p:nvSpPr>
          <p:spPr>
            <a:xfrm>
              <a:off x="7731251" y="3989832"/>
              <a:ext cx="396240" cy="396239"/>
            </a:xfrm>
            <a:prstGeom prst="rect">
              <a:avLst/>
            </a:prstGeom>
            <a:blipFill>
              <a:blip r:embed="rId18" cstate="print"/>
              <a:stretch>
                <a:fillRect/>
              </a:stretch>
            </a:blipFill>
          </p:spPr>
          <p:txBody>
            <a:bodyPr wrap="square" lIns="0" tIns="0" rIns="0" bIns="0" rtlCol="0"/>
            <a:lstStyle/>
            <a:p>
              <a:endParaRPr/>
            </a:p>
          </p:txBody>
        </p:sp>
        <p:sp>
          <p:nvSpPr>
            <p:cNvPr id="36" name="object 36"/>
            <p:cNvSpPr/>
            <p:nvPr/>
          </p:nvSpPr>
          <p:spPr>
            <a:xfrm>
              <a:off x="7046975" y="3284219"/>
              <a:ext cx="384048" cy="384047"/>
            </a:xfrm>
            <a:prstGeom prst="rect">
              <a:avLst/>
            </a:prstGeom>
            <a:blipFill>
              <a:blip r:embed="rId19" cstate="print"/>
              <a:stretch>
                <a:fillRect/>
              </a:stretch>
            </a:blipFill>
          </p:spPr>
          <p:txBody>
            <a:bodyPr wrap="square" lIns="0" tIns="0" rIns="0" bIns="0" rtlCol="0"/>
            <a:lstStyle/>
            <a:p>
              <a:endParaRPr/>
            </a:p>
          </p:txBody>
        </p:sp>
        <p:sp>
          <p:nvSpPr>
            <p:cNvPr id="37" name="object 37"/>
            <p:cNvSpPr/>
            <p:nvPr/>
          </p:nvSpPr>
          <p:spPr>
            <a:xfrm>
              <a:off x="7025639" y="2612136"/>
              <a:ext cx="405383" cy="399288"/>
            </a:xfrm>
            <a:prstGeom prst="rect">
              <a:avLst/>
            </a:prstGeom>
            <a:blipFill>
              <a:blip r:embed="rId20" cstate="print"/>
              <a:stretch>
                <a:fillRect/>
              </a:stretch>
            </a:blipFill>
          </p:spPr>
          <p:txBody>
            <a:bodyPr wrap="square" lIns="0" tIns="0" rIns="0" bIns="0" rtlCol="0"/>
            <a:lstStyle/>
            <a:p>
              <a:endParaRPr/>
            </a:p>
          </p:txBody>
        </p:sp>
        <p:sp>
          <p:nvSpPr>
            <p:cNvPr id="38" name="object 38"/>
            <p:cNvSpPr/>
            <p:nvPr/>
          </p:nvSpPr>
          <p:spPr>
            <a:xfrm>
              <a:off x="6271259" y="4639055"/>
              <a:ext cx="434339" cy="434340"/>
            </a:xfrm>
            <a:prstGeom prst="rect">
              <a:avLst/>
            </a:prstGeom>
            <a:blipFill>
              <a:blip r:embed="rId21" cstate="print"/>
              <a:stretch>
                <a:fillRect/>
              </a:stretch>
            </a:blipFill>
          </p:spPr>
          <p:txBody>
            <a:bodyPr wrap="square" lIns="0" tIns="0" rIns="0" bIns="0" rtlCol="0"/>
            <a:lstStyle/>
            <a:p>
              <a:endParaRPr/>
            </a:p>
          </p:txBody>
        </p:sp>
        <p:sp>
          <p:nvSpPr>
            <p:cNvPr id="39" name="object 39"/>
            <p:cNvSpPr/>
            <p:nvPr/>
          </p:nvSpPr>
          <p:spPr>
            <a:xfrm>
              <a:off x="7708391" y="4645151"/>
              <a:ext cx="426720" cy="419100"/>
            </a:xfrm>
            <a:prstGeom prst="rect">
              <a:avLst/>
            </a:prstGeom>
            <a:blipFill>
              <a:blip r:embed="rId22" cstate="print"/>
              <a:stretch>
                <a:fillRect/>
              </a:stretch>
            </a:blipFill>
          </p:spPr>
          <p:txBody>
            <a:bodyPr wrap="square" lIns="0" tIns="0" rIns="0" bIns="0" rtlCol="0"/>
            <a:lstStyle/>
            <a:p>
              <a:endParaRPr/>
            </a:p>
          </p:txBody>
        </p:sp>
        <p:sp>
          <p:nvSpPr>
            <p:cNvPr id="40" name="object 40"/>
            <p:cNvSpPr/>
            <p:nvPr/>
          </p:nvSpPr>
          <p:spPr>
            <a:xfrm>
              <a:off x="7735823" y="2615183"/>
              <a:ext cx="385572" cy="384048"/>
            </a:xfrm>
            <a:prstGeom prst="rect">
              <a:avLst/>
            </a:prstGeom>
            <a:blipFill>
              <a:blip r:embed="rId14" cstate="print"/>
              <a:stretch>
                <a:fillRect/>
              </a:stretch>
            </a:blipFill>
          </p:spPr>
          <p:txBody>
            <a:bodyPr wrap="square" lIns="0" tIns="0" rIns="0" bIns="0" rtlCol="0"/>
            <a:lstStyle/>
            <a:p>
              <a:endParaRPr/>
            </a:p>
          </p:txBody>
        </p:sp>
        <p:sp>
          <p:nvSpPr>
            <p:cNvPr id="41" name="object 41"/>
            <p:cNvSpPr/>
            <p:nvPr/>
          </p:nvSpPr>
          <p:spPr>
            <a:xfrm>
              <a:off x="7040879" y="3976116"/>
              <a:ext cx="402335" cy="402336"/>
            </a:xfrm>
            <a:prstGeom prst="rect">
              <a:avLst/>
            </a:prstGeom>
            <a:blipFill>
              <a:blip r:embed="rId23" cstate="print"/>
              <a:stretch>
                <a:fillRect/>
              </a:stretch>
            </a:blipFill>
          </p:spPr>
          <p:txBody>
            <a:bodyPr wrap="square" lIns="0" tIns="0" rIns="0" bIns="0" rtlCol="0"/>
            <a:lstStyle/>
            <a:p>
              <a:endParaRPr/>
            </a:p>
          </p:txBody>
        </p:sp>
        <p:sp>
          <p:nvSpPr>
            <p:cNvPr id="42" name="object 42"/>
            <p:cNvSpPr/>
            <p:nvPr/>
          </p:nvSpPr>
          <p:spPr>
            <a:xfrm>
              <a:off x="5658611" y="1700783"/>
              <a:ext cx="3108960" cy="4331335"/>
            </a:xfrm>
            <a:custGeom>
              <a:avLst/>
              <a:gdLst/>
              <a:ahLst/>
              <a:cxnLst/>
              <a:rect l="l" t="t" r="r" b="b"/>
              <a:pathLst>
                <a:path w="3108959" h="4331335">
                  <a:moveTo>
                    <a:pt x="2865628" y="0"/>
                  </a:moveTo>
                  <a:lnTo>
                    <a:pt x="243332" y="0"/>
                  </a:lnTo>
                  <a:lnTo>
                    <a:pt x="194043" y="4907"/>
                  </a:lnTo>
                  <a:lnTo>
                    <a:pt x="148250" y="18998"/>
                  </a:lnTo>
                  <a:lnTo>
                    <a:pt x="106902" y="41322"/>
                  </a:lnTo>
                  <a:lnTo>
                    <a:pt x="70945" y="70929"/>
                  </a:lnTo>
                  <a:lnTo>
                    <a:pt x="41328" y="106870"/>
                  </a:lnTo>
                  <a:lnTo>
                    <a:pt x="19000" y="148197"/>
                  </a:lnTo>
                  <a:lnTo>
                    <a:pt x="4908" y="193958"/>
                  </a:lnTo>
                  <a:lnTo>
                    <a:pt x="0" y="243204"/>
                  </a:lnTo>
                  <a:lnTo>
                    <a:pt x="0" y="4087952"/>
                  </a:lnTo>
                  <a:lnTo>
                    <a:pt x="4908" y="4137204"/>
                  </a:lnTo>
                  <a:lnTo>
                    <a:pt x="19000" y="4182973"/>
                  </a:lnTo>
                  <a:lnTo>
                    <a:pt x="41328" y="4224307"/>
                  </a:lnTo>
                  <a:lnTo>
                    <a:pt x="70945" y="4260257"/>
                  </a:lnTo>
                  <a:lnTo>
                    <a:pt x="106902" y="4289873"/>
                  </a:lnTo>
                  <a:lnTo>
                    <a:pt x="148250" y="4312203"/>
                  </a:lnTo>
                  <a:lnTo>
                    <a:pt x="194043" y="4326298"/>
                  </a:lnTo>
                  <a:lnTo>
                    <a:pt x="243332" y="4331208"/>
                  </a:lnTo>
                  <a:lnTo>
                    <a:pt x="2865628" y="4331208"/>
                  </a:lnTo>
                  <a:lnTo>
                    <a:pt x="2914916" y="4326298"/>
                  </a:lnTo>
                  <a:lnTo>
                    <a:pt x="2960709" y="4312203"/>
                  </a:lnTo>
                  <a:lnTo>
                    <a:pt x="3002057" y="4289873"/>
                  </a:lnTo>
                  <a:lnTo>
                    <a:pt x="3038014" y="4260257"/>
                  </a:lnTo>
                  <a:lnTo>
                    <a:pt x="3067631" y="4224307"/>
                  </a:lnTo>
                  <a:lnTo>
                    <a:pt x="3089959" y="4182973"/>
                  </a:lnTo>
                  <a:lnTo>
                    <a:pt x="3104051" y="4137204"/>
                  </a:lnTo>
                  <a:lnTo>
                    <a:pt x="3108960" y="4087952"/>
                  </a:lnTo>
                  <a:lnTo>
                    <a:pt x="3108960" y="243204"/>
                  </a:lnTo>
                  <a:lnTo>
                    <a:pt x="3104051" y="193958"/>
                  </a:lnTo>
                  <a:lnTo>
                    <a:pt x="3089959" y="148197"/>
                  </a:lnTo>
                  <a:lnTo>
                    <a:pt x="3067631" y="106870"/>
                  </a:lnTo>
                  <a:lnTo>
                    <a:pt x="3038014" y="70929"/>
                  </a:lnTo>
                  <a:lnTo>
                    <a:pt x="3002057" y="41322"/>
                  </a:lnTo>
                  <a:lnTo>
                    <a:pt x="2960709" y="18998"/>
                  </a:lnTo>
                  <a:lnTo>
                    <a:pt x="2914916" y="4907"/>
                  </a:lnTo>
                  <a:lnTo>
                    <a:pt x="2865628" y="0"/>
                  </a:lnTo>
                  <a:close/>
                </a:path>
              </a:pathLst>
            </a:custGeom>
            <a:solidFill>
              <a:srgbClr val="505050"/>
            </a:solidFill>
          </p:spPr>
          <p:txBody>
            <a:bodyPr wrap="square" lIns="0" tIns="0" rIns="0" bIns="0" rtlCol="0"/>
            <a:lstStyle/>
            <a:p>
              <a:endParaRPr/>
            </a:p>
          </p:txBody>
        </p:sp>
        <p:sp>
          <p:nvSpPr>
            <p:cNvPr id="43" name="object 43"/>
            <p:cNvSpPr/>
            <p:nvPr/>
          </p:nvSpPr>
          <p:spPr>
            <a:xfrm>
              <a:off x="5852159" y="2016251"/>
              <a:ext cx="2727960" cy="3698875"/>
            </a:xfrm>
            <a:custGeom>
              <a:avLst/>
              <a:gdLst/>
              <a:ahLst/>
              <a:cxnLst/>
              <a:rect l="l" t="t" r="r" b="b"/>
              <a:pathLst>
                <a:path w="2727959" h="3698875">
                  <a:moveTo>
                    <a:pt x="2727960" y="0"/>
                  </a:moveTo>
                  <a:lnTo>
                    <a:pt x="0" y="0"/>
                  </a:lnTo>
                  <a:lnTo>
                    <a:pt x="0" y="3698748"/>
                  </a:lnTo>
                  <a:lnTo>
                    <a:pt x="2727960" y="3698748"/>
                  </a:lnTo>
                  <a:lnTo>
                    <a:pt x="2727960" y="0"/>
                  </a:lnTo>
                  <a:close/>
                </a:path>
              </a:pathLst>
            </a:custGeom>
            <a:solidFill>
              <a:srgbClr val="FFFFFF"/>
            </a:solidFill>
          </p:spPr>
          <p:txBody>
            <a:bodyPr wrap="square" lIns="0" tIns="0" rIns="0" bIns="0" rtlCol="0"/>
            <a:lstStyle/>
            <a:p>
              <a:endParaRPr/>
            </a:p>
          </p:txBody>
        </p:sp>
      </p:grpSp>
      <p:sp>
        <p:nvSpPr>
          <p:cNvPr id="44" name="object 44"/>
          <p:cNvSpPr txBox="1"/>
          <p:nvPr/>
        </p:nvSpPr>
        <p:spPr>
          <a:xfrm>
            <a:off x="6779641" y="5313435"/>
            <a:ext cx="886460" cy="203200"/>
          </a:xfrm>
          <a:prstGeom prst="rect">
            <a:avLst/>
          </a:prstGeom>
        </p:spPr>
        <p:txBody>
          <a:bodyPr vert="horz" wrap="square" lIns="0" tIns="12065" rIns="0" bIns="0" rtlCol="0">
            <a:spAutoFit/>
          </a:bodyPr>
          <a:lstStyle/>
          <a:p>
            <a:pPr>
              <a:lnSpc>
                <a:spcPct val="100000"/>
              </a:lnSpc>
              <a:spcBef>
                <a:spcPts val="95"/>
              </a:spcBef>
            </a:pPr>
            <a:r>
              <a:rPr sz="1200" spc="-40" dirty="0">
                <a:solidFill>
                  <a:srgbClr val="505050"/>
                </a:solidFill>
                <a:latin typeface="Trebuchet MS"/>
                <a:cs typeface="Trebuchet MS"/>
              </a:rPr>
              <a:t>Personal</a:t>
            </a:r>
            <a:r>
              <a:rPr sz="1200" spc="-125" dirty="0">
                <a:solidFill>
                  <a:srgbClr val="505050"/>
                </a:solidFill>
                <a:latin typeface="Trebuchet MS"/>
                <a:cs typeface="Trebuchet MS"/>
              </a:rPr>
              <a:t> </a:t>
            </a:r>
            <a:r>
              <a:rPr sz="1200" spc="-20" dirty="0">
                <a:solidFill>
                  <a:srgbClr val="505050"/>
                </a:solidFill>
                <a:latin typeface="Trebuchet MS"/>
                <a:cs typeface="Trebuchet MS"/>
              </a:rPr>
              <a:t>apps</a:t>
            </a:r>
            <a:endParaRPr sz="1200">
              <a:latin typeface="Trebuchet MS"/>
              <a:cs typeface="Trebuchet MS"/>
            </a:endParaRPr>
          </a:p>
        </p:txBody>
      </p:sp>
      <p:grpSp>
        <p:nvGrpSpPr>
          <p:cNvPr id="45" name="object 45"/>
          <p:cNvGrpSpPr/>
          <p:nvPr/>
        </p:nvGrpSpPr>
        <p:grpSpPr>
          <a:xfrm>
            <a:off x="5660135" y="1700783"/>
            <a:ext cx="3110865" cy="4331335"/>
            <a:chOff x="5660135" y="1700783"/>
            <a:chExt cx="3110865" cy="4331335"/>
          </a:xfrm>
        </p:grpSpPr>
        <p:sp>
          <p:nvSpPr>
            <p:cNvPr id="46" name="object 46"/>
            <p:cNvSpPr/>
            <p:nvPr/>
          </p:nvSpPr>
          <p:spPr>
            <a:xfrm>
              <a:off x="6283451" y="3974591"/>
              <a:ext cx="411479" cy="400812"/>
            </a:xfrm>
            <a:prstGeom prst="rect">
              <a:avLst/>
            </a:prstGeom>
            <a:blipFill>
              <a:blip r:embed="rId24" cstate="print"/>
              <a:stretch>
                <a:fillRect/>
              </a:stretch>
            </a:blipFill>
          </p:spPr>
          <p:txBody>
            <a:bodyPr wrap="square" lIns="0" tIns="0" rIns="0" bIns="0" rtlCol="0"/>
            <a:lstStyle/>
            <a:p>
              <a:endParaRPr/>
            </a:p>
          </p:txBody>
        </p:sp>
        <p:sp>
          <p:nvSpPr>
            <p:cNvPr id="47" name="object 47"/>
            <p:cNvSpPr/>
            <p:nvPr/>
          </p:nvSpPr>
          <p:spPr>
            <a:xfrm>
              <a:off x="6271259" y="3261359"/>
              <a:ext cx="426719" cy="403859"/>
            </a:xfrm>
            <a:prstGeom prst="rect">
              <a:avLst/>
            </a:prstGeom>
            <a:blipFill>
              <a:blip r:embed="rId25" cstate="print"/>
              <a:stretch>
                <a:fillRect/>
              </a:stretch>
            </a:blipFill>
          </p:spPr>
          <p:txBody>
            <a:bodyPr wrap="square" lIns="0" tIns="0" rIns="0" bIns="0" rtlCol="0"/>
            <a:lstStyle/>
            <a:p>
              <a:endParaRPr/>
            </a:p>
          </p:txBody>
        </p:sp>
        <p:sp>
          <p:nvSpPr>
            <p:cNvPr id="48" name="object 48"/>
            <p:cNvSpPr/>
            <p:nvPr/>
          </p:nvSpPr>
          <p:spPr>
            <a:xfrm>
              <a:off x="6268211" y="2586227"/>
              <a:ext cx="440436" cy="416051"/>
            </a:xfrm>
            <a:prstGeom prst="rect">
              <a:avLst/>
            </a:prstGeom>
            <a:blipFill>
              <a:blip r:embed="rId26" cstate="print"/>
              <a:stretch>
                <a:fillRect/>
              </a:stretch>
            </a:blipFill>
          </p:spPr>
          <p:txBody>
            <a:bodyPr wrap="square" lIns="0" tIns="0" rIns="0" bIns="0" rtlCol="0"/>
            <a:lstStyle/>
            <a:p>
              <a:endParaRPr/>
            </a:p>
          </p:txBody>
        </p:sp>
        <p:sp>
          <p:nvSpPr>
            <p:cNvPr id="49" name="object 49"/>
            <p:cNvSpPr/>
            <p:nvPr/>
          </p:nvSpPr>
          <p:spPr>
            <a:xfrm>
              <a:off x="7717535" y="3261359"/>
              <a:ext cx="420624" cy="420623"/>
            </a:xfrm>
            <a:prstGeom prst="rect">
              <a:avLst/>
            </a:prstGeom>
            <a:blipFill>
              <a:blip r:embed="rId27" cstate="print"/>
              <a:stretch>
                <a:fillRect/>
              </a:stretch>
            </a:blipFill>
          </p:spPr>
          <p:txBody>
            <a:bodyPr wrap="square" lIns="0" tIns="0" rIns="0" bIns="0" rtlCol="0"/>
            <a:lstStyle/>
            <a:p>
              <a:endParaRPr/>
            </a:p>
          </p:txBody>
        </p:sp>
        <p:sp>
          <p:nvSpPr>
            <p:cNvPr id="50" name="object 50"/>
            <p:cNvSpPr/>
            <p:nvPr/>
          </p:nvSpPr>
          <p:spPr>
            <a:xfrm>
              <a:off x="7011923" y="4651248"/>
              <a:ext cx="397764" cy="397763"/>
            </a:xfrm>
            <a:prstGeom prst="rect">
              <a:avLst/>
            </a:prstGeom>
            <a:blipFill>
              <a:blip r:embed="rId28" cstate="print"/>
              <a:stretch>
                <a:fillRect/>
              </a:stretch>
            </a:blipFill>
          </p:spPr>
          <p:txBody>
            <a:bodyPr wrap="square" lIns="0" tIns="0" rIns="0" bIns="0" rtlCol="0"/>
            <a:lstStyle/>
            <a:p>
              <a:endParaRPr/>
            </a:p>
          </p:txBody>
        </p:sp>
        <p:sp>
          <p:nvSpPr>
            <p:cNvPr id="51" name="object 51"/>
            <p:cNvSpPr/>
            <p:nvPr/>
          </p:nvSpPr>
          <p:spPr>
            <a:xfrm>
              <a:off x="7731251" y="3985260"/>
              <a:ext cx="396240" cy="396239"/>
            </a:xfrm>
            <a:prstGeom prst="rect">
              <a:avLst/>
            </a:prstGeom>
            <a:blipFill>
              <a:blip r:embed="rId29" cstate="print"/>
              <a:stretch>
                <a:fillRect/>
              </a:stretch>
            </a:blipFill>
          </p:spPr>
          <p:txBody>
            <a:bodyPr wrap="square" lIns="0" tIns="0" rIns="0" bIns="0" rtlCol="0"/>
            <a:lstStyle/>
            <a:p>
              <a:endParaRPr/>
            </a:p>
          </p:txBody>
        </p:sp>
        <p:sp>
          <p:nvSpPr>
            <p:cNvPr id="52" name="object 52"/>
            <p:cNvSpPr/>
            <p:nvPr/>
          </p:nvSpPr>
          <p:spPr>
            <a:xfrm>
              <a:off x="7046975" y="3279647"/>
              <a:ext cx="384048" cy="384047"/>
            </a:xfrm>
            <a:prstGeom prst="rect">
              <a:avLst/>
            </a:prstGeom>
            <a:blipFill>
              <a:blip r:embed="rId30" cstate="print"/>
              <a:stretch>
                <a:fillRect/>
              </a:stretch>
            </a:blipFill>
          </p:spPr>
          <p:txBody>
            <a:bodyPr wrap="square" lIns="0" tIns="0" rIns="0" bIns="0" rtlCol="0"/>
            <a:lstStyle/>
            <a:p>
              <a:endParaRPr/>
            </a:p>
          </p:txBody>
        </p:sp>
        <p:sp>
          <p:nvSpPr>
            <p:cNvPr id="53" name="object 53"/>
            <p:cNvSpPr/>
            <p:nvPr/>
          </p:nvSpPr>
          <p:spPr>
            <a:xfrm>
              <a:off x="7025639" y="2607563"/>
              <a:ext cx="405383" cy="399288"/>
            </a:xfrm>
            <a:prstGeom prst="rect">
              <a:avLst/>
            </a:prstGeom>
            <a:blipFill>
              <a:blip r:embed="rId12" cstate="print"/>
              <a:stretch>
                <a:fillRect/>
              </a:stretch>
            </a:blipFill>
          </p:spPr>
          <p:txBody>
            <a:bodyPr wrap="square" lIns="0" tIns="0" rIns="0" bIns="0" rtlCol="0"/>
            <a:lstStyle/>
            <a:p>
              <a:endParaRPr/>
            </a:p>
          </p:txBody>
        </p:sp>
        <p:sp>
          <p:nvSpPr>
            <p:cNvPr id="54" name="object 54"/>
            <p:cNvSpPr/>
            <p:nvPr/>
          </p:nvSpPr>
          <p:spPr>
            <a:xfrm>
              <a:off x="6271259" y="4634483"/>
              <a:ext cx="434339" cy="434339"/>
            </a:xfrm>
            <a:prstGeom prst="rect">
              <a:avLst/>
            </a:prstGeom>
            <a:blipFill>
              <a:blip r:embed="rId8" cstate="print"/>
              <a:stretch>
                <a:fillRect/>
              </a:stretch>
            </a:blipFill>
          </p:spPr>
          <p:txBody>
            <a:bodyPr wrap="square" lIns="0" tIns="0" rIns="0" bIns="0" rtlCol="0"/>
            <a:lstStyle/>
            <a:p>
              <a:endParaRPr/>
            </a:p>
          </p:txBody>
        </p:sp>
        <p:sp>
          <p:nvSpPr>
            <p:cNvPr id="55" name="object 55"/>
            <p:cNvSpPr/>
            <p:nvPr/>
          </p:nvSpPr>
          <p:spPr>
            <a:xfrm>
              <a:off x="7708391" y="4640579"/>
              <a:ext cx="426720" cy="419100"/>
            </a:xfrm>
            <a:prstGeom prst="rect">
              <a:avLst/>
            </a:prstGeom>
            <a:blipFill>
              <a:blip r:embed="rId13" cstate="print"/>
              <a:stretch>
                <a:fillRect/>
              </a:stretch>
            </a:blipFill>
          </p:spPr>
          <p:txBody>
            <a:bodyPr wrap="square" lIns="0" tIns="0" rIns="0" bIns="0" rtlCol="0"/>
            <a:lstStyle/>
            <a:p>
              <a:endParaRPr/>
            </a:p>
          </p:txBody>
        </p:sp>
        <p:sp>
          <p:nvSpPr>
            <p:cNvPr id="56" name="object 56"/>
            <p:cNvSpPr/>
            <p:nvPr/>
          </p:nvSpPr>
          <p:spPr>
            <a:xfrm>
              <a:off x="7735823" y="2610611"/>
              <a:ext cx="385572" cy="384048"/>
            </a:xfrm>
            <a:prstGeom prst="rect">
              <a:avLst/>
            </a:prstGeom>
            <a:blipFill>
              <a:blip r:embed="rId31" cstate="print"/>
              <a:stretch>
                <a:fillRect/>
              </a:stretch>
            </a:blipFill>
          </p:spPr>
          <p:txBody>
            <a:bodyPr wrap="square" lIns="0" tIns="0" rIns="0" bIns="0" rtlCol="0"/>
            <a:lstStyle/>
            <a:p>
              <a:endParaRPr/>
            </a:p>
          </p:txBody>
        </p:sp>
        <p:sp>
          <p:nvSpPr>
            <p:cNvPr id="57" name="object 57"/>
            <p:cNvSpPr/>
            <p:nvPr/>
          </p:nvSpPr>
          <p:spPr>
            <a:xfrm>
              <a:off x="7040879" y="3971544"/>
              <a:ext cx="402335" cy="402336"/>
            </a:xfrm>
            <a:prstGeom prst="rect">
              <a:avLst/>
            </a:prstGeom>
            <a:blipFill>
              <a:blip r:embed="rId32" cstate="print"/>
              <a:stretch>
                <a:fillRect/>
              </a:stretch>
            </a:blipFill>
          </p:spPr>
          <p:txBody>
            <a:bodyPr wrap="square" lIns="0" tIns="0" rIns="0" bIns="0" rtlCol="0"/>
            <a:lstStyle/>
            <a:p>
              <a:endParaRPr/>
            </a:p>
          </p:txBody>
        </p:sp>
        <p:sp>
          <p:nvSpPr>
            <p:cNvPr id="58" name="object 58"/>
            <p:cNvSpPr/>
            <p:nvPr/>
          </p:nvSpPr>
          <p:spPr>
            <a:xfrm>
              <a:off x="5660135" y="1700783"/>
              <a:ext cx="3110865" cy="4331335"/>
            </a:xfrm>
            <a:custGeom>
              <a:avLst/>
              <a:gdLst/>
              <a:ahLst/>
              <a:cxnLst/>
              <a:rect l="l" t="t" r="r" b="b"/>
              <a:pathLst>
                <a:path w="3110865" h="4331335">
                  <a:moveTo>
                    <a:pt x="2867024" y="0"/>
                  </a:moveTo>
                  <a:lnTo>
                    <a:pt x="243459" y="0"/>
                  </a:lnTo>
                  <a:lnTo>
                    <a:pt x="194164" y="4907"/>
                  </a:lnTo>
                  <a:lnTo>
                    <a:pt x="148357" y="18998"/>
                  </a:lnTo>
                  <a:lnTo>
                    <a:pt x="106988" y="41322"/>
                  </a:lnTo>
                  <a:lnTo>
                    <a:pt x="71008" y="70929"/>
                  </a:lnTo>
                  <a:lnTo>
                    <a:pt x="41369" y="106870"/>
                  </a:lnTo>
                  <a:lnTo>
                    <a:pt x="19020" y="148197"/>
                  </a:lnTo>
                  <a:lnTo>
                    <a:pt x="4913" y="193958"/>
                  </a:lnTo>
                  <a:lnTo>
                    <a:pt x="0" y="243204"/>
                  </a:lnTo>
                  <a:lnTo>
                    <a:pt x="0" y="4087952"/>
                  </a:lnTo>
                  <a:lnTo>
                    <a:pt x="4913" y="4137204"/>
                  </a:lnTo>
                  <a:lnTo>
                    <a:pt x="19020" y="4182973"/>
                  </a:lnTo>
                  <a:lnTo>
                    <a:pt x="41369" y="4224307"/>
                  </a:lnTo>
                  <a:lnTo>
                    <a:pt x="71008" y="4260257"/>
                  </a:lnTo>
                  <a:lnTo>
                    <a:pt x="106988" y="4289873"/>
                  </a:lnTo>
                  <a:lnTo>
                    <a:pt x="148357" y="4312203"/>
                  </a:lnTo>
                  <a:lnTo>
                    <a:pt x="194164" y="4326298"/>
                  </a:lnTo>
                  <a:lnTo>
                    <a:pt x="243459" y="4331208"/>
                  </a:lnTo>
                  <a:lnTo>
                    <a:pt x="2867024" y="4331208"/>
                  </a:lnTo>
                  <a:lnTo>
                    <a:pt x="2916319" y="4326298"/>
                  </a:lnTo>
                  <a:lnTo>
                    <a:pt x="2962126" y="4312203"/>
                  </a:lnTo>
                  <a:lnTo>
                    <a:pt x="3003495" y="4289873"/>
                  </a:lnTo>
                  <a:lnTo>
                    <a:pt x="3039475" y="4260257"/>
                  </a:lnTo>
                  <a:lnTo>
                    <a:pt x="3069114" y="4224307"/>
                  </a:lnTo>
                  <a:lnTo>
                    <a:pt x="3091463" y="4182973"/>
                  </a:lnTo>
                  <a:lnTo>
                    <a:pt x="3105570" y="4137204"/>
                  </a:lnTo>
                  <a:lnTo>
                    <a:pt x="3110484" y="4087952"/>
                  </a:lnTo>
                  <a:lnTo>
                    <a:pt x="3110484" y="243204"/>
                  </a:lnTo>
                  <a:lnTo>
                    <a:pt x="3105570" y="193958"/>
                  </a:lnTo>
                  <a:lnTo>
                    <a:pt x="3091463" y="148197"/>
                  </a:lnTo>
                  <a:lnTo>
                    <a:pt x="3069114" y="106870"/>
                  </a:lnTo>
                  <a:lnTo>
                    <a:pt x="3039475" y="70929"/>
                  </a:lnTo>
                  <a:lnTo>
                    <a:pt x="3003495" y="41322"/>
                  </a:lnTo>
                  <a:lnTo>
                    <a:pt x="2962126" y="18998"/>
                  </a:lnTo>
                  <a:lnTo>
                    <a:pt x="2916319" y="4907"/>
                  </a:lnTo>
                  <a:lnTo>
                    <a:pt x="2867024" y="0"/>
                  </a:lnTo>
                  <a:close/>
                </a:path>
              </a:pathLst>
            </a:custGeom>
            <a:solidFill>
              <a:srgbClr val="282828"/>
            </a:solidFill>
          </p:spPr>
          <p:txBody>
            <a:bodyPr wrap="square" lIns="0" tIns="0" rIns="0" bIns="0" rtlCol="0"/>
            <a:lstStyle/>
            <a:p>
              <a:endParaRPr/>
            </a:p>
          </p:txBody>
        </p:sp>
        <p:sp>
          <p:nvSpPr>
            <p:cNvPr id="59" name="object 59"/>
            <p:cNvSpPr/>
            <p:nvPr/>
          </p:nvSpPr>
          <p:spPr>
            <a:xfrm>
              <a:off x="5853683" y="2065019"/>
              <a:ext cx="2729865" cy="3698875"/>
            </a:xfrm>
            <a:custGeom>
              <a:avLst/>
              <a:gdLst/>
              <a:ahLst/>
              <a:cxnLst/>
              <a:rect l="l" t="t" r="r" b="b"/>
              <a:pathLst>
                <a:path w="2729865" h="3698875">
                  <a:moveTo>
                    <a:pt x="2729484" y="0"/>
                  </a:moveTo>
                  <a:lnTo>
                    <a:pt x="0" y="0"/>
                  </a:lnTo>
                  <a:lnTo>
                    <a:pt x="0" y="3698748"/>
                  </a:lnTo>
                  <a:lnTo>
                    <a:pt x="2729484" y="3698748"/>
                  </a:lnTo>
                  <a:lnTo>
                    <a:pt x="2729484" y="0"/>
                  </a:lnTo>
                  <a:close/>
                </a:path>
              </a:pathLst>
            </a:custGeom>
            <a:solidFill>
              <a:srgbClr val="FFFFFF"/>
            </a:solidFill>
          </p:spPr>
          <p:txBody>
            <a:bodyPr wrap="square" lIns="0" tIns="0" rIns="0" bIns="0" rtlCol="0"/>
            <a:lstStyle/>
            <a:p>
              <a:endParaRPr/>
            </a:p>
          </p:txBody>
        </p:sp>
      </p:grpSp>
      <p:sp>
        <p:nvSpPr>
          <p:cNvPr id="60" name="object 60"/>
          <p:cNvSpPr txBox="1"/>
          <p:nvPr/>
        </p:nvSpPr>
        <p:spPr>
          <a:xfrm>
            <a:off x="6779514" y="5313679"/>
            <a:ext cx="911860" cy="208279"/>
          </a:xfrm>
          <a:prstGeom prst="rect">
            <a:avLst/>
          </a:prstGeom>
        </p:spPr>
        <p:txBody>
          <a:bodyPr vert="horz" wrap="square" lIns="0" tIns="12700" rIns="0" bIns="0" rtlCol="0">
            <a:spAutoFit/>
          </a:bodyPr>
          <a:lstStyle/>
          <a:p>
            <a:pPr marL="12700">
              <a:lnSpc>
                <a:spcPct val="100000"/>
              </a:lnSpc>
              <a:spcBef>
                <a:spcPts val="100"/>
              </a:spcBef>
            </a:pPr>
            <a:r>
              <a:rPr sz="1200" spc="-40" dirty="0">
                <a:solidFill>
                  <a:srgbClr val="505050"/>
                </a:solidFill>
                <a:latin typeface="Trebuchet MS"/>
                <a:cs typeface="Trebuchet MS"/>
              </a:rPr>
              <a:t>Personal</a:t>
            </a:r>
            <a:r>
              <a:rPr sz="1200" spc="-105" dirty="0">
                <a:solidFill>
                  <a:srgbClr val="505050"/>
                </a:solidFill>
                <a:latin typeface="Trebuchet MS"/>
                <a:cs typeface="Trebuchet MS"/>
              </a:rPr>
              <a:t> </a:t>
            </a:r>
            <a:r>
              <a:rPr sz="1200" spc="-20" dirty="0">
                <a:solidFill>
                  <a:srgbClr val="505050"/>
                </a:solidFill>
                <a:latin typeface="Trebuchet MS"/>
                <a:cs typeface="Trebuchet MS"/>
              </a:rPr>
              <a:t>apps</a:t>
            </a:r>
            <a:endParaRPr sz="1200">
              <a:latin typeface="Trebuchet MS"/>
              <a:cs typeface="Trebuchet MS"/>
            </a:endParaRPr>
          </a:p>
        </p:txBody>
      </p:sp>
      <p:grpSp>
        <p:nvGrpSpPr>
          <p:cNvPr id="61" name="object 61"/>
          <p:cNvGrpSpPr/>
          <p:nvPr/>
        </p:nvGrpSpPr>
        <p:grpSpPr>
          <a:xfrm>
            <a:off x="5745353" y="1824101"/>
            <a:ext cx="3650615" cy="4121150"/>
            <a:chOff x="5745353" y="1824101"/>
            <a:chExt cx="3650615" cy="4121150"/>
          </a:xfrm>
        </p:grpSpPr>
        <p:sp>
          <p:nvSpPr>
            <p:cNvPr id="62" name="object 62"/>
            <p:cNvSpPr/>
            <p:nvPr/>
          </p:nvSpPr>
          <p:spPr>
            <a:xfrm>
              <a:off x="5759958" y="1838706"/>
              <a:ext cx="2943225" cy="4091940"/>
            </a:xfrm>
            <a:custGeom>
              <a:avLst/>
              <a:gdLst/>
              <a:ahLst/>
              <a:cxnLst/>
              <a:rect l="l" t="t" r="r" b="b"/>
              <a:pathLst>
                <a:path w="2943225" h="4091940">
                  <a:moveTo>
                    <a:pt x="0" y="163449"/>
                  </a:moveTo>
                  <a:lnTo>
                    <a:pt x="5836" y="119988"/>
                  </a:lnTo>
                  <a:lnTo>
                    <a:pt x="22309" y="80941"/>
                  </a:lnTo>
                  <a:lnTo>
                    <a:pt x="47863" y="47863"/>
                  </a:lnTo>
                  <a:lnTo>
                    <a:pt x="80941" y="22309"/>
                  </a:lnTo>
                  <a:lnTo>
                    <a:pt x="119988" y="5836"/>
                  </a:lnTo>
                  <a:lnTo>
                    <a:pt x="163449" y="0"/>
                  </a:lnTo>
                  <a:lnTo>
                    <a:pt x="2779394" y="0"/>
                  </a:lnTo>
                  <a:lnTo>
                    <a:pt x="2822855" y="5836"/>
                  </a:lnTo>
                  <a:lnTo>
                    <a:pt x="2861902" y="22309"/>
                  </a:lnTo>
                  <a:lnTo>
                    <a:pt x="2894980" y="47863"/>
                  </a:lnTo>
                  <a:lnTo>
                    <a:pt x="2920534" y="80941"/>
                  </a:lnTo>
                  <a:lnTo>
                    <a:pt x="2937007" y="119988"/>
                  </a:lnTo>
                  <a:lnTo>
                    <a:pt x="2942843" y="163449"/>
                  </a:lnTo>
                  <a:lnTo>
                    <a:pt x="2942843" y="3928516"/>
                  </a:lnTo>
                  <a:lnTo>
                    <a:pt x="2937007" y="3971961"/>
                  </a:lnTo>
                  <a:lnTo>
                    <a:pt x="2920534" y="4011000"/>
                  </a:lnTo>
                  <a:lnTo>
                    <a:pt x="2894980" y="4044075"/>
                  </a:lnTo>
                  <a:lnTo>
                    <a:pt x="2861902" y="4069628"/>
                  </a:lnTo>
                  <a:lnTo>
                    <a:pt x="2822855" y="4086102"/>
                  </a:lnTo>
                  <a:lnTo>
                    <a:pt x="2779394" y="4091940"/>
                  </a:lnTo>
                  <a:lnTo>
                    <a:pt x="163449" y="4091940"/>
                  </a:lnTo>
                  <a:lnTo>
                    <a:pt x="119988" y="4086102"/>
                  </a:lnTo>
                  <a:lnTo>
                    <a:pt x="80941" y="4069628"/>
                  </a:lnTo>
                  <a:lnTo>
                    <a:pt x="47863" y="4044075"/>
                  </a:lnTo>
                  <a:lnTo>
                    <a:pt x="22309" y="4011000"/>
                  </a:lnTo>
                  <a:lnTo>
                    <a:pt x="5836" y="3971961"/>
                  </a:lnTo>
                  <a:lnTo>
                    <a:pt x="0" y="3928516"/>
                  </a:lnTo>
                  <a:lnTo>
                    <a:pt x="0" y="163449"/>
                  </a:lnTo>
                  <a:close/>
                </a:path>
              </a:pathLst>
            </a:custGeom>
            <a:ln w="28956">
              <a:solidFill>
                <a:srgbClr val="D2D2D2"/>
              </a:solidFill>
              <a:prstDash val="dot"/>
            </a:ln>
          </p:spPr>
          <p:txBody>
            <a:bodyPr wrap="square" lIns="0" tIns="0" rIns="0" bIns="0" rtlCol="0"/>
            <a:lstStyle/>
            <a:p>
              <a:endParaRPr/>
            </a:p>
          </p:txBody>
        </p:sp>
        <p:sp>
          <p:nvSpPr>
            <p:cNvPr id="63" name="object 63"/>
            <p:cNvSpPr/>
            <p:nvPr/>
          </p:nvSpPr>
          <p:spPr>
            <a:xfrm>
              <a:off x="8722868" y="5660135"/>
              <a:ext cx="376681" cy="28955"/>
            </a:xfrm>
            <a:prstGeom prst="rect">
              <a:avLst/>
            </a:prstGeom>
            <a:blipFill>
              <a:blip r:embed="rId33" cstate="print"/>
              <a:stretch>
                <a:fillRect/>
              </a:stretch>
            </a:blipFill>
          </p:spPr>
          <p:txBody>
            <a:bodyPr wrap="square" lIns="0" tIns="0" rIns="0" bIns="0" rtlCol="0"/>
            <a:lstStyle/>
            <a:p>
              <a:endParaRPr/>
            </a:p>
          </p:txBody>
        </p:sp>
        <p:sp>
          <p:nvSpPr>
            <p:cNvPr id="64" name="object 64"/>
            <p:cNvSpPr/>
            <p:nvPr/>
          </p:nvSpPr>
          <p:spPr>
            <a:xfrm>
              <a:off x="9069324" y="5510784"/>
              <a:ext cx="326390" cy="326390"/>
            </a:xfrm>
            <a:custGeom>
              <a:avLst/>
              <a:gdLst/>
              <a:ahLst/>
              <a:cxnLst/>
              <a:rect l="l" t="t" r="r" b="b"/>
              <a:pathLst>
                <a:path w="326390" h="326389">
                  <a:moveTo>
                    <a:pt x="163068" y="0"/>
                  </a:moveTo>
                  <a:lnTo>
                    <a:pt x="119723" y="5826"/>
                  </a:lnTo>
                  <a:lnTo>
                    <a:pt x="80772" y="22267"/>
                  </a:lnTo>
                  <a:lnTo>
                    <a:pt x="47767" y="47767"/>
                  </a:lnTo>
                  <a:lnTo>
                    <a:pt x="22267" y="80771"/>
                  </a:lnTo>
                  <a:lnTo>
                    <a:pt x="5826" y="119723"/>
                  </a:lnTo>
                  <a:lnTo>
                    <a:pt x="0" y="163067"/>
                  </a:lnTo>
                  <a:lnTo>
                    <a:pt x="5826" y="206416"/>
                  </a:lnTo>
                  <a:lnTo>
                    <a:pt x="22267" y="245369"/>
                  </a:lnTo>
                  <a:lnTo>
                    <a:pt x="47767" y="278372"/>
                  </a:lnTo>
                  <a:lnTo>
                    <a:pt x="80772" y="303871"/>
                  </a:lnTo>
                  <a:lnTo>
                    <a:pt x="119723" y="320310"/>
                  </a:lnTo>
                  <a:lnTo>
                    <a:pt x="163068" y="326135"/>
                  </a:lnTo>
                  <a:lnTo>
                    <a:pt x="206412" y="320310"/>
                  </a:lnTo>
                  <a:lnTo>
                    <a:pt x="245363" y="303871"/>
                  </a:lnTo>
                  <a:lnTo>
                    <a:pt x="278368" y="278372"/>
                  </a:lnTo>
                  <a:lnTo>
                    <a:pt x="303868" y="245369"/>
                  </a:lnTo>
                  <a:lnTo>
                    <a:pt x="320309" y="206416"/>
                  </a:lnTo>
                  <a:lnTo>
                    <a:pt x="326135" y="163067"/>
                  </a:lnTo>
                  <a:lnTo>
                    <a:pt x="320309" y="119723"/>
                  </a:lnTo>
                  <a:lnTo>
                    <a:pt x="303868" y="80771"/>
                  </a:lnTo>
                  <a:lnTo>
                    <a:pt x="278368" y="47767"/>
                  </a:lnTo>
                  <a:lnTo>
                    <a:pt x="245364" y="22267"/>
                  </a:lnTo>
                  <a:lnTo>
                    <a:pt x="206412" y="5826"/>
                  </a:lnTo>
                  <a:lnTo>
                    <a:pt x="163068" y="0"/>
                  </a:lnTo>
                  <a:close/>
                </a:path>
              </a:pathLst>
            </a:custGeom>
            <a:solidFill>
              <a:srgbClr val="001F50"/>
            </a:solidFill>
          </p:spPr>
          <p:txBody>
            <a:bodyPr wrap="square" lIns="0" tIns="0" rIns="0" bIns="0" rtlCol="0"/>
            <a:lstStyle/>
            <a:p>
              <a:endParaRPr/>
            </a:p>
          </p:txBody>
        </p:sp>
        <p:sp>
          <p:nvSpPr>
            <p:cNvPr id="65" name="object 65"/>
            <p:cNvSpPr/>
            <p:nvPr/>
          </p:nvSpPr>
          <p:spPr>
            <a:xfrm>
              <a:off x="9174988" y="5567172"/>
              <a:ext cx="112140" cy="199644"/>
            </a:xfrm>
            <a:prstGeom prst="rect">
              <a:avLst/>
            </a:prstGeom>
            <a:blipFill>
              <a:blip r:embed="rId34" cstate="print"/>
              <a:stretch>
                <a:fillRect/>
              </a:stretch>
            </a:blipFill>
          </p:spPr>
          <p:txBody>
            <a:bodyPr wrap="square" lIns="0" tIns="0" rIns="0" bIns="0" rtlCol="0"/>
            <a:lstStyle/>
            <a:p>
              <a:endParaRPr/>
            </a:p>
          </p:txBody>
        </p:sp>
        <p:sp>
          <p:nvSpPr>
            <p:cNvPr id="66" name="object 66"/>
            <p:cNvSpPr/>
            <p:nvPr/>
          </p:nvSpPr>
          <p:spPr>
            <a:xfrm>
              <a:off x="6246876" y="4661916"/>
              <a:ext cx="457200" cy="457200"/>
            </a:xfrm>
            <a:prstGeom prst="rect">
              <a:avLst/>
            </a:prstGeom>
            <a:blipFill>
              <a:blip r:embed="rId35" cstate="print"/>
              <a:stretch>
                <a:fillRect/>
              </a:stretch>
            </a:blipFill>
          </p:spPr>
          <p:txBody>
            <a:bodyPr wrap="square" lIns="0" tIns="0" rIns="0" bIns="0" rtlCol="0"/>
            <a:lstStyle/>
            <a:p>
              <a:endParaRPr/>
            </a:p>
          </p:txBody>
        </p:sp>
        <p:sp>
          <p:nvSpPr>
            <p:cNvPr id="67" name="object 67"/>
            <p:cNvSpPr/>
            <p:nvPr/>
          </p:nvSpPr>
          <p:spPr>
            <a:xfrm>
              <a:off x="7725156" y="3979164"/>
              <a:ext cx="457200" cy="457200"/>
            </a:xfrm>
            <a:prstGeom prst="rect">
              <a:avLst/>
            </a:prstGeom>
            <a:blipFill>
              <a:blip r:embed="rId36" cstate="print"/>
              <a:stretch>
                <a:fillRect/>
              </a:stretch>
            </a:blipFill>
          </p:spPr>
          <p:txBody>
            <a:bodyPr wrap="square" lIns="0" tIns="0" rIns="0" bIns="0" rtlCol="0"/>
            <a:lstStyle/>
            <a:p>
              <a:endParaRPr/>
            </a:p>
          </p:txBody>
        </p:sp>
        <p:sp>
          <p:nvSpPr>
            <p:cNvPr id="68" name="object 68"/>
            <p:cNvSpPr/>
            <p:nvPr/>
          </p:nvSpPr>
          <p:spPr>
            <a:xfrm>
              <a:off x="6246876" y="2612136"/>
              <a:ext cx="457200" cy="457200"/>
            </a:xfrm>
            <a:prstGeom prst="rect">
              <a:avLst/>
            </a:prstGeom>
            <a:blipFill>
              <a:blip r:embed="rId37" cstate="print"/>
              <a:stretch>
                <a:fillRect/>
              </a:stretch>
            </a:blipFill>
          </p:spPr>
          <p:txBody>
            <a:bodyPr wrap="square" lIns="0" tIns="0" rIns="0" bIns="0" rtlCol="0"/>
            <a:lstStyle/>
            <a:p>
              <a:endParaRPr/>
            </a:p>
          </p:txBody>
        </p:sp>
        <p:sp>
          <p:nvSpPr>
            <p:cNvPr id="69" name="object 69"/>
            <p:cNvSpPr/>
            <p:nvPr/>
          </p:nvSpPr>
          <p:spPr>
            <a:xfrm>
              <a:off x="6246876" y="3296412"/>
              <a:ext cx="457200" cy="457200"/>
            </a:xfrm>
            <a:custGeom>
              <a:avLst/>
              <a:gdLst/>
              <a:ahLst/>
              <a:cxnLst/>
              <a:rect l="l" t="t" r="r" b="b"/>
              <a:pathLst>
                <a:path w="457200" h="457200">
                  <a:moveTo>
                    <a:pt x="376300" y="0"/>
                  </a:moveTo>
                  <a:lnTo>
                    <a:pt x="80899" y="0"/>
                  </a:lnTo>
                  <a:lnTo>
                    <a:pt x="49399" y="6353"/>
                  </a:lnTo>
                  <a:lnTo>
                    <a:pt x="23685" y="23685"/>
                  </a:lnTo>
                  <a:lnTo>
                    <a:pt x="6353" y="49399"/>
                  </a:lnTo>
                  <a:lnTo>
                    <a:pt x="0" y="80899"/>
                  </a:lnTo>
                  <a:lnTo>
                    <a:pt x="0" y="376300"/>
                  </a:lnTo>
                  <a:lnTo>
                    <a:pt x="6353" y="407800"/>
                  </a:lnTo>
                  <a:lnTo>
                    <a:pt x="23685" y="433514"/>
                  </a:lnTo>
                  <a:lnTo>
                    <a:pt x="49399" y="450846"/>
                  </a:lnTo>
                  <a:lnTo>
                    <a:pt x="80899" y="457200"/>
                  </a:lnTo>
                  <a:lnTo>
                    <a:pt x="376300" y="457200"/>
                  </a:lnTo>
                  <a:lnTo>
                    <a:pt x="407800" y="450846"/>
                  </a:lnTo>
                  <a:lnTo>
                    <a:pt x="433514" y="433514"/>
                  </a:lnTo>
                  <a:lnTo>
                    <a:pt x="450846" y="407800"/>
                  </a:lnTo>
                  <a:lnTo>
                    <a:pt x="457200" y="376300"/>
                  </a:lnTo>
                  <a:lnTo>
                    <a:pt x="457200" y="80899"/>
                  </a:lnTo>
                  <a:lnTo>
                    <a:pt x="450846" y="49399"/>
                  </a:lnTo>
                  <a:lnTo>
                    <a:pt x="433514" y="23685"/>
                  </a:lnTo>
                  <a:lnTo>
                    <a:pt x="407800" y="6353"/>
                  </a:lnTo>
                  <a:lnTo>
                    <a:pt x="376300" y="0"/>
                  </a:lnTo>
                  <a:close/>
                </a:path>
              </a:pathLst>
            </a:custGeom>
            <a:solidFill>
              <a:srgbClr val="0949B0"/>
            </a:solidFill>
          </p:spPr>
          <p:txBody>
            <a:bodyPr wrap="square" lIns="0" tIns="0" rIns="0" bIns="0" rtlCol="0"/>
            <a:lstStyle/>
            <a:p>
              <a:endParaRPr/>
            </a:p>
          </p:txBody>
        </p:sp>
        <p:sp>
          <p:nvSpPr>
            <p:cNvPr id="70" name="object 70"/>
            <p:cNvSpPr/>
            <p:nvPr/>
          </p:nvSpPr>
          <p:spPr>
            <a:xfrm>
              <a:off x="6242304" y="3374161"/>
              <a:ext cx="478548" cy="326110"/>
            </a:xfrm>
            <a:prstGeom prst="rect">
              <a:avLst/>
            </a:prstGeom>
            <a:blipFill>
              <a:blip r:embed="rId38" cstate="print"/>
              <a:stretch>
                <a:fillRect/>
              </a:stretch>
            </a:blipFill>
          </p:spPr>
          <p:txBody>
            <a:bodyPr wrap="square" lIns="0" tIns="0" rIns="0" bIns="0" rtlCol="0"/>
            <a:lstStyle/>
            <a:p>
              <a:endParaRPr/>
            </a:p>
          </p:txBody>
        </p:sp>
        <p:sp>
          <p:nvSpPr>
            <p:cNvPr id="71" name="object 71"/>
            <p:cNvSpPr/>
            <p:nvPr/>
          </p:nvSpPr>
          <p:spPr>
            <a:xfrm>
              <a:off x="6286500" y="3418288"/>
              <a:ext cx="376555" cy="224154"/>
            </a:xfrm>
            <a:custGeom>
              <a:avLst/>
              <a:gdLst/>
              <a:ahLst/>
              <a:cxnLst/>
              <a:rect l="l" t="t" r="r" b="b"/>
              <a:pathLst>
                <a:path w="376554" h="224154">
                  <a:moveTo>
                    <a:pt x="212536" y="60952"/>
                  </a:moveTo>
                  <a:lnTo>
                    <a:pt x="160216" y="69199"/>
                  </a:lnTo>
                  <a:lnTo>
                    <a:pt x="137160" y="122598"/>
                  </a:lnTo>
                  <a:lnTo>
                    <a:pt x="129262" y="123600"/>
                  </a:lnTo>
                  <a:lnTo>
                    <a:pt x="111887" y="129282"/>
                  </a:lnTo>
                  <a:lnTo>
                    <a:pt x="94511" y="143654"/>
                  </a:lnTo>
                  <a:lnTo>
                    <a:pt x="86613" y="170731"/>
                  </a:lnTo>
                  <a:lnTo>
                    <a:pt x="89360" y="190317"/>
                  </a:lnTo>
                  <a:lnTo>
                    <a:pt x="98298" y="207402"/>
                  </a:lnTo>
                  <a:lnTo>
                    <a:pt x="114474" y="219487"/>
                  </a:lnTo>
                  <a:lnTo>
                    <a:pt x="138937" y="224071"/>
                  </a:lnTo>
                  <a:lnTo>
                    <a:pt x="341249" y="224071"/>
                  </a:lnTo>
                  <a:lnTo>
                    <a:pt x="357247" y="220422"/>
                  </a:lnTo>
                  <a:lnTo>
                    <a:pt x="368173" y="210974"/>
                  </a:lnTo>
                  <a:lnTo>
                    <a:pt x="374431" y="197979"/>
                  </a:lnTo>
                  <a:lnTo>
                    <a:pt x="376427" y="183685"/>
                  </a:lnTo>
                  <a:lnTo>
                    <a:pt x="375878" y="161238"/>
                  </a:lnTo>
                  <a:lnTo>
                    <a:pt x="372030" y="149363"/>
                  </a:lnTo>
                  <a:lnTo>
                    <a:pt x="361586" y="144109"/>
                  </a:lnTo>
                  <a:lnTo>
                    <a:pt x="341249" y="141521"/>
                  </a:lnTo>
                  <a:lnTo>
                    <a:pt x="339088" y="122342"/>
                  </a:lnTo>
                  <a:lnTo>
                    <a:pt x="332247" y="107247"/>
                  </a:lnTo>
                  <a:lnTo>
                    <a:pt x="322193" y="96176"/>
                  </a:lnTo>
                  <a:lnTo>
                    <a:pt x="313341" y="90848"/>
                  </a:lnTo>
                  <a:lnTo>
                    <a:pt x="258952" y="90848"/>
                  </a:lnTo>
                  <a:lnTo>
                    <a:pt x="248402" y="78295"/>
                  </a:lnTo>
                  <a:lnTo>
                    <a:pt x="233124" y="67290"/>
                  </a:lnTo>
                  <a:lnTo>
                    <a:pt x="212536" y="60952"/>
                  </a:lnTo>
                  <a:close/>
                </a:path>
                <a:path w="376554" h="224154">
                  <a:moveTo>
                    <a:pt x="110077" y="28856"/>
                  </a:moveTo>
                  <a:lnTo>
                    <a:pt x="63914" y="52482"/>
                  </a:lnTo>
                  <a:lnTo>
                    <a:pt x="45465" y="105453"/>
                  </a:lnTo>
                  <a:lnTo>
                    <a:pt x="19180" y="108202"/>
                  </a:lnTo>
                  <a:lnTo>
                    <a:pt x="5683" y="114581"/>
                  </a:lnTo>
                  <a:lnTo>
                    <a:pt x="710" y="129510"/>
                  </a:lnTo>
                  <a:lnTo>
                    <a:pt x="0" y="157904"/>
                  </a:lnTo>
                  <a:lnTo>
                    <a:pt x="4165" y="177073"/>
                  </a:lnTo>
                  <a:lnTo>
                    <a:pt x="15319" y="193242"/>
                  </a:lnTo>
                  <a:lnTo>
                    <a:pt x="31450" y="204410"/>
                  </a:lnTo>
                  <a:lnTo>
                    <a:pt x="50546" y="208577"/>
                  </a:lnTo>
                  <a:lnTo>
                    <a:pt x="84074" y="208577"/>
                  </a:lnTo>
                  <a:lnTo>
                    <a:pt x="78823" y="198977"/>
                  </a:lnTo>
                  <a:lnTo>
                    <a:pt x="75692" y="189591"/>
                  </a:lnTo>
                  <a:lnTo>
                    <a:pt x="74179" y="180681"/>
                  </a:lnTo>
                  <a:lnTo>
                    <a:pt x="73787" y="172509"/>
                  </a:lnTo>
                  <a:lnTo>
                    <a:pt x="82220" y="141489"/>
                  </a:lnTo>
                  <a:lnTo>
                    <a:pt x="100774" y="123519"/>
                  </a:lnTo>
                  <a:lnTo>
                    <a:pt x="119328" y="115216"/>
                  </a:lnTo>
                  <a:lnTo>
                    <a:pt x="127762" y="113200"/>
                  </a:lnTo>
                  <a:lnTo>
                    <a:pt x="132476" y="84671"/>
                  </a:lnTo>
                  <a:lnTo>
                    <a:pt x="139763" y="68798"/>
                  </a:lnTo>
                  <a:lnTo>
                    <a:pt x="154765" y="59854"/>
                  </a:lnTo>
                  <a:lnTo>
                    <a:pt x="182625" y="52113"/>
                  </a:lnTo>
                  <a:lnTo>
                    <a:pt x="209557" y="49516"/>
                  </a:lnTo>
                  <a:lnTo>
                    <a:pt x="280889" y="49516"/>
                  </a:lnTo>
                  <a:lnTo>
                    <a:pt x="277278" y="41826"/>
                  </a:lnTo>
                  <a:lnTo>
                    <a:pt x="138049" y="41826"/>
                  </a:lnTo>
                  <a:lnTo>
                    <a:pt x="121693" y="32168"/>
                  </a:lnTo>
                  <a:lnTo>
                    <a:pt x="110077" y="28856"/>
                  </a:lnTo>
                  <a:close/>
                </a:path>
                <a:path w="376554" h="224154">
                  <a:moveTo>
                    <a:pt x="283384" y="80244"/>
                  </a:moveTo>
                  <a:lnTo>
                    <a:pt x="273258" y="83034"/>
                  </a:lnTo>
                  <a:lnTo>
                    <a:pt x="258952" y="90848"/>
                  </a:lnTo>
                  <a:lnTo>
                    <a:pt x="313341" y="90848"/>
                  </a:lnTo>
                  <a:lnTo>
                    <a:pt x="310388" y="89070"/>
                  </a:lnTo>
                  <a:lnTo>
                    <a:pt x="294153" y="82311"/>
                  </a:lnTo>
                  <a:lnTo>
                    <a:pt x="283384" y="80244"/>
                  </a:lnTo>
                  <a:close/>
                </a:path>
                <a:path w="376554" h="224154">
                  <a:moveTo>
                    <a:pt x="280889" y="49516"/>
                  </a:moveTo>
                  <a:lnTo>
                    <a:pt x="209557" y="49516"/>
                  </a:lnTo>
                  <a:lnTo>
                    <a:pt x="232060" y="54383"/>
                  </a:lnTo>
                  <a:lnTo>
                    <a:pt x="249562" y="64561"/>
                  </a:lnTo>
                  <a:lnTo>
                    <a:pt x="261493" y="77894"/>
                  </a:lnTo>
                  <a:lnTo>
                    <a:pt x="266767" y="74957"/>
                  </a:lnTo>
                  <a:lnTo>
                    <a:pt x="271303" y="73449"/>
                  </a:lnTo>
                  <a:lnTo>
                    <a:pt x="277602" y="72894"/>
                  </a:lnTo>
                  <a:lnTo>
                    <a:pt x="288163" y="72814"/>
                  </a:lnTo>
                  <a:lnTo>
                    <a:pt x="284678" y="57586"/>
                  </a:lnTo>
                  <a:lnTo>
                    <a:pt x="280889" y="49516"/>
                  </a:lnTo>
                  <a:close/>
                </a:path>
                <a:path w="376554" h="224154">
                  <a:moveTo>
                    <a:pt x="205182" y="0"/>
                  </a:moveTo>
                  <a:lnTo>
                    <a:pt x="177371" y="5695"/>
                  </a:lnTo>
                  <a:lnTo>
                    <a:pt x="154537" y="20439"/>
                  </a:lnTo>
                  <a:lnTo>
                    <a:pt x="138049" y="41826"/>
                  </a:lnTo>
                  <a:lnTo>
                    <a:pt x="277278" y="41826"/>
                  </a:lnTo>
                  <a:lnTo>
                    <a:pt x="275907" y="38905"/>
                  </a:lnTo>
                  <a:lnTo>
                    <a:pt x="260373" y="20415"/>
                  </a:lnTo>
                  <a:lnTo>
                    <a:pt x="236600" y="5758"/>
                  </a:lnTo>
                  <a:lnTo>
                    <a:pt x="205182" y="0"/>
                  </a:lnTo>
                  <a:close/>
                </a:path>
              </a:pathLst>
            </a:custGeom>
            <a:solidFill>
              <a:srgbClr val="FFFFFF"/>
            </a:solidFill>
          </p:spPr>
          <p:txBody>
            <a:bodyPr wrap="square" lIns="0" tIns="0" rIns="0" bIns="0" rtlCol="0"/>
            <a:lstStyle/>
            <a:p>
              <a:endParaRPr/>
            </a:p>
          </p:txBody>
        </p:sp>
        <p:sp>
          <p:nvSpPr>
            <p:cNvPr id="72" name="object 72"/>
            <p:cNvSpPr/>
            <p:nvPr/>
          </p:nvSpPr>
          <p:spPr>
            <a:xfrm>
              <a:off x="6981444" y="2612136"/>
              <a:ext cx="457200" cy="457200"/>
            </a:xfrm>
            <a:prstGeom prst="rect">
              <a:avLst/>
            </a:prstGeom>
            <a:blipFill>
              <a:blip r:embed="rId39" cstate="print"/>
              <a:stretch>
                <a:fillRect/>
              </a:stretch>
            </a:blipFill>
          </p:spPr>
          <p:txBody>
            <a:bodyPr wrap="square" lIns="0" tIns="0" rIns="0" bIns="0" rtlCol="0"/>
            <a:lstStyle/>
            <a:p>
              <a:endParaRPr/>
            </a:p>
          </p:txBody>
        </p:sp>
        <p:sp>
          <p:nvSpPr>
            <p:cNvPr id="73" name="object 73"/>
            <p:cNvSpPr/>
            <p:nvPr/>
          </p:nvSpPr>
          <p:spPr>
            <a:xfrm>
              <a:off x="6981444" y="4661916"/>
              <a:ext cx="457200" cy="457200"/>
            </a:xfrm>
            <a:prstGeom prst="rect">
              <a:avLst/>
            </a:prstGeom>
            <a:blipFill>
              <a:blip r:embed="rId40" cstate="print"/>
              <a:stretch>
                <a:fillRect/>
              </a:stretch>
            </a:blipFill>
          </p:spPr>
          <p:txBody>
            <a:bodyPr wrap="square" lIns="0" tIns="0" rIns="0" bIns="0" rtlCol="0"/>
            <a:lstStyle/>
            <a:p>
              <a:endParaRPr/>
            </a:p>
          </p:txBody>
        </p:sp>
        <p:sp>
          <p:nvSpPr>
            <p:cNvPr id="74" name="object 74"/>
            <p:cNvSpPr/>
            <p:nvPr/>
          </p:nvSpPr>
          <p:spPr>
            <a:xfrm>
              <a:off x="6981444" y="3979164"/>
              <a:ext cx="457200" cy="457200"/>
            </a:xfrm>
            <a:custGeom>
              <a:avLst/>
              <a:gdLst/>
              <a:ahLst/>
              <a:cxnLst/>
              <a:rect l="l" t="t" r="r" b="b"/>
              <a:pathLst>
                <a:path w="457200" h="457200">
                  <a:moveTo>
                    <a:pt x="385825" y="0"/>
                  </a:moveTo>
                  <a:lnTo>
                    <a:pt x="71374" y="0"/>
                  </a:lnTo>
                  <a:lnTo>
                    <a:pt x="43612" y="5615"/>
                  </a:lnTo>
                  <a:lnTo>
                    <a:pt x="20923" y="20923"/>
                  </a:lnTo>
                  <a:lnTo>
                    <a:pt x="5615" y="43612"/>
                  </a:lnTo>
                  <a:lnTo>
                    <a:pt x="0" y="71374"/>
                  </a:lnTo>
                  <a:lnTo>
                    <a:pt x="0" y="385825"/>
                  </a:lnTo>
                  <a:lnTo>
                    <a:pt x="5615" y="413587"/>
                  </a:lnTo>
                  <a:lnTo>
                    <a:pt x="20923" y="436276"/>
                  </a:lnTo>
                  <a:lnTo>
                    <a:pt x="43612" y="451584"/>
                  </a:lnTo>
                  <a:lnTo>
                    <a:pt x="71374" y="457200"/>
                  </a:lnTo>
                  <a:lnTo>
                    <a:pt x="385825" y="457200"/>
                  </a:lnTo>
                  <a:lnTo>
                    <a:pt x="413587" y="451584"/>
                  </a:lnTo>
                  <a:lnTo>
                    <a:pt x="436276" y="436276"/>
                  </a:lnTo>
                  <a:lnTo>
                    <a:pt x="451584" y="413587"/>
                  </a:lnTo>
                  <a:lnTo>
                    <a:pt x="457200" y="385825"/>
                  </a:lnTo>
                  <a:lnTo>
                    <a:pt x="457200" y="71374"/>
                  </a:lnTo>
                  <a:lnTo>
                    <a:pt x="451584" y="43612"/>
                  </a:lnTo>
                  <a:lnTo>
                    <a:pt x="436276" y="20923"/>
                  </a:lnTo>
                  <a:lnTo>
                    <a:pt x="413587" y="5615"/>
                  </a:lnTo>
                  <a:lnTo>
                    <a:pt x="385825" y="0"/>
                  </a:lnTo>
                  <a:close/>
                </a:path>
              </a:pathLst>
            </a:custGeom>
            <a:solidFill>
              <a:srgbClr val="0949B0"/>
            </a:solidFill>
          </p:spPr>
          <p:txBody>
            <a:bodyPr wrap="square" lIns="0" tIns="0" rIns="0" bIns="0" rtlCol="0"/>
            <a:lstStyle/>
            <a:p>
              <a:endParaRPr/>
            </a:p>
          </p:txBody>
        </p:sp>
        <p:sp>
          <p:nvSpPr>
            <p:cNvPr id="75" name="object 75"/>
            <p:cNvSpPr/>
            <p:nvPr/>
          </p:nvSpPr>
          <p:spPr>
            <a:xfrm>
              <a:off x="7022592" y="4101040"/>
              <a:ext cx="376555" cy="224154"/>
            </a:xfrm>
            <a:custGeom>
              <a:avLst/>
              <a:gdLst/>
              <a:ahLst/>
              <a:cxnLst/>
              <a:rect l="l" t="t" r="r" b="b"/>
              <a:pathLst>
                <a:path w="376554" h="224154">
                  <a:moveTo>
                    <a:pt x="212536" y="60952"/>
                  </a:moveTo>
                  <a:lnTo>
                    <a:pt x="160216" y="69199"/>
                  </a:lnTo>
                  <a:lnTo>
                    <a:pt x="137159" y="122598"/>
                  </a:lnTo>
                  <a:lnTo>
                    <a:pt x="129262" y="123600"/>
                  </a:lnTo>
                  <a:lnTo>
                    <a:pt x="111886" y="129282"/>
                  </a:lnTo>
                  <a:lnTo>
                    <a:pt x="94511" y="143654"/>
                  </a:lnTo>
                  <a:lnTo>
                    <a:pt x="86613" y="170731"/>
                  </a:lnTo>
                  <a:lnTo>
                    <a:pt x="89360" y="190317"/>
                  </a:lnTo>
                  <a:lnTo>
                    <a:pt x="98298" y="207402"/>
                  </a:lnTo>
                  <a:lnTo>
                    <a:pt x="114474" y="219487"/>
                  </a:lnTo>
                  <a:lnTo>
                    <a:pt x="138937" y="224071"/>
                  </a:lnTo>
                  <a:lnTo>
                    <a:pt x="341249" y="224071"/>
                  </a:lnTo>
                  <a:lnTo>
                    <a:pt x="357247" y="220422"/>
                  </a:lnTo>
                  <a:lnTo>
                    <a:pt x="368173" y="210974"/>
                  </a:lnTo>
                  <a:lnTo>
                    <a:pt x="374431" y="197979"/>
                  </a:lnTo>
                  <a:lnTo>
                    <a:pt x="376427" y="183685"/>
                  </a:lnTo>
                  <a:lnTo>
                    <a:pt x="375878" y="161238"/>
                  </a:lnTo>
                  <a:lnTo>
                    <a:pt x="372030" y="149363"/>
                  </a:lnTo>
                  <a:lnTo>
                    <a:pt x="361586" y="144109"/>
                  </a:lnTo>
                  <a:lnTo>
                    <a:pt x="341249" y="141521"/>
                  </a:lnTo>
                  <a:lnTo>
                    <a:pt x="339088" y="122342"/>
                  </a:lnTo>
                  <a:lnTo>
                    <a:pt x="332247" y="107247"/>
                  </a:lnTo>
                  <a:lnTo>
                    <a:pt x="322193" y="96176"/>
                  </a:lnTo>
                  <a:lnTo>
                    <a:pt x="313341" y="90848"/>
                  </a:lnTo>
                  <a:lnTo>
                    <a:pt x="258952" y="90848"/>
                  </a:lnTo>
                  <a:lnTo>
                    <a:pt x="248402" y="78295"/>
                  </a:lnTo>
                  <a:lnTo>
                    <a:pt x="233124" y="67290"/>
                  </a:lnTo>
                  <a:lnTo>
                    <a:pt x="212536" y="60952"/>
                  </a:lnTo>
                  <a:close/>
                </a:path>
                <a:path w="376554" h="224154">
                  <a:moveTo>
                    <a:pt x="110077" y="28856"/>
                  </a:moveTo>
                  <a:lnTo>
                    <a:pt x="63914" y="52482"/>
                  </a:lnTo>
                  <a:lnTo>
                    <a:pt x="45465" y="105453"/>
                  </a:lnTo>
                  <a:lnTo>
                    <a:pt x="19180" y="108202"/>
                  </a:lnTo>
                  <a:lnTo>
                    <a:pt x="5683" y="114581"/>
                  </a:lnTo>
                  <a:lnTo>
                    <a:pt x="710" y="129510"/>
                  </a:lnTo>
                  <a:lnTo>
                    <a:pt x="0" y="157904"/>
                  </a:lnTo>
                  <a:lnTo>
                    <a:pt x="4165" y="177073"/>
                  </a:lnTo>
                  <a:lnTo>
                    <a:pt x="15319" y="193242"/>
                  </a:lnTo>
                  <a:lnTo>
                    <a:pt x="31450" y="204410"/>
                  </a:lnTo>
                  <a:lnTo>
                    <a:pt x="50546" y="208577"/>
                  </a:lnTo>
                  <a:lnTo>
                    <a:pt x="84074" y="208577"/>
                  </a:lnTo>
                  <a:lnTo>
                    <a:pt x="78823" y="198977"/>
                  </a:lnTo>
                  <a:lnTo>
                    <a:pt x="75692" y="189591"/>
                  </a:lnTo>
                  <a:lnTo>
                    <a:pt x="74179" y="180681"/>
                  </a:lnTo>
                  <a:lnTo>
                    <a:pt x="73786" y="172509"/>
                  </a:lnTo>
                  <a:lnTo>
                    <a:pt x="82220" y="141489"/>
                  </a:lnTo>
                  <a:lnTo>
                    <a:pt x="100774" y="123519"/>
                  </a:lnTo>
                  <a:lnTo>
                    <a:pt x="119328" y="115216"/>
                  </a:lnTo>
                  <a:lnTo>
                    <a:pt x="127761" y="113200"/>
                  </a:lnTo>
                  <a:lnTo>
                    <a:pt x="132476" y="84671"/>
                  </a:lnTo>
                  <a:lnTo>
                    <a:pt x="139763" y="68798"/>
                  </a:lnTo>
                  <a:lnTo>
                    <a:pt x="154765" y="59854"/>
                  </a:lnTo>
                  <a:lnTo>
                    <a:pt x="182625" y="52113"/>
                  </a:lnTo>
                  <a:lnTo>
                    <a:pt x="209557" y="49516"/>
                  </a:lnTo>
                  <a:lnTo>
                    <a:pt x="280889" y="49516"/>
                  </a:lnTo>
                  <a:lnTo>
                    <a:pt x="277278" y="41826"/>
                  </a:lnTo>
                  <a:lnTo>
                    <a:pt x="138049" y="41826"/>
                  </a:lnTo>
                  <a:lnTo>
                    <a:pt x="121693" y="32168"/>
                  </a:lnTo>
                  <a:lnTo>
                    <a:pt x="110077" y="28856"/>
                  </a:lnTo>
                  <a:close/>
                </a:path>
                <a:path w="376554" h="224154">
                  <a:moveTo>
                    <a:pt x="283384" y="80244"/>
                  </a:moveTo>
                  <a:lnTo>
                    <a:pt x="273258" y="83034"/>
                  </a:lnTo>
                  <a:lnTo>
                    <a:pt x="258952" y="90848"/>
                  </a:lnTo>
                  <a:lnTo>
                    <a:pt x="313341" y="90848"/>
                  </a:lnTo>
                  <a:lnTo>
                    <a:pt x="310387" y="89070"/>
                  </a:lnTo>
                  <a:lnTo>
                    <a:pt x="294153" y="82311"/>
                  </a:lnTo>
                  <a:lnTo>
                    <a:pt x="283384" y="80244"/>
                  </a:lnTo>
                  <a:close/>
                </a:path>
                <a:path w="376554" h="224154">
                  <a:moveTo>
                    <a:pt x="280889" y="49516"/>
                  </a:moveTo>
                  <a:lnTo>
                    <a:pt x="209557" y="49516"/>
                  </a:lnTo>
                  <a:lnTo>
                    <a:pt x="232060" y="54383"/>
                  </a:lnTo>
                  <a:lnTo>
                    <a:pt x="249562" y="64561"/>
                  </a:lnTo>
                  <a:lnTo>
                    <a:pt x="261492" y="77894"/>
                  </a:lnTo>
                  <a:lnTo>
                    <a:pt x="266767" y="74957"/>
                  </a:lnTo>
                  <a:lnTo>
                    <a:pt x="271303" y="73449"/>
                  </a:lnTo>
                  <a:lnTo>
                    <a:pt x="277602" y="72894"/>
                  </a:lnTo>
                  <a:lnTo>
                    <a:pt x="288162" y="72814"/>
                  </a:lnTo>
                  <a:lnTo>
                    <a:pt x="284678" y="57586"/>
                  </a:lnTo>
                  <a:lnTo>
                    <a:pt x="280889" y="49516"/>
                  </a:lnTo>
                  <a:close/>
                </a:path>
                <a:path w="376554" h="224154">
                  <a:moveTo>
                    <a:pt x="205182" y="0"/>
                  </a:moveTo>
                  <a:lnTo>
                    <a:pt x="177371" y="5695"/>
                  </a:lnTo>
                  <a:lnTo>
                    <a:pt x="154537" y="20439"/>
                  </a:lnTo>
                  <a:lnTo>
                    <a:pt x="138049" y="41826"/>
                  </a:lnTo>
                  <a:lnTo>
                    <a:pt x="277278" y="41826"/>
                  </a:lnTo>
                  <a:lnTo>
                    <a:pt x="275907" y="38905"/>
                  </a:lnTo>
                  <a:lnTo>
                    <a:pt x="260373" y="20415"/>
                  </a:lnTo>
                  <a:lnTo>
                    <a:pt x="236600" y="5758"/>
                  </a:lnTo>
                  <a:lnTo>
                    <a:pt x="205182" y="0"/>
                  </a:lnTo>
                  <a:close/>
                </a:path>
              </a:pathLst>
            </a:custGeom>
            <a:solidFill>
              <a:srgbClr val="FFFFFF"/>
            </a:solidFill>
          </p:spPr>
          <p:txBody>
            <a:bodyPr wrap="square" lIns="0" tIns="0" rIns="0" bIns="0" rtlCol="0"/>
            <a:lstStyle/>
            <a:p>
              <a:endParaRPr/>
            </a:p>
          </p:txBody>
        </p:sp>
        <p:sp>
          <p:nvSpPr>
            <p:cNvPr id="76" name="object 76"/>
            <p:cNvSpPr/>
            <p:nvPr/>
          </p:nvSpPr>
          <p:spPr>
            <a:xfrm>
              <a:off x="6981444" y="3296412"/>
              <a:ext cx="457200" cy="457200"/>
            </a:xfrm>
            <a:custGeom>
              <a:avLst/>
              <a:gdLst/>
              <a:ahLst/>
              <a:cxnLst/>
              <a:rect l="l" t="t" r="r" b="b"/>
              <a:pathLst>
                <a:path w="457200" h="457200">
                  <a:moveTo>
                    <a:pt x="376300" y="0"/>
                  </a:moveTo>
                  <a:lnTo>
                    <a:pt x="80899" y="0"/>
                  </a:lnTo>
                  <a:lnTo>
                    <a:pt x="49399" y="6353"/>
                  </a:lnTo>
                  <a:lnTo>
                    <a:pt x="23685" y="23685"/>
                  </a:lnTo>
                  <a:lnTo>
                    <a:pt x="6353" y="49399"/>
                  </a:lnTo>
                  <a:lnTo>
                    <a:pt x="0" y="80899"/>
                  </a:lnTo>
                  <a:lnTo>
                    <a:pt x="0" y="376300"/>
                  </a:lnTo>
                  <a:lnTo>
                    <a:pt x="6353" y="407800"/>
                  </a:lnTo>
                  <a:lnTo>
                    <a:pt x="23685" y="433514"/>
                  </a:lnTo>
                  <a:lnTo>
                    <a:pt x="49399" y="450846"/>
                  </a:lnTo>
                  <a:lnTo>
                    <a:pt x="80899" y="457200"/>
                  </a:lnTo>
                  <a:lnTo>
                    <a:pt x="376300" y="457200"/>
                  </a:lnTo>
                  <a:lnTo>
                    <a:pt x="407800" y="450846"/>
                  </a:lnTo>
                  <a:lnTo>
                    <a:pt x="433514" y="433514"/>
                  </a:lnTo>
                  <a:lnTo>
                    <a:pt x="450846" y="407800"/>
                  </a:lnTo>
                  <a:lnTo>
                    <a:pt x="457200" y="376300"/>
                  </a:lnTo>
                  <a:lnTo>
                    <a:pt x="457200" y="80899"/>
                  </a:lnTo>
                  <a:lnTo>
                    <a:pt x="450846" y="49399"/>
                  </a:lnTo>
                  <a:lnTo>
                    <a:pt x="433514" y="23685"/>
                  </a:lnTo>
                  <a:lnTo>
                    <a:pt x="407800" y="6353"/>
                  </a:lnTo>
                  <a:lnTo>
                    <a:pt x="376300" y="0"/>
                  </a:lnTo>
                  <a:close/>
                </a:path>
              </a:pathLst>
            </a:custGeom>
            <a:solidFill>
              <a:srgbClr val="00AFEF"/>
            </a:solidFill>
          </p:spPr>
          <p:txBody>
            <a:bodyPr wrap="square" lIns="0" tIns="0" rIns="0" bIns="0" rtlCol="0"/>
            <a:lstStyle/>
            <a:p>
              <a:endParaRPr/>
            </a:p>
          </p:txBody>
        </p:sp>
        <p:sp>
          <p:nvSpPr>
            <p:cNvPr id="77" name="object 77"/>
            <p:cNvSpPr/>
            <p:nvPr/>
          </p:nvSpPr>
          <p:spPr>
            <a:xfrm>
              <a:off x="7050024" y="3361944"/>
              <a:ext cx="321945" cy="325120"/>
            </a:xfrm>
            <a:custGeom>
              <a:avLst/>
              <a:gdLst/>
              <a:ahLst/>
              <a:cxnLst/>
              <a:rect l="l" t="t" r="r" b="b"/>
              <a:pathLst>
                <a:path w="321945" h="325120">
                  <a:moveTo>
                    <a:pt x="272422" y="314197"/>
                  </a:moveTo>
                  <a:lnTo>
                    <a:pt x="190626" y="314197"/>
                  </a:lnTo>
                  <a:lnTo>
                    <a:pt x="200354" y="318664"/>
                  </a:lnTo>
                  <a:lnTo>
                    <a:pt x="210629" y="321929"/>
                  </a:lnTo>
                  <a:lnTo>
                    <a:pt x="221380" y="323931"/>
                  </a:lnTo>
                  <a:lnTo>
                    <a:pt x="232536" y="324611"/>
                  </a:lnTo>
                  <a:lnTo>
                    <a:pt x="267235" y="317672"/>
                  </a:lnTo>
                  <a:lnTo>
                    <a:pt x="272422" y="314197"/>
                  </a:lnTo>
                  <a:close/>
                </a:path>
                <a:path w="321945" h="325120">
                  <a:moveTo>
                    <a:pt x="89026" y="0"/>
                  </a:moveTo>
                  <a:lnTo>
                    <a:pt x="54328" y="6939"/>
                  </a:lnTo>
                  <a:lnTo>
                    <a:pt x="26034" y="25892"/>
                  </a:lnTo>
                  <a:lnTo>
                    <a:pt x="6981" y="54060"/>
                  </a:lnTo>
                  <a:lnTo>
                    <a:pt x="0" y="88645"/>
                  </a:lnTo>
                  <a:lnTo>
                    <a:pt x="844" y="100710"/>
                  </a:lnTo>
                  <a:lnTo>
                    <a:pt x="3222" y="112172"/>
                  </a:lnTo>
                  <a:lnTo>
                    <a:pt x="7018" y="123078"/>
                  </a:lnTo>
                  <a:lnTo>
                    <a:pt x="12065" y="133222"/>
                  </a:lnTo>
                  <a:lnTo>
                    <a:pt x="10751" y="140739"/>
                  </a:lnTo>
                  <a:lnTo>
                    <a:pt x="9827" y="148625"/>
                  </a:lnTo>
                  <a:lnTo>
                    <a:pt x="9314" y="156154"/>
                  </a:lnTo>
                  <a:lnTo>
                    <a:pt x="9144" y="163956"/>
                  </a:lnTo>
                  <a:lnTo>
                    <a:pt x="16956" y="212276"/>
                  </a:lnTo>
                  <a:lnTo>
                    <a:pt x="38721" y="254220"/>
                  </a:lnTo>
                  <a:lnTo>
                    <a:pt x="71935" y="287282"/>
                  </a:lnTo>
                  <a:lnTo>
                    <a:pt x="114092" y="308956"/>
                  </a:lnTo>
                  <a:lnTo>
                    <a:pt x="162686" y="316737"/>
                  </a:lnTo>
                  <a:lnTo>
                    <a:pt x="169838" y="316573"/>
                  </a:lnTo>
                  <a:lnTo>
                    <a:pt x="176847" y="316087"/>
                  </a:lnTo>
                  <a:lnTo>
                    <a:pt x="183761" y="315291"/>
                  </a:lnTo>
                  <a:lnTo>
                    <a:pt x="190626" y="314197"/>
                  </a:lnTo>
                  <a:lnTo>
                    <a:pt x="272422" y="314197"/>
                  </a:lnTo>
                  <a:lnTo>
                    <a:pt x="295528" y="298719"/>
                  </a:lnTo>
                  <a:lnTo>
                    <a:pt x="314582" y="270551"/>
                  </a:lnTo>
                  <a:lnTo>
                    <a:pt x="314924" y="268858"/>
                  </a:lnTo>
                  <a:lnTo>
                    <a:pt x="162305" y="268858"/>
                  </a:lnTo>
                  <a:lnTo>
                    <a:pt x="146351" y="268146"/>
                  </a:lnTo>
                  <a:lnTo>
                    <a:pt x="107060" y="257555"/>
                  </a:lnTo>
                  <a:lnTo>
                    <a:pt x="77528" y="228091"/>
                  </a:lnTo>
                  <a:lnTo>
                    <a:pt x="71881" y="207644"/>
                  </a:lnTo>
                  <a:lnTo>
                    <a:pt x="71881" y="201802"/>
                  </a:lnTo>
                  <a:lnTo>
                    <a:pt x="74041" y="197230"/>
                  </a:lnTo>
                  <a:lnTo>
                    <a:pt x="78612" y="193039"/>
                  </a:lnTo>
                  <a:lnTo>
                    <a:pt x="82803" y="189356"/>
                  </a:lnTo>
                  <a:lnTo>
                    <a:pt x="88265" y="187325"/>
                  </a:lnTo>
                  <a:lnTo>
                    <a:pt x="190080" y="187325"/>
                  </a:lnTo>
                  <a:lnTo>
                    <a:pt x="187705" y="186054"/>
                  </a:lnTo>
                  <a:lnTo>
                    <a:pt x="152653" y="176910"/>
                  </a:lnTo>
                  <a:lnTo>
                    <a:pt x="141204" y="174222"/>
                  </a:lnTo>
                  <a:lnTo>
                    <a:pt x="104733" y="161081"/>
                  </a:lnTo>
                  <a:lnTo>
                    <a:pt x="78612" y="132064"/>
                  </a:lnTo>
                  <a:lnTo>
                    <a:pt x="76107" y="115783"/>
                  </a:lnTo>
                  <a:lnTo>
                    <a:pt x="76208" y="113664"/>
                  </a:lnTo>
                  <a:lnTo>
                    <a:pt x="92495" y="77825"/>
                  </a:lnTo>
                  <a:lnTo>
                    <a:pt x="126537" y="60606"/>
                  </a:lnTo>
                  <a:lnTo>
                    <a:pt x="161417" y="56641"/>
                  </a:lnTo>
                  <a:lnTo>
                    <a:pt x="269138" y="56641"/>
                  </a:lnTo>
                  <a:lnTo>
                    <a:pt x="253173" y="40741"/>
                  </a:lnTo>
                  <a:lnTo>
                    <a:pt x="211072" y="18994"/>
                  </a:lnTo>
                  <a:lnTo>
                    <a:pt x="178406" y="13715"/>
                  </a:lnTo>
                  <a:lnTo>
                    <a:pt x="136271" y="13715"/>
                  </a:lnTo>
                  <a:lnTo>
                    <a:pt x="125513" y="7875"/>
                  </a:lnTo>
                  <a:lnTo>
                    <a:pt x="113934" y="3571"/>
                  </a:lnTo>
                  <a:lnTo>
                    <a:pt x="101713" y="910"/>
                  </a:lnTo>
                  <a:lnTo>
                    <a:pt x="89026" y="0"/>
                  </a:lnTo>
                  <a:close/>
                </a:path>
                <a:path w="321945" h="325120">
                  <a:moveTo>
                    <a:pt x="158496" y="90296"/>
                  </a:moveTo>
                  <a:lnTo>
                    <a:pt x="122554" y="105663"/>
                  </a:lnTo>
                  <a:lnTo>
                    <a:pt x="122554" y="114807"/>
                  </a:lnTo>
                  <a:lnTo>
                    <a:pt x="123317" y="117728"/>
                  </a:lnTo>
                  <a:lnTo>
                    <a:pt x="125475" y="120268"/>
                  </a:lnTo>
                  <a:lnTo>
                    <a:pt x="127507" y="122808"/>
                  </a:lnTo>
                  <a:lnTo>
                    <a:pt x="168148" y="136905"/>
                  </a:lnTo>
                  <a:lnTo>
                    <a:pt x="177266" y="139102"/>
                  </a:lnTo>
                  <a:lnTo>
                    <a:pt x="216423" y="151415"/>
                  </a:lnTo>
                  <a:lnTo>
                    <a:pt x="245872" y="176021"/>
                  </a:lnTo>
                  <a:lnTo>
                    <a:pt x="252095" y="203072"/>
                  </a:lnTo>
                  <a:lnTo>
                    <a:pt x="251389" y="212276"/>
                  </a:lnTo>
                  <a:lnTo>
                    <a:pt x="228139" y="250570"/>
                  </a:lnTo>
                  <a:lnTo>
                    <a:pt x="187975" y="266858"/>
                  </a:lnTo>
                  <a:lnTo>
                    <a:pt x="162305" y="268858"/>
                  </a:lnTo>
                  <a:lnTo>
                    <a:pt x="314924" y="268858"/>
                  </a:lnTo>
                  <a:lnTo>
                    <a:pt x="321564" y="235965"/>
                  </a:lnTo>
                  <a:lnTo>
                    <a:pt x="320956" y="225710"/>
                  </a:lnTo>
                  <a:lnTo>
                    <a:pt x="319182" y="215645"/>
                  </a:lnTo>
                  <a:lnTo>
                    <a:pt x="316313" y="205962"/>
                  </a:lnTo>
                  <a:lnTo>
                    <a:pt x="312420" y="196850"/>
                  </a:lnTo>
                  <a:lnTo>
                    <a:pt x="314013" y="188906"/>
                  </a:lnTo>
                  <a:lnTo>
                    <a:pt x="315182" y="180546"/>
                  </a:lnTo>
                  <a:lnTo>
                    <a:pt x="315866" y="172400"/>
                  </a:lnTo>
                  <a:lnTo>
                    <a:pt x="316102" y="163956"/>
                  </a:lnTo>
                  <a:lnTo>
                    <a:pt x="310475" y="129412"/>
                  </a:lnTo>
                  <a:lnTo>
                    <a:pt x="214502" y="129412"/>
                  </a:lnTo>
                  <a:lnTo>
                    <a:pt x="210311" y="127761"/>
                  </a:lnTo>
                  <a:lnTo>
                    <a:pt x="194055" y="105663"/>
                  </a:lnTo>
                  <a:lnTo>
                    <a:pt x="189483" y="100329"/>
                  </a:lnTo>
                  <a:lnTo>
                    <a:pt x="184023" y="96138"/>
                  </a:lnTo>
                  <a:lnTo>
                    <a:pt x="179534" y="93458"/>
                  </a:lnTo>
                  <a:lnTo>
                    <a:pt x="173735" y="91646"/>
                  </a:lnTo>
                  <a:lnTo>
                    <a:pt x="166699" y="90620"/>
                  </a:lnTo>
                  <a:lnTo>
                    <a:pt x="158496" y="90296"/>
                  </a:lnTo>
                  <a:close/>
                </a:path>
                <a:path w="321945" h="325120">
                  <a:moveTo>
                    <a:pt x="190080" y="187325"/>
                  </a:moveTo>
                  <a:lnTo>
                    <a:pt x="99949" y="187325"/>
                  </a:lnTo>
                  <a:lnTo>
                    <a:pt x="104140" y="188975"/>
                  </a:lnTo>
                  <a:lnTo>
                    <a:pt x="107823" y="191896"/>
                  </a:lnTo>
                  <a:lnTo>
                    <a:pt x="111632" y="194817"/>
                  </a:lnTo>
                  <a:lnTo>
                    <a:pt x="114553" y="199389"/>
                  </a:lnTo>
                  <a:lnTo>
                    <a:pt x="117094" y="205231"/>
                  </a:lnTo>
                  <a:lnTo>
                    <a:pt x="119633" y="211454"/>
                  </a:lnTo>
                  <a:lnTo>
                    <a:pt x="122554" y="216407"/>
                  </a:lnTo>
                  <a:lnTo>
                    <a:pt x="125856" y="220598"/>
                  </a:lnTo>
                  <a:lnTo>
                    <a:pt x="128777" y="224789"/>
                  </a:lnTo>
                  <a:lnTo>
                    <a:pt x="132969" y="228091"/>
                  </a:lnTo>
                  <a:lnTo>
                    <a:pt x="138810" y="230504"/>
                  </a:lnTo>
                  <a:lnTo>
                    <a:pt x="144272" y="233044"/>
                  </a:lnTo>
                  <a:lnTo>
                    <a:pt x="151765" y="234314"/>
                  </a:lnTo>
                  <a:lnTo>
                    <a:pt x="161035" y="234314"/>
                  </a:lnTo>
                  <a:lnTo>
                    <a:pt x="170001" y="233834"/>
                  </a:lnTo>
                  <a:lnTo>
                    <a:pt x="203200" y="215137"/>
                  </a:lnTo>
                  <a:lnTo>
                    <a:pt x="203200" y="201421"/>
                  </a:lnTo>
                  <a:lnTo>
                    <a:pt x="201168" y="196468"/>
                  </a:lnTo>
                  <a:lnTo>
                    <a:pt x="197357" y="192658"/>
                  </a:lnTo>
                  <a:lnTo>
                    <a:pt x="193167" y="188975"/>
                  </a:lnTo>
                  <a:lnTo>
                    <a:pt x="190080" y="187325"/>
                  </a:lnTo>
                  <a:close/>
                </a:path>
                <a:path w="321945" h="325120">
                  <a:moveTo>
                    <a:pt x="269138" y="56641"/>
                  </a:moveTo>
                  <a:lnTo>
                    <a:pt x="161417" y="56641"/>
                  </a:lnTo>
                  <a:lnTo>
                    <a:pt x="171461" y="56945"/>
                  </a:lnTo>
                  <a:lnTo>
                    <a:pt x="180816" y="57832"/>
                  </a:lnTo>
                  <a:lnTo>
                    <a:pt x="217146" y="70250"/>
                  </a:lnTo>
                  <a:lnTo>
                    <a:pt x="237491" y="90679"/>
                  </a:lnTo>
                  <a:lnTo>
                    <a:pt x="240919" y="96519"/>
                  </a:lnTo>
                  <a:lnTo>
                    <a:pt x="242570" y="102361"/>
                  </a:lnTo>
                  <a:lnTo>
                    <a:pt x="242570" y="113664"/>
                  </a:lnTo>
                  <a:lnTo>
                    <a:pt x="240410" y="118236"/>
                  </a:lnTo>
                  <a:lnTo>
                    <a:pt x="236220" y="122808"/>
                  </a:lnTo>
                  <a:lnTo>
                    <a:pt x="232028" y="126872"/>
                  </a:lnTo>
                  <a:lnTo>
                    <a:pt x="226695" y="129412"/>
                  </a:lnTo>
                  <a:lnTo>
                    <a:pt x="310475" y="129412"/>
                  </a:lnTo>
                  <a:lnTo>
                    <a:pt x="308255" y="115783"/>
                  </a:lnTo>
                  <a:lnTo>
                    <a:pt x="286423" y="73858"/>
                  </a:lnTo>
                  <a:lnTo>
                    <a:pt x="269138" y="56641"/>
                  </a:lnTo>
                  <a:close/>
                </a:path>
                <a:path w="321945" h="325120">
                  <a:moveTo>
                    <a:pt x="162686" y="11175"/>
                  </a:moveTo>
                  <a:lnTo>
                    <a:pt x="155827" y="11340"/>
                  </a:lnTo>
                  <a:lnTo>
                    <a:pt x="149145" y="11826"/>
                  </a:lnTo>
                  <a:lnTo>
                    <a:pt x="142630" y="12622"/>
                  </a:lnTo>
                  <a:lnTo>
                    <a:pt x="136271" y="13715"/>
                  </a:lnTo>
                  <a:lnTo>
                    <a:pt x="178406" y="13715"/>
                  </a:lnTo>
                  <a:lnTo>
                    <a:pt x="162686" y="11175"/>
                  </a:lnTo>
                  <a:close/>
                </a:path>
              </a:pathLst>
            </a:custGeom>
            <a:solidFill>
              <a:srgbClr val="FFFFFF"/>
            </a:solidFill>
          </p:spPr>
          <p:txBody>
            <a:bodyPr wrap="square" lIns="0" tIns="0" rIns="0" bIns="0" rtlCol="0"/>
            <a:lstStyle/>
            <a:p>
              <a:endParaRPr/>
            </a:p>
          </p:txBody>
        </p:sp>
        <p:sp>
          <p:nvSpPr>
            <p:cNvPr id="78" name="object 78"/>
            <p:cNvSpPr/>
            <p:nvPr/>
          </p:nvSpPr>
          <p:spPr>
            <a:xfrm>
              <a:off x="7717536" y="4661916"/>
              <a:ext cx="457200" cy="457200"/>
            </a:xfrm>
            <a:prstGeom prst="rect">
              <a:avLst/>
            </a:prstGeom>
            <a:blipFill>
              <a:blip r:embed="rId41" cstate="print"/>
              <a:stretch>
                <a:fillRect/>
              </a:stretch>
            </a:blipFill>
          </p:spPr>
          <p:txBody>
            <a:bodyPr wrap="square" lIns="0" tIns="0" rIns="0" bIns="0" rtlCol="0"/>
            <a:lstStyle/>
            <a:p>
              <a:endParaRPr/>
            </a:p>
          </p:txBody>
        </p:sp>
        <p:sp>
          <p:nvSpPr>
            <p:cNvPr id="79" name="object 79"/>
            <p:cNvSpPr/>
            <p:nvPr/>
          </p:nvSpPr>
          <p:spPr>
            <a:xfrm>
              <a:off x="6246876" y="3979164"/>
              <a:ext cx="457200" cy="457200"/>
            </a:xfrm>
            <a:prstGeom prst="rect">
              <a:avLst/>
            </a:prstGeom>
            <a:blipFill>
              <a:blip r:embed="rId42" cstate="print"/>
              <a:stretch>
                <a:fillRect/>
              </a:stretch>
            </a:blipFill>
          </p:spPr>
          <p:txBody>
            <a:bodyPr wrap="square" lIns="0" tIns="0" rIns="0" bIns="0" rtlCol="0"/>
            <a:lstStyle/>
            <a:p>
              <a:endParaRPr/>
            </a:p>
          </p:txBody>
        </p:sp>
        <p:sp>
          <p:nvSpPr>
            <p:cNvPr id="80" name="object 80"/>
            <p:cNvSpPr/>
            <p:nvPr/>
          </p:nvSpPr>
          <p:spPr>
            <a:xfrm>
              <a:off x="7717536" y="2612136"/>
              <a:ext cx="457200" cy="457200"/>
            </a:xfrm>
            <a:prstGeom prst="rect">
              <a:avLst/>
            </a:prstGeom>
            <a:blipFill>
              <a:blip r:embed="rId43" cstate="print"/>
              <a:stretch>
                <a:fillRect/>
              </a:stretch>
            </a:blipFill>
          </p:spPr>
          <p:txBody>
            <a:bodyPr wrap="square" lIns="0" tIns="0" rIns="0" bIns="0" rtlCol="0"/>
            <a:lstStyle/>
            <a:p>
              <a:endParaRPr/>
            </a:p>
          </p:txBody>
        </p:sp>
        <p:sp>
          <p:nvSpPr>
            <p:cNvPr id="81" name="object 81"/>
            <p:cNvSpPr/>
            <p:nvPr/>
          </p:nvSpPr>
          <p:spPr>
            <a:xfrm>
              <a:off x="7725156" y="3296412"/>
              <a:ext cx="457200" cy="457200"/>
            </a:xfrm>
            <a:prstGeom prst="rect">
              <a:avLst/>
            </a:prstGeom>
            <a:blipFill>
              <a:blip r:embed="rId44" cstate="print"/>
              <a:stretch>
                <a:fillRect/>
              </a:stretch>
            </a:blipFill>
          </p:spPr>
          <p:txBody>
            <a:bodyPr wrap="square" lIns="0" tIns="0" rIns="0" bIns="0" rtlCol="0"/>
            <a:lstStyle/>
            <a:p>
              <a:endParaRPr/>
            </a:p>
          </p:txBody>
        </p:sp>
        <p:sp>
          <p:nvSpPr>
            <p:cNvPr id="82" name="object 82"/>
            <p:cNvSpPr/>
            <p:nvPr/>
          </p:nvSpPr>
          <p:spPr>
            <a:xfrm>
              <a:off x="7776972" y="3358896"/>
              <a:ext cx="338455" cy="332740"/>
            </a:xfrm>
            <a:custGeom>
              <a:avLst/>
              <a:gdLst/>
              <a:ahLst/>
              <a:cxnLst/>
              <a:rect l="l" t="t" r="r" b="b"/>
              <a:pathLst>
                <a:path w="338454" h="332739">
                  <a:moveTo>
                    <a:pt x="197611" y="0"/>
                  </a:moveTo>
                  <a:lnTo>
                    <a:pt x="0" y="34036"/>
                  </a:lnTo>
                  <a:lnTo>
                    <a:pt x="0" y="298195"/>
                  </a:lnTo>
                  <a:lnTo>
                    <a:pt x="197611" y="332231"/>
                  </a:lnTo>
                  <a:lnTo>
                    <a:pt x="197611" y="230250"/>
                  </a:lnTo>
                  <a:lnTo>
                    <a:pt x="87375" y="230250"/>
                  </a:lnTo>
                  <a:lnTo>
                    <a:pt x="64643" y="229362"/>
                  </a:lnTo>
                  <a:lnTo>
                    <a:pt x="64643" y="101980"/>
                  </a:lnTo>
                  <a:lnTo>
                    <a:pt x="101726" y="100075"/>
                  </a:lnTo>
                  <a:lnTo>
                    <a:pt x="108330" y="99059"/>
                  </a:lnTo>
                  <a:lnTo>
                    <a:pt x="197611" y="99059"/>
                  </a:lnTo>
                  <a:lnTo>
                    <a:pt x="197611" y="0"/>
                  </a:lnTo>
                  <a:close/>
                </a:path>
                <a:path w="338454" h="332739">
                  <a:moveTo>
                    <a:pt x="197611" y="99059"/>
                  </a:moveTo>
                  <a:lnTo>
                    <a:pt x="108330" y="99059"/>
                  </a:lnTo>
                  <a:lnTo>
                    <a:pt x="114934" y="100075"/>
                  </a:lnTo>
                  <a:lnTo>
                    <a:pt x="119760" y="100964"/>
                  </a:lnTo>
                  <a:lnTo>
                    <a:pt x="125475" y="102869"/>
                  </a:lnTo>
                  <a:lnTo>
                    <a:pt x="130175" y="104775"/>
                  </a:lnTo>
                  <a:lnTo>
                    <a:pt x="133984" y="108584"/>
                  </a:lnTo>
                  <a:lnTo>
                    <a:pt x="137795" y="112267"/>
                  </a:lnTo>
                  <a:lnTo>
                    <a:pt x="140716" y="116077"/>
                  </a:lnTo>
                  <a:lnTo>
                    <a:pt x="142494" y="121792"/>
                  </a:lnTo>
                  <a:lnTo>
                    <a:pt x="144399" y="127380"/>
                  </a:lnTo>
                  <a:lnTo>
                    <a:pt x="145414" y="133984"/>
                  </a:lnTo>
                  <a:lnTo>
                    <a:pt x="145414" y="144399"/>
                  </a:lnTo>
                  <a:lnTo>
                    <a:pt x="144399" y="147192"/>
                  </a:lnTo>
                  <a:lnTo>
                    <a:pt x="144399" y="150113"/>
                  </a:lnTo>
                  <a:lnTo>
                    <a:pt x="143509" y="153796"/>
                  </a:lnTo>
                  <a:lnTo>
                    <a:pt x="142494" y="156717"/>
                  </a:lnTo>
                  <a:lnTo>
                    <a:pt x="140716" y="162305"/>
                  </a:lnTo>
                  <a:lnTo>
                    <a:pt x="139700" y="164211"/>
                  </a:lnTo>
                  <a:lnTo>
                    <a:pt x="137795" y="167004"/>
                  </a:lnTo>
                  <a:lnTo>
                    <a:pt x="136905" y="168909"/>
                  </a:lnTo>
                  <a:lnTo>
                    <a:pt x="135000" y="171830"/>
                  </a:lnTo>
                  <a:lnTo>
                    <a:pt x="133096" y="173608"/>
                  </a:lnTo>
                  <a:lnTo>
                    <a:pt x="130175" y="175513"/>
                  </a:lnTo>
                  <a:lnTo>
                    <a:pt x="128270" y="177418"/>
                  </a:lnTo>
                  <a:lnTo>
                    <a:pt x="125475" y="179324"/>
                  </a:lnTo>
                  <a:lnTo>
                    <a:pt x="123571" y="181228"/>
                  </a:lnTo>
                  <a:lnTo>
                    <a:pt x="120650" y="182117"/>
                  </a:lnTo>
                  <a:lnTo>
                    <a:pt x="117855" y="183133"/>
                  </a:lnTo>
                  <a:lnTo>
                    <a:pt x="114934" y="184023"/>
                  </a:lnTo>
                  <a:lnTo>
                    <a:pt x="112141" y="185038"/>
                  </a:lnTo>
                  <a:lnTo>
                    <a:pt x="109347" y="185927"/>
                  </a:lnTo>
                  <a:lnTo>
                    <a:pt x="87375" y="185927"/>
                  </a:lnTo>
                  <a:lnTo>
                    <a:pt x="87375" y="230250"/>
                  </a:lnTo>
                  <a:lnTo>
                    <a:pt x="197611" y="230250"/>
                  </a:lnTo>
                  <a:lnTo>
                    <a:pt x="197611" y="99059"/>
                  </a:lnTo>
                  <a:close/>
                </a:path>
                <a:path w="338454" h="332739">
                  <a:moveTo>
                    <a:pt x="103631" y="122681"/>
                  </a:moveTo>
                  <a:lnTo>
                    <a:pt x="96900" y="122681"/>
                  </a:lnTo>
                  <a:lnTo>
                    <a:pt x="87375" y="123698"/>
                  </a:lnTo>
                  <a:lnTo>
                    <a:pt x="87375" y="161416"/>
                  </a:lnTo>
                  <a:lnTo>
                    <a:pt x="89280" y="163321"/>
                  </a:lnTo>
                  <a:lnTo>
                    <a:pt x="103631" y="163321"/>
                  </a:lnTo>
                  <a:lnTo>
                    <a:pt x="105536" y="162305"/>
                  </a:lnTo>
                  <a:lnTo>
                    <a:pt x="108330" y="161416"/>
                  </a:lnTo>
                  <a:lnTo>
                    <a:pt x="116839" y="149098"/>
                  </a:lnTo>
                  <a:lnTo>
                    <a:pt x="116839" y="135889"/>
                  </a:lnTo>
                  <a:lnTo>
                    <a:pt x="115950" y="133984"/>
                  </a:lnTo>
                  <a:lnTo>
                    <a:pt x="114934" y="131190"/>
                  </a:lnTo>
                  <a:lnTo>
                    <a:pt x="114046" y="129286"/>
                  </a:lnTo>
                  <a:lnTo>
                    <a:pt x="110235" y="125475"/>
                  </a:lnTo>
                  <a:lnTo>
                    <a:pt x="108330" y="124587"/>
                  </a:lnTo>
                  <a:lnTo>
                    <a:pt x="105536" y="123698"/>
                  </a:lnTo>
                  <a:lnTo>
                    <a:pt x="103631" y="122681"/>
                  </a:lnTo>
                  <a:close/>
                </a:path>
                <a:path w="338454" h="332739">
                  <a:moveTo>
                    <a:pt x="205231" y="168909"/>
                  </a:moveTo>
                  <a:lnTo>
                    <a:pt x="205231" y="200151"/>
                  </a:lnTo>
                  <a:lnTo>
                    <a:pt x="304164" y="200151"/>
                  </a:lnTo>
                  <a:lnTo>
                    <a:pt x="304164" y="215137"/>
                  </a:lnTo>
                  <a:lnTo>
                    <a:pt x="205231" y="215137"/>
                  </a:lnTo>
                  <a:lnTo>
                    <a:pt x="205231" y="234061"/>
                  </a:lnTo>
                  <a:lnTo>
                    <a:pt x="304164" y="234061"/>
                  </a:lnTo>
                  <a:lnTo>
                    <a:pt x="304164" y="249173"/>
                  </a:lnTo>
                  <a:lnTo>
                    <a:pt x="205231" y="249173"/>
                  </a:lnTo>
                  <a:lnTo>
                    <a:pt x="205231" y="283209"/>
                  </a:lnTo>
                  <a:lnTo>
                    <a:pt x="335533" y="283209"/>
                  </a:lnTo>
                  <a:lnTo>
                    <a:pt x="338327" y="280288"/>
                  </a:lnTo>
                  <a:lnTo>
                    <a:pt x="338327" y="177418"/>
                  </a:lnTo>
                  <a:lnTo>
                    <a:pt x="231901" y="177418"/>
                  </a:lnTo>
                  <a:lnTo>
                    <a:pt x="224788" y="176893"/>
                  </a:lnTo>
                  <a:lnTo>
                    <a:pt x="217852" y="175307"/>
                  </a:lnTo>
                  <a:lnTo>
                    <a:pt x="211274" y="172650"/>
                  </a:lnTo>
                  <a:lnTo>
                    <a:pt x="205231" y="168909"/>
                  </a:lnTo>
                  <a:close/>
                </a:path>
                <a:path w="338454" h="332739">
                  <a:moveTo>
                    <a:pt x="239522" y="86867"/>
                  </a:moveTo>
                  <a:lnTo>
                    <a:pt x="231901" y="86867"/>
                  </a:lnTo>
                  <a:lnTo>
                    <a:pt x="231901" y="132079"/>
                  </a:lnTo>
                  <a:lnTo>
                    <a:pt x="277495" y="132079"/>
                  </a:lnTo>
                  <a:lnTo>
                    <a:pt x="273978" y="149933"/>
                  </a:lnTo>
                  <a:lnTo>
                    <a:pt x="264318" y="164322"/>
                  </a:lnTo>
                  <a:lnTo>
                    <a:pt x="249848" y="173924"/>
                  </a:lnTo>
                  <a:lnTo>
                    <a:pt x="231901" y="177418"/>
                  </a:lnTo>
                  <a:lnTo>
                    <a:pt x="338327" y="177418"/>
                  </a:lnTo>
                  <a:lnTo>
                    <a:pt x="338327" y="124587"/>
                  </a:lnTo>
                  <a:lnTo>
                    <a:pt x="239522" y="124587"/>
                  </a:lnTo>
                  <a:lnTo>
                    <a:pt x="239522" y="86867"/>
                  </a:lnTo>
                  <a:close/>
                </a:path>
                <a:path w="338454" h="332739">
                  <a:moveTo>
                    <a:pt x="338327" y="79248"/>
                  </a:moveTo>
                  <a:lnTo>
                    <a:pt x="239522" y="79248"/>
                  </a:lnTo>
                  <a:lnTo>
                    <a:pt x="257468" y="82742"/>
                  </a:lnTo>
                  <a:lnTo>
                    <a:pt x="271938" y="92344"/>
                  </a:lnTo>
                  <a:lnTo>
                    <a:pt x="281598" y="106733"/>
                  </a:lnTo>
                  <a:lnTo>
                    <a:pt x="285114" y="124587"/>
                  </a:lnTo>
                  <a:lnTo>
                    <a:pt x="338327" y="124587"/>
                  </a:lnTo>
                  <a:lnTo>
                    <a:pt x="338327" y="79248"/>
                  </a:lnTo>
                  <a:close/>
                </a:path>
                <a:path w="338454" h="332739">
                  <a:moveTo>
                    <a:pt x="335533" y="49021"/>
                  </a:moveTo>
                  <a:lnTo>
                    <a:pt x="205231" y="49021"/>
                  </a:lnTo>
                  <a:lnTo>
                    <a:pt x="205231" y="95376"/>
                  </a:lnTo>
                  <a:lnTo>
                    <a:pt x="211274" y="91636"/>
                  </a:lnTo>
                  <a:lnTo>
                    <a:pt x="217852" y="88979"/>
                  </a:lnTo>
                  <a:lnTo>
                    <a:pt x="224788" y="87393"/>
                  </a:lnTo>
                  <a:lnTo>
                    <a:pt x="231901" y="86867"/>
                  </a:lnTo>
                  <a:lnTo>
                    <a:pt x="239522" y="86867"/>
                  </a:lnTo>
                  <a:lnTo>
                    <a:pt x="239522" y="79248"/>
                  </a:lnTo>
                  <a:lnTo>
                    <a:pt x="338327" y="79248"/>
                  </a:lnTo>
                  <a:lnTo>
                    <a:pt x="338327" y="51942"/>
                  </a:lnTo>
                  <a:lnTo>
                    <a:pt x="335533" y="49021"/>
                  </a:lnTo>
                  <a:close/>
                </a:path>
              </a:pathLst>
            </a:custGeom>
            <a:solidFill>
              <a:srgbClr val="FFFFFF"/>
            </a:solidFill>
          </p:spPr>
          <p:txBody>
            <a:bodyPr wrap="square" lIns="0" tIns="0" rIns="0" bIns="0" rtlCol="0"/>
            <a:lstStyle/>
            <a:p>
              <a:endParaRPr/>
            </a:p>
          </p:txBody>
        </p:sp>
      </p:grpSp>
      <p:sp>
        <p:nvSpPr>
          <p:cNvPr id="83" name="object 83"/>
          <p:cNvSpPr txBox="1"/>
          <p:nvPr/>
        </p:nvSpPr>
        <p:spPr>
          <a:xfrm>
            <a:off x="9468611" y="5485587"/>
            <a:ext cx="2164080" cy="193675"/>
          </a:xfrm>
          <a:prstGeom prst="rect">
            <a:avLst/>
          </a:prstGeom>
        </p:spPr>
        <p:txBody>
          <a:bodyPr vert="horz" wrap="square" lIns="0" tIns="12700" rIns="0" bIns="0" rtlCol="0">
            <a:spAutoFit/>
          </a:bodyPr>
          <a:lstStyle/>
          <a:p>
            <a:pPr marL="38100">
              <a:lnSpc>
                <a:spcPct val="100000"/>
              </a:lnSpc>
              <a:spcBef>
                <a:spcPts val="100"/>
              </a:spcBef>
            </a:pPr>
            <a:r>
              <a:rPr sz="1100" b="1" spc="40" dirty="0">
                <a:solidFill>
                  <a:srgbClr val="0078D6"/>
                </a:solidFill>
                <a:latin typeface="Arial"/>
                <a:cs typeface="Arial"/>
              </a:rPr>
              <a:t>MDM </a:t>
            </a:r>
            <a:r>
              <a:rPr sz="1100" b="1" spc="-25" dirty="0">
                <a:solidFill>
                  <a:srgbClr val="0078D6"/>
                </a:solidFill>
                <a:latin typeface="Arial"/>
                <a:cs typeface="Arial"/>
              </a:rPr>
              <a:t>(3</a:t>
            </a:r>
            <a:r>
              <a:rPr sz="1050" b="1" spc="-37" baseline="27777" dirty="0">
                <a:solidFill>
                  <a:srgbClr val="0078D6"/>
                </a:solidFill>
                <a:latin typeface="Arial"/>
                <a:cs typeface="Arial"/>
              </a:rPr>
              <a:t>rd </a:t>
            </a:r>
            <a:r>
              <a:rPr sz="1100" b="1" spc="-50" dirty="0">
                <a:solidFill>
                  <a:srgbClr val="0078D6"/>
                </a:solidFill>
                <a:latin typeface="Arial"/>
                <a:cs typeface="Arial"/>
              </a:rPr>
              <a:t>party </a:t>
            </a:r>
            <a:r>
              <a:rPr sz="1100" b="1" spc="-40" dirty="0">
                <a:solidFill>
                  <a:srgbClr val="0078D6"/>
                </a:solidFill>
                <a:latin typeface="Arial"/>
                <a:cs typeface="Arial"/>
              </a:rPr>
              <a:t>or Intune)</a:t>
            </a:r>
            <a:r>
              <a:rPr sz="1100" b="1" spc="-125" dirty="0">
                <a:solidFill>
                  <a:srgbClr val="0078D6"/>
                </a:solidFill>
                <a:latin typeface="Arial"/>
                <a:cs typeface="Arial"/>
              </a:rPr>
              <a:t> </a:t>
            </a:r>
            <a:r>
              <a:rPr sz="1100" b="1" spc="-50" dirty="0">
                <a:solidFill>
                  <a:srgbClr val="0078D6"/>
                </a:solidFill>
                <a:latin typeface="Arial"/>
                <a:cs typeface="Arial"/>
              </a:rPr>
              <a:t>optional</a:t>
            </a:r>
            <a:endParaRPr sz="1100">
              <a:latin typeface="Arial"/>
              <a:cs typeface="Arial"/>
            </a:endParaRPr>
          </a:p>
        </p:txBody>
      </p:sp>
      <p:grpSp>
        <p:nvGrpSpPr>
          <p:cNvPr id="84" name="object 84"/>
          <p:cNvGrpSpPr/>
          <p:nvPr/>
        </p:nvGrpSpPr>
        <p:grpSpPr>
          <a:xfrm>
            <a:off x="9506839" y="5701309"/>
            <a:ext cx="1724660" cy="273685"/>
            <a:chOff x="9506839" y="5701309"/>
            <a:chExt cx="1724660" cy="273685"/>
          </a:xfrm>
        </p:grpSpPr>
        <p:sp>
          <p:nvSpPr>
            <p:cNvPr id="85" name="object 85"/>
            <p:cNvSpPr/>
            <p:nvPr/>
          </p:nvSpPr>
          <p:spPr>
            <a:xfrm>
              <a:off x="9506839" y="5706922"/>
              <a:ext cx="286552" cy="130416"/>
            </a:xfrm>
            <a:prstGeom prst="rect">
              <a:avLst/>
            </a:prstGeom>
            <a:blipFill>
              <a:blip r:embed="rId45" cstate="print"/>
              <a:stretch>
                <a:fillRect/>
              </a:stretch>
            </a:blipFill>
          </p:spPr>
          <p:txBody>
            <a:bodyPr wrap="square" lIns="0" tIns="0" rIns="0" bIns="0" rtlCol="0"/>
            <a:lstStyle/>
            <a:p>
              <a:endParaRPr/>
            </a:p>
          </p:txBody>
        </p:sp>
        <p:sp>
          <p:nvSpPr>
            <p:cNvPr id="86" name="object 86"/>
            <p:cNvSpPr/>
            <p:nvPr/>
          </p:nvSpPr>
          <p:spPr>
            <a:xfrm>
              <a:off x="9506966" y="5868949"/>
              <a:ext cx="1566672" cy="105422"/>
            </a:xfrm>
            <a:prstGeom prst="rect">
              <a:avLst/>
            </a:prstGeom>
            <a:blipFill>
              <a:blip r:embed="rId46" cstate="print"/>
              <a:stretch>
                <a:fillRect/>
              </a:stretch>
            </a:blipFill>
          </p:spPr>
          <p:txBody>
            <a:bodyPr wrap="square" lIns="0" tIns="0" rIns="0" bIns="0" rtlCol="0"/>
            <a:lstStyle/>
            <a:p>
              <a:endParaRPr/>
            </a:p>
          </p:txBody>
        </p:sp>
        <p:sp>
          <p:nvSpPr>
            <p:cNvPr id="87" name="object 87"/>
            <p:cNvSpPr/>
            <p:nvPr/>
          </p:nvSpPr>
          <p:spPr>
            <a:xfrm>
              <a:off x="9809353" y="5701309"/>
              <a:ext cx="1421765" cy="136029"/>
            </a:xfrm>
            <a:prstGeom prst="rect">
              <a:avLst/>
            </a:prstGeom>
            <a:blipFill>
              <a:blip r:embed="rId47" cstate="print"/>
              <a:stretch>
                <a:fillRect/>
              </a:stretch>
            </a:blipFill>
          </p:spPr>
          <p:txBody>
            <a:bodyPr wrap="square" lIns="0" tIns="0" rIns="0" bIns="0" rtlCol="0"/>
            <a:lstStyle/>
            <a:p>
              <a:endParaRPr/>
            </a:p>
          </p:txBody>
        </p:sp>
      </p:grpSp>
      <p:sp>
        <p:nvSpPr>
          <p:cNvPr id="88" name="object 88"/>
          <p:cNvSpPr txBox="1"/>
          <p:nvPr/>
        </p:nvSpPr>
        <p:spPr>
          <a:xfrm>
            <a:off x="6845554" y="2196465"/>
            <a:ext cx="975994"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505050"/>
                </a:solidFill>
                <a:latin typeface="Trebuchet MS"/>
                <a:cs typeface="Trebuchet MS"/>
              </a:rPr>
              <a:t>Managed</a:t>
            </a:r>
            <a:r>
              <a:rPr sz="1200" spc="-95" dirty="0">
                <a:solidFill>
                  <a:srgbClr val="505050"/>
                </a:solidFill>
                <a:latin typeface="Trebuchet MS"/>
                <a:cs typeface="Trebuchet MS"/>
              </a:rPr>
              <a:t> </a:t>
            </a:r>
            <a:r>
              <a:rPr sz="1200" spc="-20" dirty="0">
                <a:solidFill>
                  <a:srgbClr val="505050"/>
                </a:solidFill>
                <a:latin typeface="Trebuchet MS"/>
                <a:cs typeface="Trebuchet MS"/>
              </a:rPr>
              <a:t>apps</a:t>
            </a:r>
            <a:endParaRPr sz="1200">
              <a:latin typeface="Trebuchet MS"/>
              <a:cs typeface="Trebuchet MS"/>
            </a:endParaRPr>
          </a:p>
        </p:txBody>
      </p:sp>
      <p:grpSp>
        <p:nvGrpSpPr>
          <p:cNvPr id="89" name="object 89"/>
          <p:cNvGrpSpPr/>
          <p:nvPr/>
        </p:nvGrpSpPr>
        <p:grpSpPr>
          <a:xfrm>
            <a:off x="10034016" y="4060444"/>
            <a:ext cx="939165" cy="408940"/>
            <a:chOff x="10034016" y="4060444"/>
            <a:chExt cx="939165" cy="408940"/>
          </a:xfrm>
        </p:grpSpPr>
        <p:sp>
          <p:nvSpPr>
            <p:cNvPr id="90" name="object 90"/>
            <p:cNvSpPr/>
            <p:nvPr/>
          </p:nvSpPr>
          <p:spPr>
            <a:xfrm>
              <a:off x="10040366" y="4060444"/>
              <a:ext cx="932306" cy="123317"/>
            </a:xfrm>
            <a:prstGeom prst="rect">
              <a:avLst/>
            </a:prstGeom>
            <a:blipFill>
              <a:blip r:embed="rId48" cstate="print"/>
              <a:stretch>
                <a:fillRect/>
              </a:stretch>
            </a:blipFill>
          </p:spPr>
          <p:txBody>
            <a:bodyPr wrap="square" lIns="0" tIns="0" rIns="0" bIns="0" rtlCol="0"/>
            <a:lstStyle/>
            <a:p>
              <a:endParaRPr/>
            </a:p>
          </p:txBody>
        </p:sp>
        <p:sp>
          <p:nvSpPr>
            <p:cNvPr id="91" name="object 91"/>
            <p:cNvSpPr/>
            <p:nvPr/>
          </p:nvSpPr>
          <p:spPr>
            <a:xfrm>
              <a:off x="10034524" y="4212844"/>
              <a:ext cx="667639" cy="136779"/>
            </a:xfrm>
            <a:prstGeom prst="rect">
              <a:avLst/>
            </a:prstGeom>
            <a:blipFill>
              <a:blip r:embed="rId49" cstate="print"/>
              <a:stretch>
                <a:fillRect/>
              </a:stretch>
            </a:blipFill>
          </p:spPr>
          <p:txBody>
            <a:bodyPr wrap="square" lIns="0" tIns="0" rIns="0" bIns="0" rtlCol="0"/>
            <a:lstStyle/>
            <a:p>
              <a:endParaRPr/>
            </a:p>
          </p:txBody>
        </p:sp>
        <p:sp>
          <p:nvSpPr>
            <p:cNvPr id="92" name="object 92"/>
            <p:cNvSpPr/>
            <p:nvPr/>
          </p:nvSpPr>
          <p:spPr>
            <a:xfrm>
              <a:off x="10034016" y="4363720"/>
              <a:ext cx="624585" cy="105410"/>
            </a:xfrm>
            <a:prstGeom prst="rect">
              <a:avLst/>
            </a:prstGeom>
            <a:blipFill>
              <a:blip r:embed="rId50" cstate="print"/>
              <a:stretch>
                <a:fillRect/>
              </a:stretch>
            </a:blipFill>
          </p:spPr>
          <p:txBody>
            <a:bodyPr wrap="square" lIns="0" tIns="0" rIns="0" bIns="0" rtlCol="0"/>
            <a:lstStyle/>
            <a:p>
              <a:endParaRPr/>
            </a:p>
          </p:txBody>
        </p:sp>
      </p:grpSp>
      <p:grpSp>
        <p:nvGrpSpPr>
          <p:cNvPr id="93" name="object 93"/>
          <p:cNvGrpSpPr/>
          <p:nvPr/>
        </p:nvGrpSpPr>
        <p:grpSpPr>
          <a:xfrm>
            <a:off x="5954267" y="2112264"/>
            <a:ext cx="5512435" cy="2522220"/>
            <a:chOff x="5954267" y="2112264"/>
            <a:chExt cx="5512435" cy="2522220"/>
          </a:xfrm>
        </p:grpSpPr>
        <p:sp>
          <p:nvSpPr>
            <p:cNvPr id="94" name="object 94"/>
            <p:cNvSpPr/>
            <p:nvPr/>
          </p:nvSpPr>
          <p:spPr>
            <a:xfrm>
              <a:off x="5969507" y="2127504"/>
              <a:ext cx="2479675" cy="2407920"/>
            </a:xfrm>
            <a:custGeom>
              <a:avLst/>
              <a:gdLst/>
              <a:ahLst/>
              <a:cxnLst/>
              <a:rect l="l" t="t" r="r" b="b"/>
              <a:pathLst>
                <a:path w="2479675" h="2407920">
                  <a:moveTo>
                    <a:pt x="0" y="2407920"/>
                  </a:moveTo>
                  <a:lnTo>
                    <a:pt x="2479547" y="2407920"/>
                  </a:lnTo>
                  <a:lnTo>
                    <a:pt x="2479547" y="0"/>
                  </a:lnTo>
                  <a:lnTo>
                    <a:pt x="0" y="0"/>
                  </a:lnTo>
                  <a:lnTo>
                    <a:pt x="0" y="2407920"/>
                  </a:lnTo>
                  <a:close/>
                </a:path>
              </a:pathLst>
            </a:custGeom>
            <a:ln w="30480">
              <a:solidFill>
                <a:srgbClr val="001F50"/>
              </a:solidFill>
              <a:prstDash val="dot"/>
            </a:ln>
          </p:spPr>
          <p:txBody>
            <a:bodyPr wrap="square" lIns="0" tIns="0" rIns="0" bIns="0" rtlCol="0"/>
            <a:lstStyle/>
            <a:p>
              <a:endParaRPr/>
            </a:p>
          </p:txBody>
        </p:sp>
        <p:sp>
          <p:nvSpPr>
            <p:cNvPr id="95" name="object 95"/>
            <p:cNvSpPr/>
            <p:nvPr/>
          </p:nvSpPr>
          <p:spPr>
            <a:xfrm>
              <a:off x="8196833" y="4234434"/>
              <a:ext cx="1056005" cy="0"/>
            </a:xfrm>
            <a:custGeom>
              <a:avLst/>
              <a:gdLst/>
              <a:ahLst/>
              <a:cxnLst/>
              <a:rect l="l" t="t" r="r" b="b"/>
              <a:pathLst>
                <a:path w="1056004">
                  <a:moveTo>
                    <a:pt x="0" y="0"/>
                  </a:moveTo>
                  <a:lnTo>
                    <a:pt x="1055497" y="0"/>
                  </a:lnTo>
                </a:path>
              </a:pathLst>
            </a:custGeom>
            <a:ln w="28956">
              <a:solidFill>
                <a:srgbClr val="505050"/>
              </a:solidFill>
              <a:prstDash val="dash"/>
            </a:ln>
          </p:spPr>
          <p:txBody>
            <a:bodyPr wrap="square" lIns="0" tIns="0" rIns="0" bIns="0" rtlCol="0"/>
            <a:lstStyle/>
            <a:p>
              <a:endParaRPr/>
            </a:p>
          </p:txBody>
        </p:sp>
        <p:sp>
          <p:nvSpPr>
            <p:cNvPr id="96" name="object 96"/>
            <p:cNvSpPr/>
            <p:nvPr/>
          </p:nvSpPr>
          <p:spPr>
            <a:xfrm>
              <a:off x="9279239" y="4056459"/>
              <a:ext cx="388286" cy="389477"/>
            </a:xfrm>
            <a:prstGeom prst="rect">
              <a:avLst/>
            </a:prstGeom>
            <a:blipFill>
              <a:blip r:embed="rId51" cstate="print"/>
              <a:stretch>
                <a:fillRect/>
              </a:stretch>
            </a:blipFill>
          </p:spPr>
          <p:txBody>
            <a:bodyPr wrap="square" lIns="0" tIns="0" rIns="0" bIns="0" rtlCol="0"/>
            <a:lstStyle/>
            <a:p>
              <a:endParaRPr/>
            </a:p>
          </p:txBody>
        </p:sp>
        <p:sp>
          <p:nvSpPr>
            <p:cNvPr id="97" name="object 97"/>
            <p:cNvSpPr/>
            <p:nvPr/>
          </p:nvSpPr>
          <p:spPr>
            <a:xfrm>
              <a:off x="9517379" y="4194048"/>
              <a:ext cx="420624" cy="440436"/>
            </a:xfrm>
            <a:prstGeom prst="rect">
              <a:avLst/>
            </a:prstGeom>
            <a:blipFill>
              <a:blip r:embed="rId52" cstate="print"/>
              <a:stretch>
                <a:fillRect/>
              </a:stretch>
            </a:blipFill>
          </p:spPr>
          <p:txBody>
            <a:bodyPr wrap="square" lIns="0" tIns="0" rIns="0" bIns="0" rtlCol="0"/>
            <a:lstStyle/>
            <a:p>
              <a:endParaRPr/>
            </a:p>
          </p:txBody>
        </p:sp>
        <p:sp>
          <p:nvSpPr>
            <p:cNvPr id="98" name="object 98"/>
            <p:cNvSpPr/>
            <p:nvPr/>
          </p:nvSpPr>
          <p:spPr>
            <a:xfrm>
              <a:off x="9542010" y="3934126"/>
              <a:ext cx="361950" cy="370840"/>
            </a:xfrm>
            <a:custGeom>
              <a:avLst/>
              <a:gdLst/>
              <a:ahLst/>
              <a:cxnLst/>
              <a:rect l="l" t="t" r="r" b="b"/>
              <a:pathLst>
                <a:path w="361950" h="370839">
                  <a:moveTo>
                    <a:pt x="323717" y="83772"/>
                  </a:moveTo>
                  <a:lnTo>
                    <a:pt x="123578" y="83772"/>
                  </a:lnTo>
                  <a:lnTo>
                    <a:pt x="107353" y="99345"/>
                  </a:lnTo>
                  <a:lnTo>
                    <a:pt x="65038" y="149809"/>
                  </a:lnTo>
                  <a:lnTo>
                    <a:pt x="34988" y="198599"/>
                  </a:lnTo>
                  <a:lnTo>
                    <a:pt x="13215" y="247332"/>
                  </a:lnTo>
                  <a:lnTo>
                    <a:pt x="1093" y="292245"/>
                  </a:lnTo>
                  <a:lnTo>
                    <a:pt x="0" y="329573"/>
                  </a:lnTo>
                  <a:lnTo>
                    <a:pt x="11310" y="355552"/>
                  </a:lnTo>
                  <a:lnTo>
                    <a:pt x="32574" y="368492"/>
                  </a:lnTo>
                  <a:lnTo>
                    <a:pt x="59982" y="370681"/>
                  </a:lnTo>
                  <a:lnTo>
                    <a:pt x="92391" y="362892"/>
                  </a:lnTo>
                  <a:lnTo>
                    <a:pt x="103144" y="357854"/>
                  </a:lnTo>
                  <a:lnTo>
                    <a:pt x="69031" y="357854"/>
                  </a:lnTo>
                  <a:lnTo>
                    <a:pt x="50485" y="356915"/>
                  </a:lnTo>
                  <a:lnTo>
                    <a:pt x="36583" y="348821"/>
                  </a:lnTo>
                  <a:lnTo>
                    <a:pt x="27298" y="331602"/>
                  </a:lnTo>
                  <a:lnTo>
                    <a:pt x="26121" y="308609"/>
                  </a:lnTo>
                  <a:lnTo>
                    <a:pt x="32493" y="280830"/>
                  </a:lnTo>
                  <a:lnTo>
                    <a:pt x="45854" y="249253"/>
                  </a:lnTo>
                  <a:lnTo>
                    <a:pt x="138566" y="249253"/>
                  </a:lnTo>
                  <a:lnTo>
                    <a:pt x="135710" y="245016"/>
                  </a:lnTo>
                  <a:lnTo>
                    <a:pt x="130055" y="217757"/>
                  </a:lnTo>
                  <a:lnTo>
                    <a:pt x="130055" y="216360"/>
                  </a:lnTo>
                  <a:lnTo>
                    <a:pt x="129293" y="214074"/>
                  </a:lnTo>
                  <a:lnTo>
                    <a:pt x="360306" y="214074"/>
                  </a:lnTo>
                  <a:lnTo>
                    <a:pt x="360306" y="210391"/>
                  </a:lnTo>
                  <a:lnTo>
                    <a:pt x="361068" y="204295"/>
                  </a:lnTo>
                  <a:lnTo>
                    <a:pt x="361605" y="198599"/>
                  </a:lnTo>
                  <a:lnTo>
                    <a:pt x="361703" y="192357"/>
                  </a:lnTo>
                  <a:lnTo>
                    <a:pt x="360500" y="171328"/>
                  </a:lnTo>
                  <a:lnTo>
                    <a:pt x="360113" y="169116"/>
                  </a:lnTo>
                  <a:lnTo>
                    <a:pt x="130055" y="169116"/>
                  </a:lnTo>
                  <a:lnTo>
                    <a:pt x="130055" y="167592"/>
                  </a:lnTo>
                  <a:lnTo>
                    <a:pt x="136744" y="141525"/>
                  </a:lnTo>
                  <a:lnTo>
                    <a:pt x="152899" y="119840"/>
                  </a:lnTo>
                  <a:lnTo>
                    <a:pt x="175792" y="105013"/>
                  </a:lnTo>
                  <a:lnTo>
                    <a:pt x="202699" y="99520"/>
                  </a:lnTo>
                  <a:lnTo>
                    <a:pt x="335121" y="99520"/>
                  </a:lnTo>
                  <a:lnTo>
                    <a:pt x="332334" y="95146"/>
                  </a:lnTo>
                  <a:lnTo>
                    <a:pt x="326143" y="86661"/>
                  </a:lnTo>
                  <a:lnTo>
                    <a:pt x="323717" y="83772"/>
                  </a:lnTo>
                  <a:close/>
                </a:path>
                <a:path w="361950" h="370839">
                  <a:moveTo>
                    <a:pt x="270715" y="345900"/>
                  </a:moveTo>
                  <a:lnTo>
                    <a:pt x="128658" y="345900"/>
                  </a:lnTo>
                  <a:lnTo>
                    <a:pt x="145255" y="352754"/>
                  </a:lnTo>
                  <a:lnTo>
                    <a:pt x="162662" y="357679"/>
                  </a:lnTo>
                  <a:lnTo>
                    <a:pt x="180878" y="360652"/>
                  </a:lnTo>
                  <a:lnTo>
                    <a:pt x="199905" y="361648"/>
                  </a:lnTo>
                  <a:lnTo>
                    <a:pt x="224910" y="359828"/>
                  </a:lnTo>
                  <a:lnTo>
                    <a:pt x="248974" y="354425"/>
                  </a:lnTo>
                  <a:lnTo>
                    <a:pt x="270715" y="345900"/>
                  </a:lnTo>
                  <a:close/>
                </a:path>
                <a:path w="361950" h="370839">
                  <a:moveTo>
                    <a:pt x="138566" y="249253"/>
                  </a:moveTo>
                  <a:lnTo>
                    <a:pt x="45854" y="249253"/>
                  </a:lnTo>
                  <a:lnTo>
                    <a:pt x="55011" y="270855"/>
                  </a:lnTo>
                  <a:lnTo>
                    <a:pt x="79518" y="308439"/>
                  </a:lnTo>
                  <a:lnTo>
                    <a:pt x="111304" y="336381"/>
                  </a:lnTo>
                  <a:lnTo>
                    <a:pt x="117101" y="339931"/>
                  </a:lnTo>
                  <a:lnTo>
                    <a:pt x="91482" y="352053"/>
                  </a:lnTo>
                  <a:lnTo>
                    <a:pt x="69031" y="357854"/>
                  </a:lnTo>
                  <a:lnTo>
                    <a:pt x="103144" y="357854"/>
                  </a:lnTo>
                  <a:lnTo>
                    <a:pt x="128658" y="345900"/>
                  </a:lnTo>
                  <a:lnTo>
                    <a:pt x="270715" y="345900"/>
                  </a:lnTo>
                  <a:lnTo>
                    <a:pt x="271681" y="345521"/>
                  </a:lnTo>
                  <a:lnTo>
                    <a:pt x="274921" y="343614"/>
                  </a:lnTo>
                  <a:lnTo>
                    <a:pt x="122816" y="343614"/>
                  </a:lnTo>
                  <a:lnTo>
                    <a:pt x="122816" y="342852"/>
                  </a:lnTo>
                  <a:lnTo>
                    <a:pt x="276216" y="342852"/>
                  </a:lnTo>
                  <a:lnTo>
                    <a:pt x="292615" y="333200"/>
                  </a:lnTo>
                  <a:lnTo>
                    <a:pt x="312306" y="317232"/>
                  </a:lnTo>
                  <a:lnTo>
                    <a:pt x="329175" y="297846"/>
                  </a:lnTo>
                  <a:lnTo>
                    <a:pt x="334680" y="289004"/>
                  </a:lnTo>
                  <a:lnTo>
                    <a:pt x="200540" y="289004"/>
                  </a:lnTo>
                  <a:lnTo>
                    <a:pt x="173453" y="283247"/>
                  </a:lnTo>
                  <a:lnTo>
                    <a:pt x="151010" y="267715"/>
                  </a:lnTo>
                  <a:lnTo>
                    <a:pt x="138566" y="249253"/>
                  </a:lnTo>
                  <a:close/>
                </a:path>
                <a:path w="361950" h="370839">
                  <a:moveTo>
                    <a:pt x="276216" y="342852"/>
                  </a:moveTo>
                  <a:lnTo>
                    <a:pt x="122816" y="342852"/>
                  </a:lnTo>
                  <a:lnTo>
                    <a:pt x="122816" y="343614"/>
                  </a:lnTo>
                  <a:lnTo>
                    <a:pt x="274921" y="343614"/>
                  </a:lnTo>
                  <a:lnTo>
                    <a:pt x="276216" y="342852"/>
                  </a:lnTo>
                  <a:close/>
                </a:path>
                <a:path w="361950" h="370839">
                  <a:moveTo>
                    <a:pt x="353829" y="250777"/>
                  </a:moveTo>
                  <a:lnTo>
                    <a:pt x="265310" y="250777"/>
                  </a:lnTo>
                  <a:lnTo>
                    <a:pt x="254493" y="266233"/>
                  </a:lnTo>
                  <a:lnTo>
                    <a:pt x="239163" y="278320"/>
                  </a:lnTo>
                  <a:lnTo>
                    <a:pt x="220715" y="286192"/>
                  </a:lnTo>
                  <a:lnTo>
                    <a:pt x="200540" y="289004"/>
                  </a:lnTo>
                  <a:lnTo>
                    <a:pt x="334680" y="289004"/>
                  </a:lnTo>
                  <a:lnTo>
                    <a:pt x="343067" y="275532"/>
                  </a:lnTo>
                  <a:lnTo>
                    <a:pt x="353829" y="250777"/>
                  </a:lnTo>
                  <a:close/>
                </a:path>
                <a:path w="361950" h="370839">
                  <a:moveTo>
                    <a:pt x="335121" y="99520"/>
                  </a:moveTo>
                  <a:lnTo>
                    <a:pt x="202699" y="99520"/>
                  </a:lnTo>
                  <a:lnTo>
                    <a:pt x="228555" y="104798"/>
                  </a:lnTo>
                  <a:lnTo>
                    <a:pt x="249816" y="119268"/>
                  </a:lnTo>
                  <a:lnTo>
                    <a:pt x="264599" y="140882"/>
                  </a:lnTo>
                  <a:lnTo>
                    <a:pt x="271025" y="167592"/>
                  </a:lnTo>
                  <a:lnTo>
                    <a:pt x="271025" y="169116"/>
                  </a:lnTo>
                  <a:lnTo>
                    <a:pt x="360113" y="169116"/>
                  </a:lnTo>
                  <a:lnTo>
                    <a:pt x="356940" y="151002"/>
                  </a:lnTo>
                  <a:lnTo>
                    <a:pt x="351094" y="131510"/>
                  </a:lnTo>
                  <a:lnTo>
                    <a:pt x="343034" y="112982"/>
                  </a:lnTo>
                  <a:lnTo>
                    <a:pt x="346084" y="103965"/>
                  </a:lnTo>
                  <a:lnTo>
                    <a:pt x="337954" y="103965"/>
                  </a:lnTo>
                  <a:lnTo>
                    <a:pt x="335121" y="99520"/>
                  </a:lnTo>
                  <a:close/>
                </a:path>
                <a:path w="361950" h="370839">
                  <a:moveTo>
                    <a:pt x="202064" y="24590"/>
                  </a:moveTo>
                  <a:lnTo>
                    <a:pt x="199905" y="24590"/>
                  </a:lnTo>
                  <a:lnTo>
                    <a:pt x="169923" y="27483"/>
                  </a:lnTo>
                  <a:lnTo>
                    <a:pt x="114340" y="49557"/>
                  </a:lnTo>
                  <a:lnTo>
                    <a:pt x="72970" y="86800"/>
                  </a:lnTo>
                  <a:lnTo>
                    <a:pt x="47193" y="131353"/>
                  </a:lnTo>
                  <a:lnTo>
                    <a:pt x="39377" y="156416"/>
                  </a:lnTo>
                  <a:lnTo>
                    <a:pt x="48358" y="145665"/>
                  </a:lnTo>
                  <a:lnTo>
                    <a:pt x="65126" y="127746"/>
                  </a:lnTo>
                  <a:lnTo>
                    <a:pt x="87561" y="107303"/>
                  </a:lnTo>
                  <a:lnTo>
                    <a:pt x="113545" y="88979"/>
                  </a:lnTo>
                  <a:lnTo>
                    <a:pt x="114180" y="88979"/>
                  </a:lnTo>
                  <a:lnTo>
                    <a:pt x="122816" y="83772"/>
                  </a:lnTo>
                  <a:lnTo>
                    <a:pt x="323717" y="83772"/>
                  </a:lnTo>
                  <a:lnTo>
                    <a:pt x="319380" y="78605"/>
                  </a:lnTo>
                  <a:lnTo>
                    <a:pt x="286360" y="50673"/>
                  </a:lnTo>
                  <a:lnTo>
                    <a:pt x="257436" y="35893"/>
                  </a:lnTo>
                  <a:lnTo>
                    <a:pt x="283623" y="25808"/>
                  </a:lnTo>
                  <a:lnTo>
                    <a:pt x="286180" y="25352"/>
                  </a:lnTo>
                  <a:lnTo>
                    <a:pt x="204858" y="25352"/>
                  </a:lnTo>
                  <a:lnTo>
                    <a:pt x="202064" y="24590"/>
                  </a:lnTo>
                  <a:close/>
                </a:path>
                <a:path w="361950" h="370839">
                  <a:moveTo>
                    <a:pt x="346746" y="21701"/>
                  </a:moveTo>
                  <a:lnTo>
                    <a:pt x="306632" y="21701"/>
                  </a:lnTo>
                  <a:lnTo>
                    <a:pt x="325712" y="23927"/>
                  </a:lnTo>
                  <a:lnTo>
                    <a:pt x="340113" y="32845"/>
                  </a:lnTo>
                  <a:lnTo>
                    <a:pt x="347169" y="45118"/>
                  </a:lnTo>
                  <a:lnTo>
                    <a:pt x="349034" y="61404"/>
                  </a:lnTo>
                  <a:lnTo>
                    <a:pt x="345899" y="81190"/>
                  </a:lnTo>
                  <a:lnTo>
                    <a:pt x="337954" y="103965"/>
                  </a:lnTo>
                  <a:lnTo>
                    <a:pt x="346084" y="103965"/>
                  </a:lnTo>
                  <a:lnTo>
                    <a:pt x="353352" y="82476"/>
                  </a:lnTo>
                  <a:lnTo>
                    <a:pt x="356908" y="55340"/>
                  </a:lnTo>
                  <a:lnTo>
                    <a:pt x="353178" y="32132"/>
                  </a:lnTo>
                  <a:lnTo>
                    <a:pt x="346746" y="21701"/>
                  </a:lnTo>
                  <a:close/>
                </a:path>
                <a:path w="361950" h="370839">
                  <a:moveTo>
                    <a:pt x="287519" y="0"/>
                  </a:moveTo>
                  <a:lnTo>
                    <a:pt x="249179" y="8217"/>
                  </a:lnTo>
                  <a:lnTo>
                    <a:pt x="207017" y="25352"/>
                  </a:lnTo>
                  <a:lnTo>
                    <a:pt x="286180" y="25352"/>
                  </a:lnTo>
                  <a:lnTo>
                    <a:pt x="306632" y="21701"/>
                  </a:lnTo>
                  <a:lnTo>
                    <a:pt x="346746" y="21701"/>
                  </a:lnTo>
                  <a:lnTo>
                    <a:pt x="341637" y="13414"/>
                  </a:lnTo>
                  <a:lnTo>
                    <a:pt x="319263" y="1474"/>
                  </a:lnTo>
                  <a:lnTo>
                    <a:pt x="287519" y="0"/>
                  </a:lnTo>
                  <a:close/>
                </a:path>
              </a:pathLst>
            </a:custGeom>
            <a:solidFill>
              <a:srgbClr val="4EB0FF"/>
            </a:solidFill>
          </p:spPr>
          <p:txBody>
            <a:bodyPr wrap="square" lIns="0" tIns="0" rIns="0" bIns="0" rtlCol="0"/>
            <a:lstStyle/>
            <a:p>
              <a:endParaRPr/>
            </a:p>
          </p:txBody>
        </p:sp>
        <p:sp>
          <p:nvSpPr>
            <p:cNvPr id="99" name="object 99"/>
            <p:cNvSpPr/>
            <p:nvPr/>
          </p:nvSpPr>
          <p:spPr>
            <a:xfrm>
              <a:off x="7865872" y="2368931"/>
              <a:ext cx="1866900" cy="1384935"/>
            </a:xfrm>
            <a:custGeom>
              <a:avLst/>
              <a:gdLst/>
              <a:ahLst/>
              <a:cxnLst/>
              <a:rect l="l" t="t" r="r" b="b"/>
              <a:pathLst>
                <a:path w="1866900" h="1384935">
                  <a:moveTo>
                    <a:pt x="1521713" y="0"/>
                  </a:moveTo>
                  <a:lnTo>
                    <a:pt x="334263" y="272669"/>
                  </a:lnTo>
                  <a:lnTo>
                    <a:pt x="334391" y="393827"/>
                  </a:lnTo>
                  <a:lnTo>
                    <a:pt x="335682" y="405558"/>
                  </a:lnTo>
                  <a:lnTo>
                    <a:pt x="336409" y="429117"/>
                  </a:lnTo>
                  <a:lnTo>
                    <a:pt x="337057" y="440563"/>
                  </a:lnTo>
                  <a:lnTo>
                    <a:pt x="334263" y="477901"/>
                  </a:lnTo>
                  <a:lnTo>
                    <a:pt x="334263" y="649986"/>
                  </a:lnTo>
                  <a:lnTo>
                    <a:pt x="327642" y="682825"/>
                  </a:lnTo>
                  <a:lnTo>
                    <a:pt x="309578" y="709628"/>
                  </a:lnTo>
                  <a:lnTo>
                    <a:pt x="282775" y="727692"/>
                  </a:lnTo>
                  <a:lnTo>
                    <a:pt x="249935" y="734314"/>
                  </a:lnTo>
                  <a:lnTo>
                    <a:pt x="0" y="734314"/>
                  </a:lnTo>
                  <a:lnTo>
                    <a:pt x="1450339" y="1384935"/>
                  </a:lnTo>
                  <a:lnTo>
                    <a:pt x="1866392" y="514350"/>
                  </a:lnTo>
                  <a:lnTo>
                    <a:pt x="1521713" y="0"/>
                  </a:lnTo>
                  <a:close/>
                </a:path>
              </a:pathLst>
            </a:custGeom>
            <a:solidFill>
              <a:srgbClr val="D9D9D9">
                <a:alpha val="70195"/>
              </a:srgbClr>
            </a:solidFill>
          </p:spPr>
          <p:txBody>
            <a:bodyPr wrap="square" lIns="0" tIns="0" rIns="0" bIns="0" rtlCol="0"/>
            <a:lstStyle/>
            <a:p>
              <a:endParaRPr/>
            </a:p>
          </p:txBody>
        </p:sp>
        <p:sp>
          <p:nvSpPr>
            <p:cNvPr id="100" name="object 100"/>
            <p:cNvSpPr/>
            <p:nvPr/>
          </p:nvSpPr>
          <p:spPr>
            <a:xfrm>
              <a:off x="9299447" y="2609088"/>
              <a:ext cx="2167255" cy="570230"/>
            </a:xfrm>
            <a:custGeom>
              <a:avLst/>
              <a:gdLst/>
              <a:ahLst/>
              <a:cxnLst/>
              <a:rect l="l" t="t" r="r" b="b"/>
              <a:pathLst>
                <a:path w="2167254" h="570230">
                  <a:moveTo>
                    <a:pt x="0" y="569976"/>
                  </a:moveTo>
                  <a:lnTo>
                    <a:pt x="2167128" y="569976"/>
                  </a:lnTo>
                  <a:lnTo>
                    <a:pt x="2167128" y="0"/>
                  </a:lnTo>
                  <a:lnTo>
                    <a:pt x="0" y="0"/>
                  </a:lnTo>
                  <a:lnTo>
                    <a:pt x="0" y="569976"/>
                  </a:lnTo>
                  <a:close/>
                </a:path>
              </a:pathLst>
            </a:custGeom>
            <a:solidFill>
              <a:srgbClr val="F1F1F1"/>
            </a:solidFill>
          </p:spPr>
          <p:txBody>
            <a:bodyPr wrap="square" lIns="0" tIns="0" rIns="0" bIns="0" rtlCol="0"/>
            <a:lstStyle/>
            <a:p>
              <a:endParaRPr/>
            </a:p>
          </p:txBody>
        </p:sp>
        <p:sp>
          <p:nvSpPr>
            <p:cNvPr id="101" name="object 101"/>
            <p:cNvSpPr/>
            <p:nvPr/>
          </p:nvSpPr>
          <p:spPr>
            <a:xfrm>
              <a:off x="9299447" y="3179064"/>
              <a:ext cx="2167255" cy="597535"/>
            </a:xfrm>
            <a:custGeom>
              <a:avLst/>
              <a:gdLst/>
              <a:ahLst/>
              <a:cxnLst/>
              <a:rect l="l" t="t" r="r" b="b"/>
              <a:pathLst>
                <a:path w="2167254" h="597535">
                  <a:moveTo>
                    <a:pt x="2167128" y="0"/>
                  </a:moveTo>
                  <a:lnTo>
                    <a:pt x="0" y="0"/>
                  </a:lnTo>
                  <a:lnTo>
                    <a:pt x="0" y="597408"/>
                  </a:lnTo>
                  <a:lnTo>
                    <a:pt x="2167128" y="597408"/>
                  </a:lnTo>
                  <a:lnTo>
                    <a:pt x="2167128" y="0"/>
                  </a:lnTo>
                  <a:close/>
                </a:path>
              </a:pathLst>
            </a:custGeom>
            <a:solidFill>
              <a:srgbClr val="D9D9D9"/>
            </a:solidFill>
          </p:spPr>
          <p:txBody>
            <a:bodyPr wrap="square" lIns="0" tIns="0" rIns="0" bIns="0" rtlCol="0"/>
            <a:lstStyle/>
            <a:p>
              <a:endParaRPr/>
            </a:p>
          </p:txBody>
        </p:sp>
        <p:sp>
          <p:nvSpPr>
            <p:cNvPr id="102" name="object 102"/>
            <p:cNvSpPr/>
            <p:nvPr/>
          </p:nvSpPr>
          <p:spPr>
            <a:xfrm>
              <a:off x="9299447" y="2353056"/>
              <a:ext cx="2167255" cy="256540"/>
            </a:xfrm>
            <a:custGeom>
              <a:avLst/>
              <a:gdLst/>
              <a:ahLst/>
              <a:cxnLst/>
              <a:rect l="l" t="t" r="r" b="b"/>
              <a:pathLst>
                <a:path w="2167254" h="256539">
                  <a:moveTo>
                    <a:pt x="2167128" y="0"/>
                  </a:moveTo>
                  <a:lnTo>
                    <a:pt x="0" y="0"/>
                  </a:lnTo>
                  <a:lnTo>
                    <a:pt x="0" y="256032"/>
                  </a:lnTo>
                  <a:lnTo>
                    <a:pt x="2167128" y="256032"/>
                  </a:lnTo>
                  <a:lnTo>
                    <a:pt x="2167128" y="0"/>
                  </a:lnTo>
                  <a:close/>
                </a:path>
              </a:pathLst>
            </a:custGeom>
            <a:solidFill>
              <a:srgbClr val="0078D6"/>
            </a:solidFill>
          </p:spPr>
          <p:txBody>
            <a:bodyPr wrap="square" lIns="0" tIns="0" rIns="0" bIns="0" rtlCol="0"/>
            <a:lstStyle/>
            <a:p>
              <a:endParaRPr/>
            </a:p>
          </p:txBody>
        </p:sp>
        <p:sp>
          <p:nvSpPr>
            <p:cNvPr id="103" name="object 103"/>
            <p:cNvSpPr/>
            <p:nvPr/>
          </p:nvSpPr>
          <p:spPr>
            <a:xfrm>
              <a:off x="10322052" y="2795016"/>
              <a:ext cx="755903" cy="736091"/>
            </a:xfrm>
            <a:prstGeom prst="rect">
              <a:avLst/>
            </a:prstGeom>
            <a:blipFill>
              <a:blip r:embed="rId53" cstate="print"/>
              <a:stretch>
                <a:fillRect/>
              </a:stretch>
            </a:blipFill>
          </p:spPr>
          <p:txBody>
            <a:bodyPr wrap="square" lIns="0" tIns="0" rIns="0" bIns="0" rtlCol="0"/>
            <a:lstStyle/>
            <a:p>
              <a:endParaRPr/>
            </a:p>
          </p:txBody>
        </p:sp>
      </p:grpSp>
      <p:sp>
        <p:nvSpPr>
          <p:cNvPr id="104" name="object 104"/>
          <p:cNvSpPr txBox="1"/>
          <p:nvPr/>
        </p:nvSpPr>
        <p:spPr>
          <a:xfrm>
            <a:off x="9299447" y="2609088"/>
            <a:ext cx="2167255" cy="570230"/>
          </a:xfrm>
          <a:prstGeom prst="rect">
            <a:avLst/>
          </a:prstGeom>
        </p:spPr>
        <p:txBody>
          <a:bodyPr vert="horz" wrap="square" lIns="0" tIns="146050" rIns="0" bIns="0" rtlCol="0">
            <a:spAutoFit/>
          </a:bodyPr>
          <a:lstStyle/>
          <a:p>
            <a:pPr marL="331470" marR="1362075" indent="-182880">
              <a:lnSpc>
                <a:spcPts val="1300"/>
              </a:lnSpc>
              <a:spcBef>
                <a:spcPts val="1150"/>
              </a:spcBef>
            </a:pPr>
            <a:r>
              <a:rPr sz="1200" spc="-20" dirty="0">
                <a:solidFill>
                  <a:srgbClr val="505050"/>
                </a:solidFill>
                <a:latin typeface="Trebuchet MS"/>
                <a:cs typeface="Trebuchet MS"/>
              </a:rPr>
              <a:t>Corpor</a:t>
            </a:r>
            <a:r>
              <a:rPr sz="1200" spc="-25" dirty="0">
                <a:solidFill>
                  <a:srgbClr val="505050"/>
                </a:solidFill>
                <a:latin typeface="Trebuchet MS"/>
                <a:cs typeface="Trebuchet MS"/>
              </a:rPr>
              <a:t>a</a:t>
            </a:r>
            <a:r>
              <a:rPr sz="1200" spc="-120" dirty="0">
                <a:solidFill>
                  <a:srgbClr val="505050"/>
                </a:solidFill>
                <a:latin typeface="Trebuchet MS"/>
                <a:cs typeface="Trebuchet MS"/>
              </a:rPr>
              <a:t>t</a:t>
            </a:r>
            <a:r>
              <a:rPr sz="1200" spc="-35" dirty="0">
                <a:solidFill>
                  <a:srgbClr val="505050"/>
                </a:solidFill>
                <a:latin typeface="Trebuchet MS"/>
                <a:cs typeface="Trebuchet MS"/>
              </a:rPr>
              <a:t>e  </a:t>
            </a:r>
            <a:r>
              <a:rPr sz="1200" spc="-55" dirty="0">
                <a:solidFill>
                  <a:srgbClr val="505050"/>
                </a:solidFill>
                <a:latin typeface="Trebuchet MS"/>
                <a:cs typeface="Trebuchet MS"/>
              </a:rPr>
              <a:t>data</a:t>
            </a:r>
            <a:endParaRPr sz="1200">
              <a:latin typeface="Trebuchet MS"/>
              <a:cs typeface="Trebuchet MS"/>
            </a:endParaRPr>
          </a:p>
        </p:txBody>
      </p:sp>
      <p:sp>
        <p:nvSpPr>
          <p:cNvPr id="105" name="object 105"/>
          <p:cNvSpPr txBox="1"/>
          <p:nvPr/>
        </p:nvSpPr>
        <p:spPr>
          <a:xfrm>
            <a:off x="9299447" y="3179064"/>
            <a:ext cx="2167255" cy="597535"/>
          </a:xfrm>
          <a:prstGeom prst="rect">
            <a:avLst/>
          </a:prstGeom>
        </p:spPr>
        <p:txBody>
          <a:bodyPr vert="horz" wrap="square" lIns="0" tIns="153035" rIns="0" bIns="0" rtlCol="0">
            <a:spAutoFit/>
          </a:bodyPr>
          <a:lstStyle/>
          <a:p>
            <a:pPr marL="353060" marR="1416685" indent="-152400">
              <a:lnSpc>
                <a:spcPts val="1300"/>
              </a:lnSpc>
              <a:spcBef>
                <a:spcPts val="1205"/>
              </a:spcBef>
            </a:pPr>
            <a:r>
              <a:rPr sz="1200" spc="-25" dirty="0">
                <a:solidFill>
                  <a:srgbClr val="505050"/>
                </a:solidFill>
                <a:latin typeface="Trebuchet MS"/>
                <a:cs typeface="Trebuchet MS"/>
              </a:rPr>
              <a:t>P</a:t>
            </a:r>
            <a:r>
              <a:rPr sz="1200" spc="-60" dirty="0">
                <a:solidFill>
                  <a:srgbClr val="505050"/>
                </a:solidFill>
                <a:latin typeface="Trebuchet MS"/>
                <a:cs typeface="Trebuchet MS"/>
              </a:rPr>
              <a:t>e</a:t>
            </a:r>
            <a:r>
              <a:rPr sz="1200" spc="-25" dirty="0">
                <a:solidFill>
                  <a:srgbClr val="505050"/>
                </a:solidFill>
                <a:latin typeface="Trebuchet MS"/>
                <a:cs typeface="Trebuchet MS"/>
              </a:rPr>
              <a:t>rso</a:t>
            </a:r>
            <a:r>
              <a:rPr sz="1200" spc="-20" dirty="0">
                <a:solidFill>
                  <a:srgbClr val="505050"/>
                </a:solidFill>
                <a:latin typeface="Trebuchet MS"/>
                <a:cs typeface="Trebuchet MS"/>
              </a:rPr>
              <a:t>n</a:t>
            </a:r>
            <a:r>
              <a:rPr sz="1200" spc="-45" dirty="0">
                <a:solidFill>
                  <a:srgbClr val="505050"/>
                </a:solidFill>
                <a:latin typeface="Trebuchet MS"/>
                <a:cs typeface="Trebuchet MS"/>
              </a:rPr>
              <a:t>a</a:t>
            </a:r>
            <a:r>
              <a:rPr sz="1200" spc="-110" dirty="0">
                <a:solidFill>
                  <a:srgbClr val="505050"/>
                </a:solidFill>
                <a:latin typeface="Trebuchet MS"/>
                <a:cs typeface="Trebuchet MS"/>
              </a:rPr>
              <a:t>l  </a:t>
            </a:r>
            <a:r>
              <a:rPr sz="1200" spc="-55" dirty="0">
                <a:solidFill>
                  <a:srgbClr val="505050"/>
                </a:solidFill>
                <a:latin typeface="Trebuchet MS"/>
                <a:cs typeface="Trebuchet MS"/>
              </a:rPr>
              <a:t>data</a:t>
            </a:r>
            <a:endParaRPr sz="1200">
              <a:latin typeface="Trebuchet MS"/>
              <a:cs typeface="Trebuchet MS"/>
            </a:endParaRPr>
          </a:p>
        </p:txBody>
      </p:sp>
      <p:sp>
        <p:nvSpPr>
          <p:cNvPr id="106" name="object 106"/>
          <p:cNvSpPr txBox="1"/>
          <p:nvPr/>
        </p:nvSpPr>
        <p:spPr>
          <a:xfrm>
            <a:off x="9299447" y="2353055"/>
            <a:ext cx="2167255" cy="256540"/>
          </a:xfrm>
          <a:prstGeom prst="rect">
            <a:avLst/>
          </a:prstGeom>
        </p:spPr>
        <p:txBody>
          <a:bodyPr vert="horz" wrap="square" lIns="0" tIns="27305" rIns="0" bIns="0" rtlCol="0">
            <a:spAutoFit/>
          </a:bodyPr>
          <a:lstStyle/>
          <a:p>
            <a:pPr marL="470534">
              <a:lnSpc>
                <a:spcPct val="100000"/>
              </a:lnSpc>
              <a:spcBef>
                <a:spcPts val="215"/>
              </a:spcBef>
            </a:pPr>
            <a:r>
              <a:rPr sz="1200" b="1" spc="-5" dirty="0">
                <a:solidFill>
                  <a:srgbClr val="FFFFFF"/>
                </a:solidFill>
                <a:latin typeface="Arial"/>
                <a:cs typeface="Arial"/>
              </a:rPr>
              <a:t>Multi-identity</a:t>
            </a:r>
            <a:r>
              <a:rPr sz="1200" b="1" spc="25" dirty="0">
                <a:solidFill>
                  <a:srgbClr val="FFFFFF"/>
                </a:solidFill>
                <a:latin typeface="Arial"/>
                <a:cs typeface="Arial"/>
              </a:rPr>
              <a:t> </a:t>
            </a:r>
            <a:r>
              <a:rPr sz="1200" b="1" spc="-40" dirty="0">
                <a:solidFill>
                  <a:srgbClr val="FFFFFF"/>
                </a:solidFill>
                <a:latin typeface="Arial"/>
                <a:cs typeface="Arial"/>
              </a:rPr>
              <a:t>policy</a:t>
            </a:r>
            <a:endParaRPr sz="1200">
              <a:latin typeface="Arial"/>
              <a:cs typeface="Arial"/>
            </a:endParaRPr>
          </a:p>
        </p:txBody>
      </p:sp>
      <p:sp>
        <p:nvSpPr>
          <p:cNvPr id="107" name="object 107"/>
          <p:cNvSpPr txBox="1">
            <a:spLocks noGrp="1"/>
          </p:cNvSpPr>
          <p:nvPr>
            <p:ph type="title"/>
          </p:nvPr>
        </p:nvSpPr>
        <p:spPr>
          <a:xfrm>
            <a:off x="419811" y="1596009"/>
            <a:ext cx="2793365" cy="1496060"/>
          </a:xfrm>
          <a:prstGeom prst="rect">
            <a:avLst/>
          </a:prstGeom>
        </p:spPr>
        <p:txBody>
          <a:bodyPr vert="horz" wrap="square" lIns="0" tIns="61594" rIns="0" bIns="0" rtlCol="0">
            <a:spAutoFit/>
          </a:bodyPr>
          <a:lstStyle/>
          <a:p>
            <a:pPr marL="12700">
              <a:lnSpc>
                <a:spcPct val="100000"/>
              </a:lnSpc>
              <a:spcBef>
                <a:spcPts val="484"/>
              </a:spcBef>
              <a:tabLst>
                <a:tab pos="1585595" algn="l"/>
              </a:tabLst>
            </a:pPr>
            <a:r>
              <a:rPr sz="1800" b="1" spc="-25" dirty="0">
                <a:solidFill>
                  <a:srgbClr val="0078D6"/>
                </a:solidFill>
                <a:latin typeface="Arial"/>
                <a:cs typeface="Arial"/>
              </a:rPr>
              <a:t>Data</a:t>
            </a:r>
            <a:r>
              <a:rPr sz="1800" b="1" spc="-10" dirty="0">
                <a:solidFill>
                  <a:srgbClr val="0078D6"/>
                </a:solidFill>
                <a:latin typeface="Arial"/>
                <a:cs typeface="Arial"/>
              </a:rPr>
              <a:t> </a:t>
            </a:r>
            <a:r>
              <a:rPr sz="1800" b="1" spc="-40" dirty="0">
                <a:solidFill>
                  <a:srgbClr val="0078D6"/>
                </a:solidFill>
                <a:latin typeface="Arial"/>
                <a:cs typeface="Arial"/>
              </a:rPr>
              <a:t>control</a:t>
            </a:r>
            <a:r>
              <a:rPr sz="1800" b="1" spc="-20" dirty="0">
                <a:solidFill>
                  <a:srgbClr val="0078D6"/>
                </a:solidFill>
                <a:latin typeface="Arial"/>
                <a:cs typeface="Arial"/>
              </a:rPr>
              <a:t> </a:t>
            </a:r>
            <a:r>
              <a:rPr sz="1800" b="1" spc="240" dirty="0">
                <a:solidFill>
                  <a:srgbClr val="0078D6"/>
                </a:solidFill>
                <a:latin typeface="Arial"/>
                <a:cs typeface="Arial"/>
              </a:rPr>
              <a:t>/	</a:t>
            </a:r>
            <a:r>
              <a:rPr sz="1800" b="1" spc="-55" dirty="0">
                <a:solidFill>
                  <a:srgbClr val="0078D6"/>
                </a:solidFill>
                <a:latin typeface="Arial"/>
                <a:cs typeface="Arial"/>
              </a:rPr>
              <a:t>separation</a:t>
            </a:r>
            <a:endParaRPr sz="1800">
              <a:latin typeface="Arial"/>
              <a:cs typeface="Arial"/>
            </a:endParaRPr>
          </a:p>
          <a:p>
            <a:pPr marL="12700" marR="5080">
              <a:lnSpc>
                <a:spcPct val="100000"/>
              </a:lnSpc>
              <a:spcBef>
                <a:spcPts val="390"/>
              </a:spcBef>
            </a:pPr>
            <a:r>
              <a:rPr sz="1800" spc="-190" dirty="0"/>
              <a:t>Control </a:t>
            </a:r>
            <a:r>
              <a:rPr sz="1800" spc="-235" dirty="0"/>
              <a:t>company </a:t>
            </a:r>
            <a:r>
              <a:rPr sz="1800" spc="-229" dirty="0"/>
              <a:t>data </a:t>
            </a:r>
            <a:r>
              <a:rPr sz="1800" spc="-210" dirty="0"/>
              <a:t>after  </a:t>
            </a:r>
            <a:r>
              <a:rPr sz="1800" spc="-180" dirty="0"/>
              <a:t>it </a:t>
            </a:r>
            <a:r>
              <a:rPr sz="1800" spc="-275" dirty="0"/>
              <a:t>has </a:t>
            </a:r>
            <a:r>
              <a:rPr sz="1800" spc="-220" dirty="0"/>
              <a:t>been </a:t>
            </a:r>
            <a:r>
              <a:rPr sz="1800" spc="-290" dirty="0"/>
              <a:t>accessed, </a:t>
            </a:r>
            <a:r>
              <a:rPr sz="1800" spc="-204" dirty="0"/>
              <a:t>and  </a:t>
            </a:r>
            <a:r>
              <a:rPr sz="1800" spc="-250" dirty="0"/>
              <a:t>separate </a:t>
            </a:r>
            <a:r>
              <a:rPr sz="1800" spc="-180" dirty="0"/>
              <a:t>it </a:t>
            </a:r>
            <a:r>
              <a:rPr sz="1800" spc="-190" dirty="0"/>
              <a:t>from </a:t>
            </a:r>
            <a:r>
              <a:rPr sz="1800" spc="-215" dirty="0"/>
              <a:t>personal  </a:t>
            </a:r>
            <a:r>
              <a:rPr sz="1800" spc="-225" dirty="0"/>
              <a:t>data.</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83110" cy="1303020"/>
          </a:xfrm>
          <a:custGeom>
            <a:avLst/>
            <a:gdLst/>
            <a:ahLst/>
            <a:cxnLst/>
            <a:rect l="l" t="t" r="r" b="b"/>
            <a:pathLst>
              <a:path w="12183110" h="1303020">
                <a:moveTo>
                  <a:pt x="12182856" y="0"/>
                </a:moveTo>
                <a:lnTo>
                  <a:pt x="0" y="0"/>
                </a:lnTo>
                <a:lnTo>
                  <a:pt x="0" y="1303020"/>
                </a:lnTo>
                <a:lnTo>
                  <a:pt x="12182856" y="1303020"/>
                </a:lnTo>
                <a:lnTo>
                  <a:pt x="12182856" y="0"/>
                </a:lnTo>
                <a:close/>
              </a:path>
            </a:pathLst>
          </a:custGeom>
          <a:solidFill>
            <a:srgbClr val="F1F1F1">
              <a:alpha val="85096"/>
            </a:srgbClr>
          </a:solidFill>
        </p:spPr>
        <p:txBody>
          <a:bodyPr wrap="square" lIns="0" tIns="0" rIns="0" bIns="0" rtlCol="0"/>
          <a:lstStyle/>
          <a:p>
            <a:endParaRPr/>
          </a:p>
        </p:txBody>
      </p:sp>
      <p:sp>
        <p:nvSpPr>
          <p:cNvPr id="3" name="object 3"/>
          <p:cNvSpPr/>
          <p:nvPr/>
        </p:nvSpPr>
        <p:spPr>
          <a:xfrm>
            <a:off x="0" y="5554979"/>
            <a:ext cx="12190730" cy="1303020"/>
          </a:xfrm>
          <a:custGeom>
            <a:avLst/>
            <a:gdLst/>
            <a:ahLst/>
            <a:cxnLst/>
            <a:rect l="l" t="t" r="r" b="b"/>
            <a:pathLst>
              <a:path w="12190730" h="1303020">
                <a:moveTo>
                  <a:pt x="12190476" y="0"/>
                </a:moveTo>
                <a:lnTo>
                  <a:pt x="0" y="0"/>
                </a:lnTo>
                <a:lnTo>
                  <a:pt x="0" y="1303020"/>
                </a:lnTo>
                <a:lnTo>
                  <a:pt x="12190476" y="1303020"/>
                </a:lnTo>
                <a:lnTo>
                  <a:pt x="12190476" y="0"/>
                </a:lnTo>
                <a:close/>
              </a:path>
            </a:pathLst>
          </a:custGeom>
          <a:solidFill>
            <a:srgbClr val="F1F1F1">
              <a:alpha val="85096"/>
            </a:srgbClr>
          </a:solidFill>
        </p:spPr>
        <p:txBody>
          <a:bodyPr wrap="square" lIns="0" tIns="0" rIns="0" bIns="0" rtlCol="0"/>
          <a:lstStyle/>
          <a:p>
            <a:endParaRPr/>
          </a:p>
        </p:txBody>
      </p:sp>
      <p:sp>
        <p:nvSpPr>
          <p:cNvPr id="4" name="object 4"/>
          <p:cNvSpPr/>
          <p:nvPr/>
        </p:nvSpPr>
        <p:spPr>
          <a:xfrm>
            <a:off x="461137" y="439673"/>
            <a:ext cx="10848213" cy="494791"/>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6427470" y="3390138"/>
            <a:ext cx="459740" cy="76200"/>
          </a:xfrm>
          <a:custGeom>
            <a:avLst/>
            <a:gdLst/>
            <a:ahLst/>
            <a:cxnLst/>
            <a:rect l="l" t="t" r="r" b="b"/>
            <a:pathLst>
              <a:path w="459740" h="76200">
                <a:moveTo>
                  <a:pt x="408939" y="38100"/>
                </a:moveTo>
                <a:lnTo>
                  <a:pt x="383539" y="76200"/>
                </a:lnTo>
                <a:lnTo>
                  <a:pt x="439927" y="48006"/>
                </a:lnTo>
                <a:lnTo>
                  <a:pt x="408939" y="48006"/>
                </a:lnTo>
                <a:lnTo>
                  <a:pt x="408939" y="38100"/>
                </a:lnTo>
                <a:close/>
              </a:path>
              <a:path w="459740" h="76200">
                <a:moveTo>
                  <a:pt x="402335" y="28194"/>
                </a:moveTo>
                <a:lnTo>
                  <a:pt x="0" y="28194"/>
                </a:lnTo>
                <a:lnTo>
                  <a:pt x="0" y="48006"/>
                </a:lnTo>
                <a:lnTo>
                  <a:pt x="402335" y="48006"/>
                </a:lnTo>
                <a:lnTo>
                  <a:pt x="408939" y="38100"/>
                </a:lnTo>
                <a:lnTo>
                  <a:pt x="402335" y="28194"/>
                </a:lnTo>
                <a:close/>
              </a:path>
              <a:path w="459740" h="76200">
                <a:moveTo>
                  <a:pt x="439927" y="28194"/>
                </a:moveTo>
                <a:lnTo>
                  <a:pt x="408939" y="28194"/>
                </a:lnTo>
                <a:lnTo>
                  <a:pt x="408939" y="48006"/>
                </a:lnTo>
                <a:lnTo>
                  <a:pt x="439927" y="48006"/>
                </a:lnTo>
                <a:lnTo>
                  <a:pt x="459739" y="38100"/>
                </a:lnTo>
                <a:lnTo>
                  <a:pt x="439927" y="28194"/>
                </a:lnTo>
                <a:close/>
              </a:path>
              <a:path w="459740" h="76200">
                <a:moveTo>
                  <a:pt x="383539" y="0"/>
                </a:moveTo>
                <a:lnTo>
                  <a:pt x="408939" y="38100"/>
                </a:lnTo>
                <a:lnTo>
                  <a:pt x="408939" y="28194"/>
                </a:lnTo>
                <a:lnTo>
                  <a:pt x="439927" y="28194"/>
                </a:lnTo>
                <a:lnTo>
                  <a:pt x="383539" y="0"/>
                </a:lnTo>
                <a:close/>
              </a:path>
            </a:pathLst>
          </a:custGeom>
          <a:solidFill>
            <a:srgbClr val="0078D6"/>
          </a:solidFill>
        </p:spPr>
        <p:txBody>
          <a:bodyPr wrap="square" lIns="0" tIns="0" rIns="0" bIns="0" rtlCol="0"/>
          <a:lstStyle/>
          <a:p>
            <a:endParaRPr/>
          </a:p>
        </p:txBody>
      </p:sp>
      <p:sp>
        <p:nvSpPr>
          <p:cNvPr id="6" name="object 6"/>
          <p:cNvSpPr/>
          <p:nvPr/>
        </p:nvSpPr>
        <p:spPr>
          <a:xfrm>
            <a:off x="4828794" y="3390138"/>
            <a:ext cx="457200" cy="76200"/>
          </a:xfrm>
          <a:custGeom>
            <a:avLst/>
            <a:gdLst/>
            <a:ahLst/>
            <a:cxnLst/>
            <a:rect l="l" t="t" r="r" b="b"/>
            <a:pathLst>
              <a:path w="457200" h="76200">
                <a:moveTo>
                  <a:pt x="406400" y="38100"/>
                </a:moveTo>
                <a:lnTo>
                  <a:pt x="381000" y="76200"/>
                </a:lnTo>
                <a:lnTo>
                  <a:pt x="437387" y="48006"/>
                </a:lnTo>
                <a:lnTo>
                  <a:pt x="406400" y="48006"/>
                </a:lnTo>
                <a:lnTo>
                  <a:pt x="406400" y="38100"/>
                </a:lnTo>
                <a:close/>
              </a:path>
              <a:path w="457200" h="76200">
                <a:moveTo>
                  <a:pt x="399796" y="28194"/>
                </a:moveTo>
                <a:lnTo>
                  <a:pt x="0" y="28194"/>
                </a:lnTo>
                <a:lnTo>
                  <a:pt x="0" y="48006"/>
                </a:lnTo>
                <a:lnTo>
                  <a:pt x="399795" y="48006"/>
                </a:lnTo>
                <a:lnTo>
                  <a:pt x="406400" y="38100"/>
                </a:lnTo>
                <a:lnTo>
                  <a:pt x="399796" y="28194"/>
                </a:lnTo>
                <a:close/>
              </a:path>
              <a:path w="457200" h="76200">
                <a:moveTo>
                  <a:pt x="437388" y="28194"/>
                </a:moveTo>
                <a:lnTo>
                  <a:pt x="406400" y="28194"/>
                </a:lnTo>
                <a:lnTo>
                  <a:pt x="406400" y="48006"/>
                </a:lnTo>
                <a:lnTo>
                  <a:pt x="437387" y="48006"/>
                </a:lnTo>
                <a:lnTo>
                  <a:pt x="457200" y="38100"/>
                </a:lnTo>
                <a:lnTo>
                  <a:pt x="437388" y="28194"/>
                </a:lnTo>
                <a:close/>
              </a:path>
              <a:path w="457200" h="76200">
                <a:moveTo>
                  <a:pt x="381000" y="0"/>
                </a:moveTo>
                <a:lnTo>
                  <a:pt x="406400" y="38100"/>
                </a:lnTo>
                <a:lnTo>
                  <a:pt x="406400" y="28194"/>
                </a:lnTo>
                <a:lnTo>
                  <a:pt x="437388" y="28194"/>
                </a:lnTo>
                <a:lnTo>
                  <a:pt x="381000" y="0"/>
                </a:lnTo>
                <a:close/>
              </a:path>
            </a:pathLst>
          </a:custGeom>
          <a:solidFill>
            <a:srgbClr val="0078D6"/>
          </a:solidFill>
        </p:spPr>
        <p:txBody>
          <a:bodyPr wrap="square" lIns="0" tIns="0" rIns="0" bIns="0" rtlCol="0"/>
          <a:lstStyle/>
          <a:p>
            <a:endParaRPr/>
          </a:p>
        </p:txBody>
      </p:sp>
      <p:sp>
        <p:nvSpPr>
          <p:cNvPr id="7" name="object 7"/>
          <p:cNvSpPr/>
          <p:nvPr/>
        </p:nvSpPr>
        <p:spPr>
          <a:xfrm>
            <a:off x="3230117" y="3390138"/>
            <a:ext cx="457200" cy="76200"/>
          </a:xfrm>
          <a:custGeom>
            <a:avLst/>
            <a:gdLst/>
            <a:ahLst/>
            <a:cxnLst/>
            <a:rect l="l" t="t" r="r" b="b"/>
            <a:pathLst>
              <a:path w="457200" h="76200">
                <a:moveTo>
                  <a:pt x="406399" y="38100"/>
                </a:moveTo>
                <a:lnTo>
                  <a:pt x="380999" y="76200"/>
                </a:lnTo>
                <a:lnTo>
                  <a:pt x="437387" y="48006"/>
                </a:lnTo>
                <a:lnTo>
                  <a:pt x="406399" y="48006"/>
                </a:lnTo>
                <a:lnTo>
                  <a:pt x="406399" y="38100"/>
                </a:lnTo>
                <a:close/>
              </a:path>
              <a:path w="457200" h="76200">
                <a:moveTo>
                  <a:pt x="399795" y="28194"/>
                </a:moveTo>
                <a:lnTo>
                  <a:pt x="0" y="28194"/>
                </a:lnTo>
                <a:lnTo>
                  <a:pt x="0" y="48006"/>
                </a:lnTo>
                <a:lnTo>
                  <a:pt x="399795" y="48006"/>
                </a:lnTo>
                <a:lnTo>
                  <a:pt x="406399" y="38100"/>
                </a:lnTo>
                <a:lnTo>
                  <a:pt x="399795" y="28194"/>
                </a:lnTo>
                <a:close/>
              </a:path>
              <a:path w="457200" h="76200">
                <a:moveTo>
                  <a:pt x="437388" y="28194"/>
                </a:moveTo>
                <a:lnTo>
                  <a:pt x="406399" y="28194"/>
                </a:lnTo>
                <a:lnTo>
                  <a:pt x="406399" y="48006"/>
                </a:lnTo>
                <a:lnTo>
                  <a:pt x="437387" y="48006"/>
                </a:lnTo>
                <a:lnTo>
                  <a:pt x="457199" y="38100"/>
                </a:lnTo>
                <a:lnTo>
                  <a:pt x="437388" y="28194"/>
                </a:lnTo>
                <a:close/>
              </a:path>
              <a:path w="457200" h="76200">
                <a:moveTo>
                  <a:pt x="380999" y="0"/>
                </a:moveTo>
                <a:lnTo>
                  <a:pt x="406399" y="38100"/>
                </a:lnTo>
                <a:lnTo>
                  <a:pt x="406399" y="28194"/>
                </a:lnTo>
                <a:lnTo>
                  <a:pt x="437388" y="28194"/>
                </a:lnTo>
                <a:lnTo>
                  <a:pt x="380999" y="0"/>
                </a:lnTo>
                <a:close/>
              </a:path>
            </a:pathLst>
          </a:custGeom>
          <a:solidFill>
            <a:srgbClr val="0078D6"/>
          </a:solidFill>
        </p:spPr>
        <p:txBody>
          <a:bodyPr wrap="square" lIns="0" tIns="0" rIns="0" bIns="0" rtlCol="0"/>
          <a:lstStyle/>
          <a:p>
            <a:endParaRPr/>
          </a:p>
        </p:txBody>
      </p:sp>
      <p:sp>
        <p:nvSpPr>
          <p:cNvPr id="8" name="object 8"/>
          <p:cNvSpPr/>
          <p:nvPr/>
        </p:nvSpPr>
        <p:spPr>
          <a:xfrm>
            <a:off x="1631442" y="3390138"/>
            <a:ext cx="457200" cy="76200"/>
          </a:xfrm>
          <a:custGeom>
            <a:avLst/>
            <a:gdLst/>
            <a:ahLst/>
            <a:cxnLst/>
            <a:rect l="l" t="t" r="r" b="b"/>
            <a:pathLst>
              <a:path w="457200" h="76200">
                <a:moveTo>
                  <a:pt x="406400" y="38100"/>
                </a:moveTo>
                <a:lnTo>
                  <a:pt x="381000" y="76200"/>
                </a:lnTo>
                <a:lnTo>
                  <a:pt x="437387" y="48006"/>
                </a:lnTo>
                <a:lnTo>
                  <a:pt x="406400" y="48006"/>
                </a:lnTo>
                <a:lnTo>
                  <a:pt x="406400" y="38100"/>
                </a:lnTo>
                <a:close/>
              </a:path>
              <a:path w="457200" h="76200">
                <a:moveTo>
                  <a:pt x="399796" y="28194"/>
                </a:moveTo>
                <a:lnTo>
                  <a:pt x="0" y="28194"/>
                </a:lnTo>
                <a:lnTo>
                  <a:pt x="0" y="48006"/>
                </a:lnTo>
                <a:lnTo>
                  <a:pt x="399795" y="48006"/>
                </a:lnTo>
                <a:lnTo>
                  <a:pt x="406400" y="38100"/>
                </a:lnTo>
                <a:lnTo>
                  <a:pt x="399796" y="28194"/>
                </a:lnTo>
                <a:close/>
              </a:path>
              <a:path w="457200" h="76200">
                <a:moveTo>
                  <a:pt x="437388" y="28194"/>
                </a:moveTo>
                <a:lnTo>
                  <a:pt x="406400" y="28194"/>
                </a:lnTo>
                <a:lnTo>
                  <a:pt x="406400" y="48006"/>
                </a:lnTo>
                <a:lnTo>
                  <a:pt x="437387" y="48006"/>
                </a:lnTo>
                <a:lnTo>
                  <a:pt x="457200" y="38100"/>
                </a:lnTo>
                <a:lnTo>
                  <a:pt x="437388" y="28194"/>
                </a:lnTo>
                <a:close/>
              </a:path>
              <a:path w="457200" h="76200">
                <a:moveTo>
                  <a:pt x="381000" y="0"/>
                </a:moveTo>
                <a:lnTo>
                  <a:pt x="406400" y="38100"/>
                </a:lnTo>
                <a:lnTo>
                  <a:pt x="406400" y="28194"/>
                </a:lnTo>
                <a:lnTo>
                  <a:pt x="437388" y="28194"/>
                </a:lnTo>
                <a:lnTo>
                  <a:pt x="381000" y="0"/>
                </a:lnTo>
                <a:close/>
              </a:path>
            </a:pathLst>
          </a:custGeom>
          <a:solidFill>
            <a:srgbClr val="0078D6"/>
          </a:solidFill>
        </p:spPr>
        <p:txBody>
          <a:bodyPr wrap="square" lIns="0" tIns="0" rIns="0" bIns="0" rtlCol="0"/>
          <a:lstStyle/>
          <a:p>
            <a:endParaRPr/>
          </a:p>
        </p:txBody>
      </p:sp>
      <p:sp>
        <p:nvSpPr>
          <p:cNvPr id="9" name="object 9"/>
          <p:cNvSpPr txBox="1"/>
          <p:nvPr/>
        </p:nvSpPr>
        <p:spPr>
          <a:xfrm>
            <a:off x="798982" y="2662808"/>
            <a:ext cx="509905" cy="269240"/>
          </a:xfrm>
          <a:prstGeom prst="rect">
            <a:avLst/>
          </a:prstGeom>
        </p:spPr>
        <p:txBody>
          <a:bodyPr vert="horz" wrap="square" lIns="0" tIns="12065" rIns="0" bIns="0" rtlCol="0">
            <a:spAutoFit/>
          </a:bodyPr>
          <a:lstStyle/>
          <a:p>
            <a:pPr marL="12700">
              <a:lnSpc>
                <a:spcPct val="100000"/>
              </a:lnSpc>
              <a:spcBef>
                <a:spcPts val="95"/>
              </a:spcBef>
            </a:pPr>
            <a:r>
              <a:rPr sz="1600" b="1" spc="-35" dirty="0">
                <a:solidFill>
                  <a:srgbClr val="505050"/>
                </a:solidFill>
                <a:latin typeface="Arial"/>
                <a:cs typeface="Arial"/>
              </a:rPr>
              <a:t>U</a:t>
            </a:r>
            <a:r>
              <a:rPr sz="1600" b="1" spc="-210" dirty="0">
                <a:solidFill>
                  <a:srgbClr val="505050"/>
                </a:solidFill>
                <a:latin typeface="Arial"/>
                <a:cs typeface="Arial"/>
              </a:rPr>
              <a:t>SER</a:t>
            </a:r>
            <a:endParaRPr sz="1600">
              <a:latin typeface="Arial"/>
              <a:cs typeface="Arial"/>
            </a:endParaRPr>
          </a:p>
        </p:txBody>
      </p:sp>
      <p:grpSp>
        <p:nvGrpSpPr>
          <p:cNvPr id="10" name="object 10"/>
          <p:cNvGrpSpPr/>
          <p:nvPr/>
        </p:nvGrpSpPr>
        <p:grpSpPr>
          <a:xfrm>
            <a:off x="601980" y="2970276"/>
            <a:ext cx="914400" cy="914400"/>
            <a:chOff x="601980" y="2970276"/>
            <a:chExt cx="914400" cy="914400"/>
          </a:xfrm>
        </p:grpSpPr>
        <p:sp>
          <p:nvSpPr>
            <p:cNvPr id="11" name="object 11"/>
            <p:cNvSpPr/>
            <p:nvPr/>
          </p:nvSpPr>
          <p:spPr>
            <a:xfrm>
              <a:off x="601980" y="2970276"/>
              <a:ext cx="914400" cy="914400"/>
            </a:xfrm>
            <a:custGeom>
              <a:avLst/>
              <a:gdLst/>
              <a:ahLst/>
              <a:cxnLst/>
              <a:rect l="l" t="t" r="r" b="b"/>
              <a:pathLst>
                <a:path w="914400" h="914400">
                  <a:moveTo>
                    <a:pt x="457200" y="0"/>
                  </a:moveTo>
                  <a:lnTo>
                    <a:pt x="410454" y="2360"/>
                  </a:lnTo>
                  <a:lnTo>
                    <a:pt x="365059" y="9289"/>
                  </a:lnTo>
                  <a:lnTo>
                    <a:pt x="321243" y="20557"/>
                  </a:lnTo>
                  <a:lnTo>
                    <a:pt x="279238" y="35933"/>
                  </a:lnTo>
                  <a:lnTo>
                    <a:pt x="239272" y="55187"/>
                  </a:lnTo>
                  <a:lnTo>
                    <a:pt x="201576" y="78090"/>
                  </a:lnTo>
                  <a:lnTo>
                    <a:pt x="166379" y="104411"/>
                  </a:lnTo>
                  <a:lnTo>
                    <a:pt x="133911" y="133921"/>
                  </a:lnTo>
                  <a:lnTo>
                    <a:pt x="104403" y="166390"/>
                  </a:lnTo>
                  <a:lnTo>
                    <a:pt x="78083" y="201587"/>
                  </a:lnTo>
                  <a:lnTo>
                    <a:pt x="55182" y="239283"/>
                  </a:lnTo>
                  <a:lnTo>
                    <a:pt x="35929" y="279249"/>
                  </a:lnTo>
                  <a:lnTo>
                    <a:pt x="20555" y="321253"/>
                  </a:lnTo>
                  <a:lnTo>
                    <a:pt x="9288" y="365066"/>
                  </a:lnTo>
                  <a:lnTo>
                    <a:pt x="2360" y="410458"/>
                  </a:lnTo>
                  <a:lnTo>
                    <a:pt x="0" y="457200"/>
                  </a:lnTo>
                  <a:lnTo>
                    <a:pt x="2360" y="503941"/>
                  </a:lnTo>
                  <a:lnTo>
                    <a:pt x="9288" y="549333"/>
                  </a:lnTo>
                  <a:lnTo>
                    <a:pt x="20555" y="593146"/>
                  </a:lnTo>
                  <a:lnTo>
                    <a:pt x="35929" y="635150"/>
                  </a:lnTo>
                  <a:lnTo>
                    <a:pt x="55182" y="675116"/>
                  </a:lnTo>
                  <a:lnTo>
                    <a:pt x="78083" y="712812"/>
                  </a:lnTo>
                  <a:lnTo>
                    <a:pt x="104403" y="748009"/>
                  </a:lnTo>
                  <a:lnTo>
                    <a:pt x="133911" y="780478"/>
                  </a:lnTo>
                  <a:lnTo>
                    <a:pt x="166379" y="809988"/>
                  </a:lnTo>
                  <a:lnTo>
                    <a:pt x="201576" y="836309"/>
                  </a:lnTo>
                  <a:lnTo>
                    <a:pt x="239272" y="859212"/>
                  </a:lnTo>
                  <a:lnTo>
                    <a:pt x="279238" y="878466"/>
                  </a:lnTo>
                  <a:lnTo>
                    <a:pt x="321243" y="893842"/>
                  </a:lnTo>
                  <a:lnTo>
                    <a:pt x="365059" y="905110"/>
                  </a:lnTo>
                  <a:lnTo>
                    <a:pt x="410454" y="912039"/>
                  </a:lnTo>
                  <a:lnTo>
                    <a:pt x="457200" y="914400"/>
                  </a:lnTo>
                  <a:lnTo>
                    <a:pt x="503941" y="912039"/>
                  </a:lnTo>
                  <a:lnTo>
                    <a:pt x="549333" y="905110"/>
                  </a:lnTo>
                  <a:lnTo>
                    <a:pt x="593146" y="893842"/>
                  </a:lnTo>
                  <a:lnTo>
                    <a:pt x="635150" y="878466"/>
                  </a:lnTo>
                  <a:lnTo>
                    <a:pt x="675116" y="859212"/>
                  </a:lnTo>
                  <a:lnTo>
                    <a:pt x="712812" y="836309"/>
                  </a:lnTo>
                  <a:lnTo>
                    <a:pt x="748009" y="809988"/>
                  </a:lnTo>
                  <a:lnTo>
                    <a:pt x="780478" y="780478"/>
                  </a:lnTo>
                  <a:lnTo>
                    <a:pt x="809988" y="748009"/>
                  </a:lnTo>
                  <a:lnTo>
                    <a:pt x="836309" y="712812"/>
                  </a:lnTo>
                  <a:lnTo>
                    <a:pt x="859212" y="675116"/>
                  </a:lnTo>
                  <a:lnTo>
                    <a:pt x="878466" y="635150"/>
                  </a:lnTo>
                  <a:lnTo>
                    <a:pt x="893842" y="593146"/>
                  </a:lnTo>
                  <a:lnTo>
                    <a:pt x="905110" y="549333"/>
                  </a:lnTo>
                  <a:lnTo>
                    <a:pt x="912039" y="503941"/>
                  </a:lnTo>
                  <a:lnTo>
                    <a:pt x="914400" y="457200"/>
                  </a:lnTo>
                  <a:lnTo>
                    <a:pt x="912039" y="410458"/>
                  </a:lnTo>
                  <a:lnTo>
                    <a:pt x="905110" y="365066"/>
                  </a:lnTo>
                  <a:lnTo>
                    <a:pt x="893842" y="321253"/>
                  </a:lnTo>
                  <a:lnTo>
                    <a:pt x="878466" y="279249"/>
                  </a:lnTo>
                  <a:lnTo>
                    <a:pt x="859212" y="239283"/>
                  </a:lnTo>
                  <a:lnTo>
                    <a:pt x="836309" y="201587"/>
                  </a:lnTo>
                  <a:lnTo>
                    <a:pt x="809988" y="166390"/>
                  </a:lnTo>
                  <a:lnTo>
                    <a:pt x="780478" y="133921"/>
                  </a:lnTo>
                  <a:lnTo>
                    <a:pt x="748009" y="104411"/>
                  </a:lnTo>
                  <a:lnTo>
                    <a:pt x="712812" y="78090"/>
                  </a:lnTo>
                  <a:lnTo>
                    <a:pt x="675116" y="55187"/>
                  </a:lnTo>
                  <a:lnTo>
                    <a:pt x="635150" y="35933"/>
                  </a:lnTo>
                  <a:lnTo>
                    <a:pt x="593146" y="20557"/>
                  </a:lnTo>
                  <a:lnTo>
                    <a:pt x="549333" y="9289"/>
                  </a:lnTo>
                  <a:lnTo>
                    <a:pt x="503941" y="2360"/>
                  </a:lnTo>
                  <a:lnTo>
                    <a:pt x="457200" y="0"/>
                  </a:lnTo>
                  <a:close/>
                </a:path>
              </a:pathLst>
            </a:custGeom>
            <a:solidFill>
              <a:srgbClr val="DCDCDC"/>
            </a:solidFill>
          </p:spPr>
          <p:txBody>
            <a:bodyPr wrap="square" lIns="0" tIns="0" rIns="0" bIns="0" rtlCol="0"/>
            <a:lstStyle/>
            <a:p>
              <a:endParaRPr/>
            </a:p>
          </p:txBody>
        </p:sp>
        <p:sp>
          <p:nvSpPr>
            <p:cNvPr id="12" name="object 12"/>
            <p:cNvSpPr/>
            <p:nvPr/>
          </p:nvSpPr>
          <p:spPr>
            <a:xfrm>
              <a:off x="820674" y="3201162"/>
              <a:ext cx="480059" cy="455930"/>
            </a:xfrm>
            <a:custGeom>
              <a:avLst/>
              <a:gdLst/>
              <a:ahLst/>
              <a:cxnLst/>
              <a:rect l="l" t="t" r="r" b="b"/>
              <a:pathLst>
                <a:path w="480059" h="455929">
                  <a:moveTo>
                    <a:pt x="186220" y="0"/>
                  </a:moveTo>
                  <a:lnTo>
                    <a:pt x="184137" y="0"/>
                  </a:lnTo>
                  <a:lnTo>
                    <a:pt x="140612" y="8822"/>
                  </a:lnTo>
                  <a:lnTo>
                    <a:pt x="104998" y="32861"/>
                  </a:lnTo>
                  <a:lnTo>
                    <a:pt x="80951" y="68472"/>
                  </a:lnTo>
                  <a:lnTo>
                    <a:pt x="72123" y="112013"/>
                  </a:lnTo>
                  <a:lnTo>
                    <a:pt x="72123" y="114553"/>
                  </a:lnTo>
                  <a:lnTo>
                    <a:pt x="74104" y="135618"/>
                  </a:lnTo>
                  <a:lnTo>
                    <a:pt x="79803" y="155336"/>
                  </a:lnTo>
                  <a:lnTo>
                    <a:pt x="88850" y="173364"/>
                  </a:lnTo>
                  <a:lnTo>
                    <a:pt x="100876" y="189357"/>
                  </a:lnTo>
                  <a:lnTo>
                    <a:pt x="59187" y="218725"/>
                  </a:lnTo>
                  <a:lnTo>
                    <a:pt x="27392" y="257810"/>
                  </a:lnTo>
                  <a:lnTo>
                    <a:pt x="7119" y="303942"/>
                  </a:lnTo>
                  <a:lnTo>
                    <a:pt x="0" y="354457"/>
                  </a:lnTo>
                  <a:lnTo>
                    <a:pt x="0" y="454532"/>
                  </a:lnTo>
                  <a:lnTo>
                    <a:pt x="1396" y="455675"/>
                  </a:lnTo>
                  <a:lnTo>
                    <a:pt x="369201" y="455675"/>
                  </a:lnTo>
                  <a:lnTo>
                    <a:pt x="370598" y="454532"/>
                  </a:lnTo>
                  <a:lnTo>
                    <a:pt x="370598" y="449580"/>
                  </a:lnTo>
                  <a:lnTo>
                    <a:pt x="6032" y="449580"/>
                  </a:lnTo>
                  <a:lnTo>
                    <a:pt x="6032" y="354457"/>
                  </a:lnTo>
                  <a:lnTo>
                    <a:pt x="13062" y="305214"/>
                  </a:lnTo>
                  <a:lnTo>
                    <a:pt x="33050" y="260365"/>
                  </a:lnTo>
                  <a:lnTo>
                    <a:pt x="64341" y="222494"/>
                  </a:lnTo>
                  <a:lnTo>
                    <a:pt x="105282" y="194183"/>
                  </a:lnTo>
                  <a:lnTo>
                    <a:pt x="116314" y="194183"/>
                  </a:lnTo>
                  <a:lnTo>
                    <a:pt x="109434" y="189531"/>
                  </a:lnTo>
                  <a:lnTo>
                    <a:pt x="86723" y="155823"/>
                  </a:lnTo>
                  <a:lnTo>
                    <a:pt x="78384" y="114553"/>
                  </a:lnTo>
                  <a:lnTo>
                    <a:pt x="78384" y="112013"/>
                  </a:lnTo>
                  <a:lnTo>
                    <a:pt x="86723" y="70798"/>
                  </a:lnTo>
                  <a:lnTo>
                    <a:pt x="109434" y="37083"/>
                  </a:lnTo>
                  <a:lnTo>
                    <a:pt x="143058" y="14323"/>
                  </a:lnTo>
                  <a:lnTo>
                    <a:pt x="184137" y="5968"/>
                  </a:lnTo>
                  <a:lnTo>
                    <a:pt x="215736" y="5968"/>
                  </a:lnTo>
                  <a:lnTo>
                    <a:pt x="186220" y="0"/>
                  </a:lnTo>
                  <a:close/>
                </a:path>
                <a:path w="480059" h="455929">
                  <a:moveTo>
                    <a:pt x="278391" y="194183"/>
                  </a:moveTo>
                  <a:lnTo>
                    <a:pt x="265074" y="194183"/>
                  </a:lnTo>
                  <a:lnTo>
                    <a:pt x="271949" y="197719"/>
                  </a:lnTo>
                  <a:lnTo>
                    <a:pt x="278647" y="201612"/>
                  </a:lnTo>
                  <a:lnTo>
                    <a:pt x="285169" y="205791"/>
                  </a:lnTo>
                  <a:lnTo>
                    <a:pt x="291515" y="210185"/>
                  </a:lnTo>
                  <a:lnTo>
                    <a:pt x="275959" y="227335"/>
                  </a:lnTo>
                  <a:lnTo>
                    <a:pt x="264121" y="247380"/>
                  </a:lnTo>
                  <a:lnTo>
                    <a:pt x="256590" y="269781"/>
                  </a:lnTo>
                  <a:lnTo>
                    <a:pt x="253949" y="294004"/>
                  </a:lnTo>
                  <a:lnTo>
                    <a:pt x="253949" y="296545"/>
                  </a:lnTo>
                  <a:lnTo>
                    <a:pt x="262619" y="339746"/>
                  </a:lnTo>
                  <a:lnTo>
                    <a:pt x="286269" y="375173"/>
                  </a:lnTo>
                  <a:lnTo>
                    <a:pt x="321355" y="399289"/>
                  </a:lnTo>
                  <a:lnTo>
                    <a:pt x="364337" y="408558"/>
                  </a:lnTo>
                  <a:lnTo>
                    <a:pt x="364337" y="449580"/>
                  </a:lnTo>
                  <a:lnTo>
                    <a:pt x="370598" y="449580"/>
                  </a:lnTo>
                  <a:lnTo>
                    <a:pt x="370598" y="408558"/>
                  </a:lnTo>
                  <a:lnTo>
                    <a:pt x="397335" y="402589"/>
                  </a:lnTo>
                  <a:lnTo>
                    <a:pt x="365963" y="402589"/>
                  </a:lnTo>
                  <a:lnTo>
                    <a:pt x="324879" y="394235"/>
                  </a:lnTo>
                  <a:lnTo>
                    <a:pt x="291255" y="371475"/>
                  </a:lnTo>
                  <a:lnTo>
                    <a:pt x="268547" y="337760"/>
                  </a:lnTo>
                  <a:lnTo>
                    <a:pt x="260210" y="296545"/>
                  </a:lnTo>
                  <a:lnTo>
                    <a:pt x="260210" y="294004"/>
                  </a:lnTo>
                  <a:lnTo>
                    <a:pt x="268547" y="252735"/>
                  </a:lnTo>
                  <a:lnTo>
                    <a:pt x="291255" y="219027"/>
                  </a:lnTo>
                  <a:lnTo>
                    <a:pt x="310158" y="206248"/>
                  </a:lnTo>
                  <a:lnTo>
                    <a:pt x="296379" y="206248"/>
                  </a:lnTo>
                  <a:lnTo>
                    <a:pt x="289998" y="201554"/>
                  </a:lnTo>
                  <a:lnTo>
                    <a:pt x="283397" y="197183"/>
                  </a:lnTo>
                  <a:lnTo>
                    <a:pt x="278391" y="194183"/>
                  </a:lnTo>
                  <a:close/>
                </a:path>
                <a:path w="480059" h="455929">
                  <a:moveTo>
                    <a:pt x="398122" y="187960"/>
                  </a:moveTo>
                  <a:lnTo>
                    <a:pt x="368045" y="187960"/>
                  </a:lnTo>
                  <a:lnTo>
                    <a:pt x="409272" y="196296"/>
                  </a:lnTo>
                  <a:lnTo>
                    <a:pt x="442985" y="219027"/>
                  </a:lnTo>
                  <a:lnTo>
                    <a:pt x="465740" y="252735"/>
                  </a:lnTo>
                  <a:lnTo>
                    <a:pt x="474091" y="294004"/>
                  </a:lnTo>
                  <a:lnTo>
                    <a:pt x="474091" y="296545"/>
                  </a:lnTo>
                  <a:lnTo>
                    <a:pt x="465740" y="337760"/>
                  </a:lnTo>
                  <a:lnTo>
                    <a:pt x="442985" y="371475"/>
                  </a:lnTo>
                  <a:lnTo>
                    <a:pt x="409272" y="394235"/>
                  </a:lnTo>
                  <a:lnTo>
                    <a:pt x="368045" y="402589"/>
                  </a:lnTo>
                  <a:lnTo>
                    <a:pt x="397335" y="402589"/>
                  </a:lnTo>
                  <a:lnTo>
                    <a:pt x="413237" y="399039"/>
                  </a:lnTo>
                  <a:lnTo>
                    <a:pt x="448027" y="374888"/>
                  </a:lnTo>
                  <a:lnTo>
                    <a:pt x="471468" y="339568"/>
                  </a:lnTo>
                  <a:lnTo>
                    <a:pt x="480059" y="296545"/>
                  </a:lnTo>
                  <a:lnTo>
                    <a:pt x="480059" y="294004"/>
                  </a:lnTo>
                  <a:lnTo>
                    <a:pt x="471266" y="250443"/>
                  </a:lnTo>
                  <a:lnTo>
                    <a:pt x="447274" y="214788"/>
                  </a:lnTo>
                  <a:lnTo>
                    <a:pt x="411672" y="190706"/>
                  </a:lnTo>
                  <a:lnTo>
                    <a:pt x="398122" y="187960"/>
                  </a:lnTo>
                  <a:close/>
                </a:path>
                <a:path w="480059" h="455929">
                  <a:moveTo>
                    <a:pt x="116314" y="194183"/>
                  </a:moveTo>
                  <a:lnTo>
                    <a:pt x="105282" y="194183"/>
                  </a:lnTo>
                  <a:lnTo>
                    <a:pt x="121813" y="207674"/>
                  </a:lnTo>
                  <a:lnTo>
                    <a:pt x="140800" y="217916"/>
                  </a:lnTo>
                  <a:lnTo>
                    <a:pt x="161741" y="224418"/>
                  </a:lnTo>
                  <a:lnTo>
                    <a:pt x="184137" y="226695"/>
                  </a:lnTo>
                  <a:lnTo>
                    <a:pt x="186220" y="226695"/>
                  </a:lnTo>
                  <a:lnTo>
                    <a:pt x="208717" y="224418"/>
                  </a:lnTo>
                  <a:lnTo>
                    <a:pt x="221012" y="220599"/>
                  </a:lnTo>
                  <a:lnTo>
                    <a:pt x="184137" y="220599"/>
                  </a:lnTo>
                  <a:lnTo>
                    <a:pt x="143058" y="212262"/>
                  </a:lnTo>
                  <a:lnTo>
                    <a:pt x="116314" y="194183"/>
                  </a:lnTo>
                  <a:close/>
                </a:path>
                <a:path w="480059" h="455929">
                  <a:moveTo>
                    <a:pt x="215736" y="5968"/>
                  </a:moveTo>
                  <a:lnTo>
                    <a:pt x="186220" y="5968"/>
                  </a:lnTo>
                  <a:lnTo>
                    <a:pt x="227438" y="14323"/>
                  </a:lnTo>
                  <a:lnTo>
                    <a:pt x="261134" y="37083"/>
                  </a:lnTo>
                  <a:lnTo>
                    <a:pt x="283871" y="70798"/>
                  </a:lnTo>
                  <a:lnTo>
                    <a:pt x="292214" y="112013"/>
                  </a:lnTo>
                  <a:lnTo>
                    <a:pt x="292214" y="114553"/>
                  </a:lnTo>
                  <a:lnTo>
                    <a:pt x="283871" y="155823"/>
                  </a:lnTo>
                  <a:lnTo>
                    <a:pt x="261134" y="189531"/>
                  </a:lnTo>
                  <a:lnTo>
                    <a:pt x="227438" y="212262"/>
                  </a:lnTo>
                  <a:lnTo>
                    <a:pt x="186220" y="220599"/>
                  </a:lnTo>
                  <a:lnTo>
                    <a:pt x="221012" y="220599"/>
                  </a:lnTo>
                  <a:lnTo>
                    <a:pt x="229647" y="217916"/>
                  </a:lnTo>
                  <a:lnTo>
                    <a:pt x="248577" y="207674"/>
                  </a:lnTo>
                  <a:lnTo>
                    <a:pt x="265074" y="194183"/>
                  </a:lnTo>
                  <a:lnTo>
                    <a:pt x="278391" y="194183"/>
                  </a:lnTo>
                  <a:lnTo>
                    <a:pt x="276620" y="193121"/>
                  </a:lnTo>
                  <a:lnTo>
                    <a:pt x="269709" y="189357"/>
                  </a:lnTo>
                  <a:lnTo>
                    <a:pt x="281699" y="173364"/>
                  </a:lnTo>
                  <a:lnTo>
                    <a:pt x="290668" y="155336"/>
                  </a:lnTo>
                  <a:lnTo>
                    <a:pt x="296288" y="135618"/>
                  </a:lnTo>
                  <a:lnTo>
                    <a:pt x="298234" y="114553"/>
                  </a:lnTo>
                  <a:lnTo>
                    <a:pt x="298234" y="112013"/>
                  </a:lnTo>
                  <a:lnTo>
                    <a:pt x="289440" y="68472"/>
                  </a:lnTo>
                  <a:lnTo>
                    <a:pt x="265449" y="32861"/>
                  </a:lnTo>
                  <a:lnTo>
                    <a:pt x="229846" y="8822"/>
                  </a:lnTo>
                  <a:lnTo>
                    <a:pt x="215736" y="5968"/>
                  </a:lnTo>
                  <a:close/>
                </a:path>
                <a:path w="480059" h="455929">
                  <a:moveTo>
                    <a:pt x="368045" y="181863"/>
                  </a:moveTo>
                  <a:lnTo>
                    <a:pt x="365963" y="181863"/>
                  </a:lnTo>
                  <a:lnTo>
                    <a:pt x="346739" y="183530"/>
                  </a:lnTo>
                  <a:lnTo>
                    <a:pt x="328561" y="188341"/>
                  </a:lnTo>
                  <a:lnTo>
                    <a:pt x="311688" y="196008"/>
                  </a:lnTo>
                  <a:lnTo>
                    <a:pt x="296379" y="206248"/>
                  </a:lnTo>
                  <a:lnTo>
                    <a:pt x="310158" y="206248"/>
                  </a:lnTo>
                  <a:lnTo>
                    <a:pt x="324879" y="196296"/>
                  </a:lnTo>
                  <a:lnTo>
                    <a:pt x="365963" y="187960"/>
                  </a:lnTo>
                  <a:lnTo>
                    <a:pt x="398122" y="187960"/>
                  </a:lnTo>
                  <a:lnTo>
                    <a:pt x="368045" y="181863"/>
                  </a:lnTo>
                  <a:close/>
                </a:path>
              </a:pathLst>
            </a:custGeom>
            <a:solidFill>
              <a:srgbClr val="505050"/>
            </a:solidFill>
          </p:spPr>
          <p:txBody>
            <a:bodyPr wrap="square" lIns="0" tIns="0" rIns="0" bIns="0" rtlCol="0"/>
            <a:lstStyle/>
            <a:p>
              <a:endParaRPr/>
            </a:p>
          </p:txBody>
        </p:sp>
        <p:sp>
          <p:nvSpPr>
            <p:cNvPr id="13" name="object 13"/>
            <p:cNvSpPr/>
            <p:nvPr/>
          </p:nvSpPr>
          <p:spPr>
            <a:xfrm>
              <a:off x="1079995" y="3388233"/>
              <a:ext cx="215658" cy="216407"/>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826706" y="3395345"/>
              <a:ext cx="358775" cy="255904"/>
            </a:xfrm>
            <a:custGeom>
              <a:avLst/>
              <a:gdLst/>
              <a:ahLst/>
              <a:cxnLst/>
              <a:rect l="l" t="t" r="r" b="b"/>
              <a:pathLst>
                <a:path w="358775" h="255904">
                  <a:moveTo>
                    <a:pt x="0" y="255396"/>
                  </a:moveTo>
                  <a:lnTo>
                    <a:pt x="0" y="160274"/>
                  </a:lnTo>
                  <a:lnTo>
                    <a:pt x="7030" y="111031"/>
                  </a:lnTo>
                  <a:lnTo>
                    <a:pt x="27017" y="66182"/>
                  </a:lnTo>
                  <a:lnTo>
                    <a:pt x="58309" y="28311"/>
                  </a:lnTo>
                  <a:lnTo>
                    <a:pt x="99250" y="0"/>
                  </a:lnTo>
                  <a:lnTo>
                    <a:pt x="115780" y="13491"/>
                  </a:lnTo>
                  <a:lnTo>
                    <a:pt x="134767" y="23733"/>
                  </a:lnTo>
                  <a:lnTo>
                    <a:pt x="155709" y="30235"/>
                  </a:lnTo>
                  <a:lnTo>
                    <a:pt x="178104" y="32512"/>
                  </a:lnTo>
                  <a:lnTo>
                    <a:pt x="180187" y="32512"/>
                  </a:lnTo>
                  <a:lnTo>
                    <a:pt x="202684" y="30235"/>
                  </a:lnTo>
                  <a:lnTo>
                    <a:pt x="223615" y="23733"/>
                  </a:lnTo>
                  <a:lnTo>
                    <a:pt x="242545" y="13491"/>
                  </a:lnTo>
                  <a:lnTo>
                    <a:pt x="259041" y="0"/>
                  </a:lnTo>
                  <a:lnTo>
                    <a:pt x="265916" y="3536"/>
                  </a:lnTo>
                  <a:lnTo>
                    <a:pt x="272615" y="7429"/>
                  </a:lnTo>
                  <a:lnTo>
                    <a:pt x="279137" y="11608"/>
                  </a:lnTo>
                  <a:lnTo>
                    <a:pt x="285483" y="16001"/>
                  </a:lnTo>
                  <a:lnTo>
                    <a:pt x="269926" y="33152"/>
                  </a:lnTo>
                  <a:lnTo>
                    <a:pt x="258089" y="53197"/>
                  </a:lnTo>
                  <a:lnTo>
                    <a:pt x="250557" y="75598"/>
                  </a:lnTo>
                  <a:lnTo>
                    <a:pt x="247916" y="99821"/>
                  </a:lnTo>
                  <a:lnTo>
                    <a:pt x="247916" y="102362"/>
                  </a:lnTo>
                  <a:lnTo>
                    <a:pt x="256587" y="145563"/>
                  </a:lnTo>
                  <a:lnTo>
                    <a:pt x="280236" y="180990"/>
                  </a:lnTo>
                  <a:lnTo>
                    <a:pt x="315323" y="205106"/>
                  </a:lnTo>
                  <a:lnTo>
                    <a:pt x="358305" y="214375"/>
                  </a:lnTo>
                  <a:lnTo>
                    <a:pt x="358305" y="255396"/>
                  </a:lnTo>
                  <a:lnTo>
                    <a:pt x="0" y="255396"/>
                  </a:lnTo>
                  <a:close/>
                </a:path>
              </a:pathLst>
            </a:custGeom>
            <a:ln w="3175">
              <a:solidFill>
                <a:srgbClr val="0078D6"/>
              </a:solidFill>
            </a:ln>
          </p:spPr>
          <p:txBody>
            <a:bodyPr wrap="square" lIns="0" tIns="0" rIns="0" bIns="0" rtlCol="0"/>
            <a:lstStyle/>
            <a:p>
              <a:endParaRPr/>
            </a:p>
          </p:txBody>
        </p:sp>
        <p:sp>
          <p:nvSpPr>
            <p:cNvPr id="15" name="object 15"/>
            <p:cNvSpPr/>
            <p:nvPr/>
          </p:nvSpPr>
          <p:spPr>
            <a:xfrm>
              <a:off x="898169" y="3206242"/>
              <a:ext cx="215607" cy="216408"/>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820674" y="3201162"/>
              <a:ext cx="480059" cy="455930"/>
            </a:xfrm>
            <a:custGeom>
              <a:avLst/>
              <a:gdLst/>
              <a:ahLst/>
              <a:cxnLst/>
              <a:rect l="l" t="t" r="r" b="b"/>
              <a:pathLst>
                <a:path w="480059" h="455929">
                  <a:moveTo>
                    <a:pt x="368045" y="181863"/>
                  </a:moveTo>
                  <a:lnTo>
                    <a:pt x="365963" y="181863"/>
                  </a:lnTo>
                  <a:lnTo>
                    <a:pt x="346739" y="183530"/>
                  </a:lnTo>
                  <a:lnTo>
                    <a:pt x="328561" y="188341"/>
                  </a:lnTo>
                  <a:lnTo>
                    <a:pt x="311688" y="196008"/>
                  </a:lnTo>
                  <a:lnTo>
                    <a:pt x="296379" y="206248"/>
                  </a:lnTo>
                  <a:lnTo>
                    <a:pt x="289998" y="201554"/>
                  </a:lnTo>
                  <a:lnTo>
                    <a:pt x="283397" y="197183"/>
                  </a:lnTo>
                  <a:lnTo>
                    <a:pt x="276620" y="193121"/>
                  </a:lnTo>
                  <a:lnTo>
                    <a:pt x="269709" y="189357"/>
                  </a:lnTo>
                  <a:lnTo>
                    <a:pt x="281699" y="173364"/>
                  </a:lnTo>
                  <a:lnTo>
                    <a:pt x="290668" y="155336"/>
                  </a:lnTo>
                  <a:lnTo>
                    <a:pt x="296288" y="135618"/>
                  </a:lnTo>
                  <a:lnTo>
                    <a:pt x="298234" y="114553"/>
                  </a:lnTo>
                  <a:lnTo>
                    <a:pt x="298234" y="112013"/>
                  </a:lnTo>
                  <a:lnTo>
                    <a:pt x="289440" y="68472"/>
                  </a:lnTo>
                  <a:lnTo>
                    <a:pt x="265449" y="32861"/>
                  </a:lnTo>
                  <a:lnTo>
                    <a:pt x="229846" y="8822"/>
                  </a:lnTo>
                  <a:lnTo>
                    <a:pt x="186220" y="0"/>
                  </a:lnTo>
                  <a:lnTo>
                    <a:pt x="184137" y="0"/>
                  </a:lnTo>
                  <a:lnTo>
                    <a:pt x="140612" y="8822"/>
                  </a:lnTo>
                  <a:lnTo>
                    <a:pt x="104998" y="32861"/>
                  </a:lnTo>
                  <a:lnTo>
                    <a:pt x="80951" y="68472"/>
                  </a:lnTo>
                  <a:lnTo>
                    <a:pt x="72123" y="112013"/>
                  </a:lnTo>
                  <a:lnTo>
                    <a:pt x="72123" y="114553"/>
                  </a:lnTo>
                  <a:lnTo>
                    <a:pt x="74104" y="135618"/>
                  </a:lnTo>
                  <a:lnTo>
                    <a:pt x="79803" y="155336"/>
                  </a:lnTo>
                  <a:lnTo>
                    <a:pt x="88850" y="173364"/>
                  </a:lnTo>
                  <a:lnTo>
                    <a:pt x="100876" y="189357"/>
                  </a:lnTo>
                  <a:lnTo>
                    <a:pt x="59187" y="218725"/>
                  </a:lnTo>
                  <a:lnTo>
                    <a:pt x="27392" y="257810"/>
                  </a:lnTo>
                  <a:lnTo>
                    <a:pt x="7119" y="303942"/>
                  </a:lnTo>
                  <a:lnTo>
                    <a:pt x="0" y="354457"/>
                  </a:lnTo>
                  <a:lnTo>
                    <a:pt x="0" y="452627"/>
                  </a:lnTo>
                  <a:lnTo>
                    <a:pt x="0" y="454532"/>
                  </a:lnTo>
                  <a:lnTo>
                    <a:pt x="1396" y="455675"/>
                  </a:lnTo>
                  <a:lnTo>
                    <a:pt x="3009" y="455675"/>
                  </a:lnTo>
                  <a:lnTo>
                    <a:pt x="367576" y="455675"/>
                  </a:lnTo>
                  <a:lnTo>
                    <a:pt x="369201" y="455675"/>
                  </a:lnTo>
                  <a:lnTo>
                    <a:pt x="370598" y="454532"/>
                  </a:lnTo>
                  <a:lnTo>
                    <a:pt x="370598" y="452627"/>
                  </a:lnTo>
                  <a:lnTo>
                    <a:pt x="370598" y="408558"/>
                  </a:lnTo>
                  <a:lnTo>
                    <a:pt x="413237" y="399039"/>
                  </a:lnTo>
                  <a:lnTo>
                    <a:pt x="448027" y="374888"/>
                  </a:lnTo>
                  <a:lnTo>
                    <a:pt x="471468" y="339568"/>
                  </a:lnTo>
                  <a:lnTo>
                    <a:pt x="480059" y="296545"/>
                  </a:lnTo>
                  <a:lnTo>
                    <a:pt x="480059" y="294004"/>
                  </a:lnTo>
                  <a:lnTo>
                    <a:pt x="471266" y="250443"/>
                  </a:lnTo>
                  <a:lnTo>
                    <a:pt x="447274" y="214788"/>
                  </a:lnTo>
                  <a:lnTo>
                    <a:pt x="411672" y="190706"/>
                  </a:lnTo>
                  <a:lnTo>
                    <a:pt x="368045" y="181863"/>
                  </a:lnTo>
                  <a:close/>
                </a:path>
              </a:pathLst>
            </a:custGeom>
            <a:ln w="3175">
              <a:solidFill>
                <a:srgbClr val="0078D6"/>
              </a:solidFill>
            </a:ln>
          </p:spPr>
          <p:txBody>
            <a:bodyPr wrap="square" lIns="0" tIns="0" rIns="0" bIns="0" rtlCol="0"/>
            <a:lstStyle/>
            <a:p>
              <a:endParaRPr/>
            </a:p>
          </p:txBody>
        </p:sp>
        <p:sp>
          <p:nvSpPr>
            <p:cNvPr id="17" name="object 17"/>
            <p:cNvSpPr/>
            <p:nvPr/>
          </p:nvSpPr>
          <p:spPr>
            <a:xfrm>
              <a:off x="1117854" y="3426714"/>
              <a:ext cx="140335" cy="139065"/>
            </a:xfrm>
            <a:custGeom>
              <a:avLst/>
              <a:gdLst/>
              <a:ahLst/>
              <a:cxnLst/>
              <a:rect l="l" t="t" r="r" b="b"/>
              <a:pathLst>
                <a:path w="140334" h="139064">
                  <a:moveTo>
                    <a:pt x="71856" y="0"/>
                  </a:moveTo>
                  <a:lnTo>
                    <a:pt x="68351" y="0"/>
                  </a:lnTo>
                  <a:lnTo>
                    <a:pt x="66954" y="1397"/>
                  </a:lnTo>
                  <a:lnTo>
                    <a:pt x="66954" y="66166"/>
                  </a:lnTo>
                  <a:lnTo>
                    <a:pt x="1396" y="66166"/>
                  </a:lnTo>
                  <a:lnTo>
                    <a:pt x="0" y="67563"/>
                  </a:lnTo>
                  <a:lnTo>
                    <a:pt x="0" y="71120"/>
                  </a:lnTo>
                  <a:lnTo>
                    <a:pt x="1396" y="72516"/>
                  </a:lnTo>
                  <a:lnTo>
                    <a:pt x="66954" y="72516"/>
                  </a:lnTo>
                  <a:lnTo>
                    <a:pt x="66954" y="137287"/>
                  </a:lnTo>
                  <a:lnTo>
                    <a:pt x="68351" y="138684"/>
                  </a:lnTo>
                  <a:lnTo>
                    <a:pt x="71856" y="138684"/>
                  </a:lnTo>
                  <a:lnTo>
                    <a:pt x="73253" y="137287"/>
                  </a:lnTo>
                  <a:lnTo>
                    <a:pt x="73253" y="72516"/>
                  </a:lnTo>
                  <a:lnTo>
                    <a:pt x="138811" y="72516"/>
                  </a:lnTo>
                  <a:lnTo>
                    <a:pt x="140208" y="71120"/>
                  </a:lnTo>
                  <a:lnTo>
                    <a:pt x="140208" y="67563"/>
                  </a:lnTo>
                  <a:lnTo>
                    <a:pt x="138811" y="66166"/>
                  </a:lnTo>
                  <a:lnTo>
                    <a:pt x="73253" y="66166"/>
                  </a:lnTo>
                  <a:lnTo>
                    <a:pt x="73253" y="1397"/>
                  </a:lnTo>
                  <a:close/>
                </a:path>
              </a:pathLst>
            </a:custGeom>
            <a:solidFill>
              <a:srgbClr val="505050"/>
            </a:solidFill>
          </p:spPr>
          <p:txBody>
            <a:bodyPr wrap="square" lIns="0" tIns="0" rIns="0" bIns="0" rtlCol="0"/>
            <a:lstStyle/>
            <a:p>
              <a:endParaRPr/>
            </a:p>
          </p:txBody>
        </p:sp>
        <p:sp>
          <p:nvSpPr>
            <p:cNvPr id="18" name="object 18"/>
            <p:cNvSpPr/>
            <p:nvPr/>
          </p:nvSpPr>
          <p:spPr>
            <a:xfrm>
              <a:off x="1117854" y="3426714"/>
              <a:ext cx="140335" cy="139065"/>
            </a:xfrm>
            <a:custGeom>
              <a:avLst/>
              <a:gdLst/>
              <a:ahLst/>
              <a:cxnLst/>
              <a:rect l="l" t="t" r="r" b="b"/>
              <a:pathLst>
                <a:path w="140334" h="139064">
                  <a:moveTo>
                    <a:pt x="137172" y="66166"/>
                  </a:moveTo>
                  <a:lnTo>
                    <a:pt x="73253" y="66166"/>
                  </a:lnTo>
                  <a:lnTo>
                    <a:pt x="73253" y="3048"/>
                  </a:lnTo>
                  <a:lnTo>
                    <a:pt x="73253" y="1397"/>
                  </a:lnTo>
                  <a:lnTo>
                    <a:pt x="71856" y="0"/>
                  </a:lnTo>
                  <a:lnTo>
                    <a:pt x="70218" y="0"/>
                  </a:lnTo>
                  <a:lnTo>
                    <a:pt x="68351" y="0"/>
                  </a:lnTo>
                  <a:lnTo>
                    <a:pt x="66954" y="1397"/>
                  </a:lnTo>
                  <a:lnTo>
                    <a:pt x="66954" y="3048"/>
                  </a:lnTo>
                  <a:lnTo>
                    <a:pt x="66954" y="66166"/>
                  </a:lnTo>
                  <a:lnTo>
                    <a:pt x="3035" y="66166"/>
                  </a:lnTo>
                  <a:lnTo>
                    <a:pt x="1396" y="66166"/>
                  </a:lnTo>
                  <a:lnTo>
                    <a:pt x="0" y="67563"/>
                  </a:lnTo>
                  <a:lnTo>
                    <a:pt x="0" y="69469"/>
                  </a:lnTo>
                  <a:lnTo>
                    <a:pt x="0" y="71120"/>
                  </a:lnTo>
                  <a:lnTo>
                    <a:pt x="1396" y="72516"/>
                  </a:lnTo>
                  <a:lnTo>
                    <a:pt x="3035" y="72516"/>
                  </a:lnTo>
                  <a:lnTo>
                    <a:pt x="66954" y="72516"/>
                  </a:lnTo>
                  <a:lnTo>
                    <a:pt x="66954" y="135636"/>
                  </a:lnTo>
                  <a:lnTo>
                    <a:pt x="66954" y="137287"/>
                  </a:lnTo>
                  <a:lnTo>
                    <a:pt x="68351" y="138684"/>
                  </a:lnTo>
                  <a:lnTo>
                    <a:pt x="70218" y="138684"/>
                  </a:lnTo>
                  <a:lnTo>
                    <a:pt x="71856" y="138684"/>
                  </a:lnTo>
                  <a:lnTo>
                    <a:pt x="73253" y="137287"/>
                  </a:lnTo>
                  <a:lnTo>
                    <a:pt x="73253" y="135636"/>
                  </a:lnTo>
                  <a:lnTo>
                    <a:pt x="73253" y="72516"/>
                  </a:lnTo>
                  <a:lnTo>
                    <a:pt x="137172" y="72516"/>
                  </a:lnTo>
                  <a:lnTo>
                    <a:pt x="138811" y="72516"/>
                  </a:lnTo>
                  <a:lnTo>
                    <a:pt x="140208" y="71120"/>
                  </a:lnTo>
                  <a:lnTo>
                    <a:pt x="140208" y="69469"/>
                  </a:lnTo>
                  <a:lnTo>
                    <a:pt x="140208" y="67563"/>
                  </a:lnTo>
                  <a:lnTo>
                    <a:pt x="138811" y="66166"/>
                  </a:lnTo>
                  <a:lnTo>
                    <a:pt x="137172" y="66166"/>
                  </a:lnTo>
                  <a:close/>
                </a:path>
              </a:pathLst>
            </a:custGeom>
            <a:ln w="3175">
              <a:solidFill>
                <a:srgbClr val="0078D6"/>
              </a:solidFill>
            </a:ln>
          </p:spPr>
          <p:txBody>
            <a:bodyPr wrap="square" lIns="0" tIns="0" rIns="0" bIns="0" rtlCol="0"/>
            <a:lstStyle/>
            <a:p>
              <a:endParaRPr/>
            </a:p>
          </p:txBody>
        </p:sp>
      </p:grpSp>
      <p:sp>
        <p:nvSpPr>
          <p:cNvPr id="19" name="object 19"/>
          <p:cNvSpPr txBox="1"/>
          <p:nvPr/>
        </p:nvSpPr>
        <p:spPr>
          <a:xfrm>
            <a:off x="3707638" y="3965905"/>
            <a:ext cx="1211580" cy="400050"/>
          </a:xfrm>
          <a:prstGeom prst="rect">
            <a:avLst/>
          </a:prstGeom>
        </p:spPr>
        <p:txBody>
          <a:bodyPr vert="horz" wrap="square" lIns="0" tIns="15875" rIns="0" bIns="0" rtlCol="0">
            <a:spAutoFit/>
          </a:bodyPr>
          <a:lstStyle/>
          <a:p>
            <a:pPr marL="12700">
              <a:lnSpc>
                <a:spcPct val="100000"/>
              </a:lnSpc>
              <a:spcBef>
                <a:spcPts val="125"/>
              </a:spcBef>
            </a:pPr>
            <a:r>
              <a:rPr sz="1200" spc="-165" dirty="0">
                <a:solidFill>
                  <a:srgbClr val="505050"/>
                </a:solidFill>
                <a:latin typeface="Arial Black"/>
                <a:cs typeface="Arial Black"/>
              </a:rPr>
              <a:t>User is</a:t>
            </a:r>
            <a:r>
              <a:rPr sz="1200" spc="-10" dirty="0">
                <a:solidFill>
                  <a:srgbClr val="505050"/>
                </a:solidFill>
                <a:latin typeface="Arial Black"/>
                <a:cs typeface="Arial Black"/>
              </a:rPr>
              <a:t> </a:t>
            </a:r>
            <a:r>
              <a:rPr sz="1200" spc="-110" dirty="0">
                <a:solidFill>
                  <a:srgbClr val="505050"/>
                </a:solidFill>
                <a:latin typeface="Arial Black"/>
                <a:cs typeface="Arial Black"/>
              </a:rPr>
              <a:t>prompted</a:t>
            </a:r>
            <a:endParaRPr sz="1200">
              <a:latin typeface="Arial Black"/>
              <a:cs typeface="Arial Black"/>
            </a:endParaRPr>
          </a:p>
          <a:p>
            <a:pPr marL="12700">
              <a:lnSpc>
                <a:spcPct val="100000"/>
              </a:lnSpc>
              <a:spcBef>
                <a:spcPts val="40"/>
              </a:spcBef>
            </a:pPr>
            <a:r>
              <a:rPr sz="1200" spc="-105" dirty="0">
                <a:solidFill>
                  <a:srgbClr val="505050"/>
                </a:solidFill>
                <a:latin typeface="Arial Black"/>
                <a:cs typeface="Arial Black"/>
              </a:rPr>
              <a:t>to </a:t>
            </a:r>
            <a:r>
              <a:rPr sz="1200" spc="-165" dirty="0">
                <a:solidFill>
                  <a:srgbClr val="505050"/>
                </a:solidFill>
                <a:latin typeface="Arial Black"/>
                <a:cs typeface="Arial Black"/>
              </a:rPr>
              <a:t>create </a:t>
            </a:r>
            <a:r>
              <a:rPr sz="1200" spc="-180" dirty="0">
                <a:solidFill>
                  <a:srgbClr val="505050"/>
                </a:solidFill>
                <a:latin typeface="Arial Black"/>
                <a:cs typeface="Arial Black"/>
              </a:rPr>
              <a:t>a</a:t>
            </a:r>
            <a:r>
              <a:rPr sz="1200" spc="-200" dirty="0">
                <a:solidFill>
                  <a:srgbClr val="505050"/>
                </a:solidFill>
                <a:latin typeface="Arial Black"/>
                <a:cs typeface="Arial Black"/>
              </a:rPr>
              <a:t> </a:t>
            </a:r>
            <a:r>
              <a:rPr sz="1200" spc="-145" dirty="0">
                <a:solidFill>
                  <a:srgbClr val="505050"/>
                </a:solidFill>
                <a:latin typeface="Arial Black"/>
                <a:cs typeface="Arial Black"/>
              </a:rPr>
              <a:t>PIN</a:t>
            </a:r>
            <a:endParaRPr sz="1200">
              <a:latin typeface="Arial Black"/>
              <a:cs typeface="Arial Black"/>
            </a:endParaRPr>
          </a:p>
        </p:txBody>
      </p:sp>
      <p:sp>
        <p:nvSpPr>
          <p:cNvPr id="20" name="object 20"/>
          <p:cNvSpPr txBox="1"/>
          <p:nvPr/>
        </p:nvSpPr>
        <p:spPr>
          <a:xfrm>
            <a:off x="5322189" y="3967098"/>
            <a:ext cx="1198880" cy="773430"/>
          </a:xfrm>
          <a:prstGeom prst="rect">
            <a:avLst/>
          </a:prstGeom>
        </p:spPr>
        <p:txBody>
          <a:bodyPr vert="horz" wrap="square" lIns="0" tIns="11430" rIns="0" bIns="0" rtlCol="0">
            <a:spAutoFit/>
          </a:bodyPr>
          <a:lstStyle/>
          <a:p>
            <a:pPr marL="12700" marR="5080">
              <a:lnSpc>
                <a:spcPct val="102299"/>
              </a:lnSpc>
              <a:spcBef>
                <a:spcPts val="90"/>
              </a:spcBef>
            </a:pPr>
            <a:r>
              <a:rPr sz="1200" spc="-165" dirty="0">
                <a:solidFill>
                  <a:srgbClr val="505050"/>
                </a:solidFill>
                <a:latin typeface="Arial Black"/>
                <a:cs typeface="Arial Black"/>
              </a:rPr>
              <a:t>User </a:t>
            </a:r>
            <a:r>
              <a:rPr sz="1200" spc="-135" dirty="0">
                <a:solidFill>
                  <a:srgbClr val="505050"/>
                </a:solidFill>
                <a:latin typeface="Arial Black"/>
                <a:cs typeface="Arial Black"/>
              </a:rPr>
              <a:t>edits  </a:t>
            </a:r>
            <a:r>
              <a:rPr sz="1200" spc="-130" dirty="0">
                <a:solidFill>
                  <a:srgbClr val="505050"/>
                </a:solidFill>
                <a:latin typeface="Arial Black"/>
                <a:cs typeface="Arial Black"/>
              </a:rPr>
              <a:t>document</a:t>
            </a:r>
            <a:r>
              <a:rPr sz="1200" spc="-165" dirty="0">
                <a:solidFill>
                  <a:srgbClr val="505050"/>
                </a:solidFill>
                <a:latin typeface="Arial Black"/>
                <a:cs typeface="Arial Black"/>
              </a:rPr>
              <a:t> </a:t>
            </a:r>
            <a:r>
              <a:rPr sz="1200" spc="-135" dirty="0">
                <a:solidFill>
                  <a:srgbClr val="505050"/>
                </a:solidFill>
                <a:latin typeface="Arial Black"/>
                <a:cs typeface="Arial Black"/>
              </a:rPr>
              <a:t>stored  </a:t>
            </a:r>
            <a:r>
              <a:rPr sz="1200" spc="-110" dirty="0">
                <a:solidFill>
                  <a:srgbClr val="505050"/>
                </a:solidFill>
                <a:latin typeface="Arial Black"/>
                <a:cs typeface="Arial Black"/>
              </a:rPr>
              <a:t>in </a:t>
            </a:r>
            <a:r>
              <a:rPr sz="1200" spc="-120" dirty="0">
                <a:solidFill>
                  <a:srgbClr val="505050"/>
                </a:solidFill>
                <a:latin typeface="Arial Black"/>
                <a:cs typeface="Arial Black"/>
              </a:rPr>
              <a:t>OneDrive </a:t>
            </a:r>
            <a:r>
              <a:rPr sz="1200" spc="-95" dirty="0">
                <a:solidFill>
                  <a:srgbClr val="505050"/>
                </a:solidFill>
                <a:latin typeface="Arial Black"/>
                <a:cs typeface="Arial Black"/>
              </a:rPr>
              <a:t>for  </a:t>
            </a:r>
            <a:r>
              <a:rPr sz="1200" spc="-175" dirty="0">
                <a:solidFill>
                  <a:srgbClr val="505050"/>
                </a:solidFill>
                <a:latin typeface="Arial Black"/>
                <a:cs typeface="Arial Black"/>
              </a:rPr>
              <a:t>Business</a:t>
            </a:r>
            <a:endParaRPr sz="1200">
              <a:latin typeface="Arial Black"/>
              <a:cs typeface="Arial Black"/>
            </a:endParaRPr>
          </a:p>
        </p:txBody>
      </p:sp>
      <p:sp>
        <p:nvSpPr>
          <p:cNvPr id="21" name="object 21"/>
          <p:cNvSpPr txBox="1"/>
          <p:nvPr/>
        </p:nvSpPr>
        <p:spPr>
          <a:xfrm>
            <a:off x="7096125" y="3964889"/>
            <a:ext cx="1021715" cy="400685"/>
          </a:xfrm>
          <a:prstGeom prst="rect">
            <a:avLst/>
          </a:prstGeom>
        </p:spPr>
        <p:txBody>
          <a:bodyPr vert="horz" wrap="square" lIns="0" tIns="15875" rIns="0" bIns="0" rtlCol="0">
            <a:spAutoFit/>
          </a:bodyPr>
          <a:lstStyle/>
          <a:p>
            <a:pPr marL="12700">
              <a:lnSpc>
                <a:spcPct val="100000"/>
              </a:lnSpc>
              <a:spcBef>
                <a:spcPts val="125"/>
              </a:spcBef>
            </a:pPr>
            <a:r>
              <a:rPr sz="1200" spc="-165" dirty="0">
                <a:solidFill>
                  <a:srgbClr val="505050"/>
                </a:solidFill>
                <a:latin typeface="Arial Black"/>
                <a:cs typeface="Arial Black"/>
              </a:rPr>
              <a:t>User</a:t>
            </a:r>
            <a:r>
              <a:rPr sz="1200" spc="-80" dirty="0">
                <a:solidFill>
                  <a:srgbClr val="505050"/>
                </a:solidFill>
                <a:latin typeface="Arial Black"/>
                <a:cs typeface="Arial Black"/>
              </a:rPr>
              <a:t> </a:t>
            </a:r>
            <a:r>
              <a:rPr sz="1200" spc="-185" dirty="0">
                <a:solidFill>
                  <a:srgbClr val="505050"/>
                </a:solidFill>
                <a:latin typeface="Arial Black"/>
                <a:cs typeface="Arial Black"/>
              </a:rPr>
              <a:t>saves</a:t>
            </a:r>
            <a:endParaRPr sz="1200">
              <a:latin typeface="Arial Black"/>
              <a:cs typeface="Arial Black"/>
            </a:endParaRPr>
          </a:p>
          <a:p>
            <a:pPr marL="12700">
              <a:lnSpc>
                <a:spcPct val="100000"/>
              </a:lnSpc>
              <a:spcBef>
                <a:spcPts val="40"/>
              </a:spcBef>
            </a:pPr>
            <a:r>
              <a:rPr sz="1200" spc="-130" dirty="0">
                <a:solidFill>
                  <a:srgbClr val="505050"/>
                </a:solidFill>
                <a:latin typeface="Arial Black"/>
                <a:cs typeface="Arial Black"/>
              </a:rPr>
              <a:t>document</a:t>
            </a:r>
            <a:r>
              <a:rPr sz="1200" spc="-165" dirty="0">
                <a:solidFill>
                  <a:srgbClr val="505050"/>
                </a:solidFill>
                <a:latin typeface="Arial Black"/>
                <a:cs typeface="Arial Black"/>
              </a:rPr>
              <a:t> </a:t>
            </a:r>
            <a:r>
              <a:rPr sz="1200" spc="-170" dirty="0">
                <a:solidFill>
                  <a:srgbClr val="505050"/>
                </a:solidFill>
                <a:latin typeface="Arial Black"/>
                <a:cs typeface="Arial Black"/>
              </a:rPr>
              <a:t>to…</a:t>
            </a:r>
            <a:endParaRPr sz="1200">
              <a:latin typeface="Arial Black"/>
              <a:cs typeface="Arial Black"/>
            </a:endParaRPr>
          </a:p>
        </p:txBody>
      </p:sp>
      <p:grpSp>
        <p:nvGrpSpPr>
          <p:cNvPr id="22" name="object 22"/>
          <p:cNvGrpSpPr/>
          <p:nvPr/>
        </p:nvGrpSpPr>
        <p:grpSpPr>
          <a:xfrm>
            <a:off x="5399532" y="2970276"/>
            <a:ext cx="914400" cy="914400"/>
            <a:chOff x="5399532" y="2970276"/>
            <a:chExt cx="914400" cy="914400"/>
          </a:xfrm>
        </p:grpSpPr>
        <p:sp>
          <p:nvSpPr>
            <p:cNvPr id="23" name="object 23"/>
            <p:cNvSpPr/>
            <p:nvPr/>
          </p:nvSpPr>
          <p:spPr>
            <a:xfrm>
              <a:off x="5399532" y="2970276"/>
              <a:ext cx="914400" cy="914400"/>
            </a:xfrm>
            <a:custGeom>
              <a:avLst/>
              <a:gdLst/>
              <a:ahLst/>
              <a:cxnLst/>
              <a:rect l="l" t="t" r="r" b="b"/>
              <a:pathLst>
                <a:path w="914400" h="914400">
                  <a:moveTo>
                    <a:pt x="457200" y="0"/>
                  </a:moveTo>
                  <a:lnTo>
                    <a:pt x="410458" y="2360"/>
                  </a:lnTo>
                  <a:lnTo>
                    <a:pt x="365066" y="9289"/>
                  </a:lnTo>
                  <a:lnTo>
                    <a:pt x="321253" y="20557"/>
                  </a:lnTo>
                  <a:lnTo>
                    <a:pt x="279249" y="35933"/>
                  </a:lnTo>
                  <a:lnTo>
                    <a:pt x="239283" y="55187"/>
                  </a:lnTo>
                  <a:lnTo>
                    <a:pt x="201587" y="78090"/>
                  </a:lnTo>
                  <a:lnTo>
                    <a:pt x="166390" y="104411"/>
                  </a:lnTo>
                  <a:lnTo>
                    <a:pt x="133921" y="133921"/>
                  </a:lnTo>
                  <a:lnTo>
                    <a:pt x="104411" y="166390"/>
                  </a:lnTo>
                  <a:lnTo>
                    <a:pt x="78090" y="201587"/>
                  </a:lnTo>
                  <a:lnTo>
                    <a:pt x="55187" y="239283"/>
                  </a:lnTo>
                  <a:lnTo>
                    <a:pt x="35933" y="279249"/>
                  </a:lnTo>
                  <a:lnTo>
                    <a:pt x="20557" y="321253"/>
                  </a:lnTo>
                  <a:lnTo>
                    <a:pt x="9289" y="365066"/>
                  </a:lnTo>
                  <a:lnTo>
                    <a:pt x="2360" y="410458"/>
                  </a:lnTo>
                  <a:lnTo>
                    <a:pt x="0" y="457200"/>
                  </a:lnTo>
                  <a:lnTo>
                    <a:pt x="2360" y="503941"/>
                  </a:lnTo>
                  <a:lnTo>
                    <a:pt x="9289" y="549333"/>
                  </a:lnTo>
                  <a:lnTo>
                    <a:pt x="20557" y="593146"/>
                  </a:lnTo>
                  <a:lnTo>
                    <a:pt x="35933" y="635150"/>
                  </a:lnTo>
                  <a:lnTo>
                    <a:pt x="55187" y="675116"/>
                  </a:lnTo>
                  <a:lnTo>
                    <a:pt x="78090" y="712812"/>
                  </a:lnTo>
                  <a:lnTo>
                    <a:pt x="104411" y="748009"/>
                  </a:lnTo>
                  <a:lnTo>
                    <a:pt x="133921" y="780478"/>
                  </a:lnTo>
                  <a:lnTo>
                    <a:pt x="166390" y="809988"/>
                  </a:lnTo>
                  <a:lnTo>
                    <a:pt x="201587" y="836309"/>
                  </a:lnTo>
                  <a:lnTo>
                    <a:pt x="239283" y="859212"/>
                  </a:lnTo>
                  <a:lnTo>
                    <a:pt x="279249" y="878466"/>
                  </a:lnTo>
                  <a:lnTo>
                    <a:pt x="321253" y="893842"/>
                  </a:lnTo>
                  <a:lnTo>
                    <a:pt x="365066" y="905110"/>
                  </a:lnTo>
                  <a:lnTo>
                    <a:pt x="410458" y="912039"/>
                  </a:lnTo>
                  <a:lnTo>
                    <a:pt x="457200" y="914400"/>
                  </a:lnTo>
                  <a:lnTo>
                    <a:pt x="503941" y="912039"/>
                  </a:lnTo>
                  <a:lnTo>
                    <a:pt x="549333" y="905110"/>
                  </a:lnTo>
                  <a:lnTo>
                    <a:pt x="593146" y="893842"/>
                  </a:lnTo>
                  <a:lnTo>
                    <a:pt x="635150" y="878466"/>
                  </a:lnTo>
                  <a:lnTo>
                    <a:pt x="675116" y="859212"/>
                  </a:lnTo>
                  <a:lnTo>
                    <a:pt x="712812" y="836309"/>
                  </a:lnTo>
                  <a:lnTo>
                    <a:pt x="748009" y="809988"/>
                  </a:lnTo>
                  <a:lnTo>
                    <a:pt x="780478" y="780478"/>
                  </a:lnTo>
                  <a:lnTo>
                    <a:pt x="809988" y="748009"/>
                  </a:lnTo>
                  <a:lnTo>
                    <a:pt x="836309" y="712812"/>
                  </a:lnTo>
                  <a:lnTo>
                    <a:pt x="859212" y="675116"/>
                  </a:lnTo>
                  <a:lnTo>
                    <a:pt x="878466" y="635150"/>
                  </a:lnTo>
                  <a:lnTo>
                    <a:pt x="893842" y="593146"/>
                  </a:lnTo>
                  <a:lnTo>
                    <a:pt x="905110" y="549333"/>
                  </a:lnTo>
                  <a:lnTo>
                    <a:pt x="912039" y="503941"/>
                  </a:lnTo>
                  <a:lnTo>
                    <a:pt x="914400" y="457200"/>
                  </a:lnTo>
                  <a:lnTo>
                    <a:pt x="912039" y="410458"/>
                  </a:lnTo>
                  <a:lnTo>
                    <a:pt x="905110" y="365066"/>
                  </a:lnTo>
                  <a:lnTo>
                    <a:pt x="893842" y="321253"/>
                  </a:lnTo>
                  <a:lnTo>
                    <a:pt x="878466" y="279249"/>
                  </a:lnTo>
                  <a:lnTo>
                    <a:pt x="859212" y="239283"/>
                  </a:lnTo>
                  <a:lnTo>
                    <a:pt x="836309" y="201587"/>
                  </a:lnTo>
                  <a:lnTo>
                    <a:pt x="809988" y="166390"/>
                  </a:lnTo>
                  <a:lnTo>
                    <a:pt x="780478" y="133921"/>
                  </a:lnTo>
                  <a:lnTo>
                    <a:pt x="748009" y="104411"/>
                  </a:lnTo>
                  <a:lnTo>
                    <a:pt x="712812" y="78090"/>
                  </a:lnTo>
                  <a:lnTo>
                    <a:pt x="675116" y="55187"/>
                  </a:lnTo>
                  <a:lnTo>
                    <a:pt x="635150" y="35933"/>
                  </a:lnTo>
                  <a:lnTo>
                    <a:pt x="593146" y="20557"/>
                  </a:lnTo>
                  <a:lnTo>
                    <a:pt x="549333" y="9289"/>
                  </a:lnTo>
                  <a:lnTo>
                    <a:pt x="503941" y="2360"/>
                  </a:lnTo>
                  <a:lnTo>
                    <a:pt x="457200" y="0"/>
                  </a:lnTo>
                  <a:close/>
                </a:path>
              </a:pathLst>
            </a:custGeom>
            <a:solidFill>
              <a:srgbClr val="DCDCDC"/>
            </a:solidFill>
          </p:spPr>
          <p:txBody>
            <a:bodyPr wrap="square" lIns="0" tIns="0" rIns="0" bIns="0" rtlCol="0"/>
            <a:lstStyle/>
            <a:p>
              <a:endParaRPr/>
            </a:p>
          </p:txBody>
        </p:sp>
        <p:sp>
          <p:nvSpPr>
            <p:cNvPr id="24" name="object 24"/>
            <p:cNvSpPr/>
            <p:nvPr/>
          </p:nvSpPr>
          <p:spPr>
            <a:xfrm>
              <a:off x="5678424" y="3192780"/>
              <a:ext cx="355600" cy="471170"/>
            </a:xfrm>
            <a:custGeom>
              <a:avLst/>
              <a:gdLst/>
              <a:ahLst/>
              <a:cxnLst/>
              <a:rect l="l" t="t" r="r" b="b"/>
              <a:pathLst>
                <a:path w="355600" h="471170">
                  <a:moveTo>
                    <a:pt x="26797" y="0"/>
                  </a:moveTo>
                  <a:lnTo>
                    <a:pt x="16555" y="1833"/>
                  </a:lnTo>
                  <a:lnTo>
                    <a:pt x="8016" y="6953"/>
                  </a:lnTo>
                  <a:lnTo>
                    <a:pt x="2168" y="14787"/>
                  </a:lnTo>
                  <a:lnTo>
                    <a:pt x="0" y="24765"/>
                  </a:lnTo>
                  <a:lnTo>
                    <a:pt x="0" y="268378"/>
                  </a:lnTo>
                  <a:lnTo>
                    <a:pt x="0" y="393477"/>
                  </a:lnTo>
                  <a:lnTo>
                    <a:pt x="0" y="439566"/>
                  </a:lnTo>
                  <a:lnTo>
                    <a:pt x="0" y="446151"/>
                  </a:lnTo>
                  <a:lnTo>
                    <a:pt x="2168" y="456128"/>
                  </a:lnTo>
                  <a:lnTo>
                    <a:pt x="8016" y="463962"/>
                  </a:lnTo>
                  <a:lnTo>
                    <a:pt x="16555" y="469082"/>
                  </a:lnTo>
                  <a:lnTo>
                    <a:pt x="26797" y="470916"/>
                  </a:lnTo>
                  <a:lnTo>
                    <a:pt x="201100" y="470916"/>
                  </a:lnTo>
                  <a:lnTo>
                    <a:pt x="290607" y="470916"/>
                  </a:lnTo>
                  <a:lnTo>
                    <a:pt x="323584" y="470916"/>
                  </a:lnTo>
                  <a:lnTo>
                    <a:pt x="328295" y="470916"/>
                  </a:lnTo>
                  <a:lnTo>
                    <a:pt x="338536" y="469082"/>
                  </a:lnTo>
                  <a:lnTo>
                    <a:pt x="347075" y="463962"/>
                  </a:lnTo>
                  <a:lnTo>
                    <a:pt x="352923" y="456128"/>
                  </a:lnTo>
                  <a:lnTo>
                    <a:pt x="355091" y="446151"/>
                  </a:lnTo>
                  <a:lnTo>
                    <a:pt x="355091" y="258704"/>
                  </a:lnTo>
                  <a:lnTo>
                    <a:pt x="355091" y="162448"/>
                  </a:lnTo>
                  <a:lnTo>
                    <a:pt x="355091" y="126986"/>
                  </a:lnTo>
                  <a:lnTo>
                    <a:pt x="355091" y="121920"/>
                  </a:lnTo>
                  <a:lnTo>
                    <a:pt x="281082" y="51435"/>
                  </a:lnTo>
                  <a:lnTo>
                    <a:pt x="243077" y="15239"/>
                  </a:lnTo>
                  <a:lnTo>
                    <a:pt x="229076" y="1904"/>
                  </a:lnTo>
                  <a:lnTo>
                    <a:pt x="227075" y="0"/>
                  </a:lnTo>
                  <a:lnTo>
                    <a:pt x="26797" y="0"/>
                  </a:lnTo>
                  <a:close/>
                </a:path>
              </a:pathLst>
            </a:custGeom>
            <a:ln w="12191">
              <a:solidFill>
                <a:srgbClr val="0078D6"/>
              </a:solidFill>
            </a:ln>
          </p:spPr>
          <p:txBody>
            <a:bodyPr wrap="square" lIns="0" tIns="0" rIns="0" bIns="0" rtlCol="0"/>
            <a:lstStyle/>
            <a:p>
              <a:endParaRPr/>
            </a:p>
          </p:txBody>
        </p:sp>
        <p:sp>
          <p:nvSpPr>
            <p:cNvPr id="25" name="object 25"/>
            <p:cNvSpPr/>
            <p:nvPr/>
          </p:nvSpPr>
          <p:spPr>
            <a:xfrm>
              <a:off x="5899404" y="3186684"/>
              <a:ext cx="134112" cy="132588"/>
            </a:xfrm>
            <a:prstGeom prst="rect">
              <a:avLst/>
            </a:prstGeom>
            <a:blipFill>
              <a:blip r:embed="rId5" cstate="print"/>
              <a:stretch>
                <a:fillRect/>
              </a:stretch>
            </a:blipFill>
          </p:spPr>
          <p:txBody>
            <a:bodyPr wrap="square" lIns="0" tIns="0" rIns="0" bIns="0" rtlCol="0"/>
            <a:lstStyle/>
            <a:p>
              <a:endParaRPr/>
            </a:p>
          </p:txBody>
        </p:sp>
        <p:sp>
          <p:nvSpPr>
            <p:cNvPr id="26" name="object 26"/>
            <p:cNvSpPr/>
            <p:nvPr/>
          </p:nvSpPr>
          <p:spPr>
            <a:xfrm>
              <a:off x="5728716" y="3313176"/>
              <a:ext cx="253365" cy="287020"/>
            </a:xfrm>
            <a:custGeom>
              <a:avLst/>
              <a:gdLst/>
              <a:ahLst/>
              <a:cxnLst/>
              <a:rect l="l" t="t" r="r" b="b"/>
              <a:pathLst>
                <a:path w="253364" h="287020">
                  <a:moveTo>
                    <a:pt x="0" y="137160"/>
                  </a:moveTo>
                  <a:lnTo>
                    <a:pt x="54863" y="137160"/>
                  </a:lnTo>
                  <a:lnTo>
                    <a:pt x="54863" y="0"/>
                  </a:lnTo>
                  <a:lnTo>
                    <a:pt x="0" y="0"/>
                  </a:lnTo>
                  <a:lnTo>
                    <a:pt x="0" y="137160"/>
                  </a:lnTo>
                  <a:close/>
                </a:path>
                <a:path w="253364" h="287020">
                  <a:moveTo>
                    <a:pt x="83820" y="137160"/>
                  </a:moveTo>
                  <a:lnTo>
                    <a:pt x="124968" y="137160"/>
                  </a:lnTo>
                  <a:lnTo>
                    <a:pt x="124968" y="39624"/>
                  </a:lnTo>
                  <a:lnTo>
                    <a:pt x="83820" y="39624"/>
                  </a:lnTo>
                  <a:lnTo>
                    <a:pt x="83820" y="137160"/>
                  </a:lnTo>
                  <a:close/>
                </a:path>
                <a:path w="253364" h="287020">
                  <a:moveTo>
                    <a:pt x="153924" y="137160"/>
                  </a:moveTo>
                  <a:lnTo>
                    <a:pt x="188975" y="137160"/>
                  </a:lnTo>
                  <a:lnTo>
                    <a:pt x="188975" y="70104"/>
                  </a:lnTo>
                  <a:lnTo>
                    <a:pt x="153924" y="70104"/>
                  </a:lnTo>
                  <a:lnTo>
                    <a:pt x="153924" y="137160"/>
                  </a:lnTo>
                  <a:close/>
                </a:path>
                <a:path w="253364" h="287020">
                  <a:moveTo>
                    <a:pt x="248920" y="109727"/>
                  </a:moveTo>
                  <a:lnTo>
                    <a:pt x="251460" y="109727"/>
                  </a:lnTo>
                  <a:lnTo>
                    <a:pt x="251460" y="137160"/>
                  </a:lnTo>
                  <a:lnTo>
                    <a:pt x="217932" y="137160"/>
                  </a:lnTo>
                  <a:lnTo>
                    <a:pt x="217932" y="109727"/>
                  </a:lnTo>
                  <a:lnTo>
                    <a:pt x="248920" y="109727"/>
                  </a:lnTo>
                  <a:close/>
                </a:path>
                <a:path w="253364" h="287020">
                  <a:moveTo>
                    <a:pt x="94487" y="187451"/>
                  </a:moveTo>
                  <a:lnTo>
                    <a:pt x="0" y="187451"/>
                  </a:lnTo>
                </a:path>
                <a:path w="253364" h="287020">
                  <a:moveTo>
                    <a:pt x="71628" y="239268"/>
                  </a:moveTo>
                  <a:lnTo>
                    <a:pt x="0" y="239268"/>
                  </a:lnTo>
                </a:path>
                <a:path w="253364" h="287020">
                  <a:moveTo>
                    <a:pt x="94487" y="286512"/>
                  </a:moveTo>
                  <a:lnTo>
                    <a:pt x="0" y="286512"/>
                  </a:lnTo>
                </a:path>
                <a:path w="253364" h="287020">
                  <a:moveTo>
                    <a:pt x="252984" y="187451"/>
                  </a:moveTo>
                  <a:lnTo>
                    <a:pt x="158496" y="187451"/>
                  </a:lnTo>
                </a:path>
                <a:path w="253364" h="287020">
                  <a:moveTo>
                    <a:pt x="230124" y="239268"/>
                  </a:moveTo>
                  <a:lnTo>
                    <a:pt x="158496" y="239268"/>
                  </a:lnTo>
                </a:path>
                <a:path w="253364" h="287020">
                  <a:moveTo>
                    <a:pt x="252984" y="286512"/>
                  </a:moveTo>
                  <a:lnTo>
                    <a:pt x="158496" y="286512"/>
                  </a:lnTo>
                </a:path>
              </a:pathLst>
            </a:custGeom>
            <a:ln w="12192">
              <a:solidFill>
                <a:srgbClr val="0078D6"/>
              </a:solidFill>
            </a:ln>
          </p:spPr>
          <p:txBody>
            <a:bodyPr wrap="square" lIns="0" tIns="0" rIns="0" bIns="0" rtlCol="0"/>
            <a:lstStyle/>
            <a:p>
              <a:endParaRPr/>
            </a:p>
          </p:txBody>
        </p:sp>
      </p:grpSp>
      <p:sp>
        <p:nvSpPr>
          <p:cNvPr id="27" name="object 27"/>
          <p:cNvSpPr txBox="1"/>
          <p:nvPr/>
        </p:nvSpPr>
        <p:spPr>
          <a:xfrm>
            <a:off x="2228469" y="3965905"/>
            <a:ext cx="1196340" cy="586105"/>
          </a:xfrm>
          <a:prstGeom prst="rect">
            <a:avLst/>
          </a:prstGeom>
        </p:spPr>
        <p:txBody>
          <a:bodyPr vert="horz" wrap="square" lIns="0" tIns="12065" rIns="0" bIns="0" rtlCol="0">
            <a:spAutoFit/>
          </a:bodyPr>
          <a:lstStyle/>
          <a:p>
            <a:pPr marL="12700" marR="5080">
              <a:lnSpc>
                <a:spcPct val="102200"/>
              </a:lnSpc>
              <a:spcBef>
                <a:spcPts val="95"/>
              </a:spcBef>
            </a:pPr>
            <a:r>
              <a:rPr sz="1200" spc="-165" dirty="0">
                <a:solidFill>
                  <a:srgbClr val="505050"/>
                </a:solidFill>
                <a:latin typeface="Arial Black"/>
                <a:cs typeface="Arial Black"/>
              </a:rPr>
              <a:t>User </a:t>
            </a:r>
            <a:r>
              <a:rPr sz="1200" spc="-140" dirty="0">
                <a:solidFill>
                  <a:srgbClr val="505050"/>
                </a:solidFill>
                <a:latin typeface="Arial Black"/>
                <a:cs typeface="Arial Black"/>
              </a:rPr>
              <a:t>adds  </a:t>
            </a:r>
            <a:r>
              <a:rPr sz="1200" spc="-155" dirty="0">
                <a:solidFill>
                  <a:srgbClr val="505050"/>
                </a:solidFill>
                <a:latin typeface="Arial Black"/>
                <a:cs typeface="Arial Black"/>
              </a:rPr>
              <a:t>business account  </a:t>
            </a:r>
            <a:r>
              <a:rPr sz="1200" spc="-105" dirty="0">
                <a:solidFill>
                  <a:srgbClr val="505050"/>
                </a:solidFill>
                <a:latin typeface="Arial Black"/>
                <a:cs typeface="Arial Black"/>
              </a:rPr>
              <a:t>to </a:t>
            </a:r>
            <a:r>
              <a:rPr sz="1200" spc="-120" dirty="0">
                <a:solidFill>
                  <a:srgbClr val="505050"/>
                </a:solidFill>
                <a:latin typeface="Arial Black"/>
                <a:cs typeface="Arial Black"/>
              </a:rPr>
              <a:t>OneDrive</a:t>
            </a:r>
            <a:r>
              <a:rPr sz="1200" spc="-90" dirty="0">
                <a:solidFill>
                  <a:srgbClr val="505050"/>
                </a:solidFill>
                <a:latin typeface="Arial Black"/>
                <a:cs typeface="Arial Black"/>
              </a:rPr>
              <a:t> </a:t>
            </a:r>
            <a:r>
              <a:rPr sz="1200" spc="-114" dirty="0">
                <a:solidFill>
                  <a:srgbClr val="505050"/>
                </a:solidFill>
                <a:latin typeface="Arial Black"/>
                <a:cs typeface="Arial Black"/>
              </a:rPr>
              <a:t>app</a:t>
            </a:r>
            <a:endParaRPr sz="1200">
              <a:latin typeface="Arial Black"/>
              <a:cs typeface="Arial Black"/>
            </a:endParaRPr>
          </a:p>
        </p:txBody>
      </p:sp>
      <p:grpSp>
        <p:nvGrpSpPr>
          <p:cNvPr id="28" name="object 28"/>
          <p:cNvGrpSpPr/>
          <p:nvPr/>
        </p:nvGrpSpPr>
        <p:grpSpPr>
          <a:xfrm>
            <a:off x="2200655" y="2970276"/>
            <a:ext cx="914400" cy="914400"/>
            <a:chOff x="2200655" y="2970276"/>
            <a:chExt cx="914400" cy="914400"/>
          </a:xfrm>
        </p:grpSpPr>
        <p:sp>
          <p:nvSpPr>
            <p:cNvPr id="29" name="object 29"/>
            <p:cNvSpPr/>
            <p:nvPr/>
          </p:nvSpPr>
          <p:spPr>
            <a:xfrm>
              <a:off x="2200655" y="2970276"/>
              <a:ext cx="914400" cy="914400"/>
            </a:xfrm>
            <a:custGeom>
              <a:avLst/>
              <a:gdLst/>
              <a:ahLst/>
              <a:cxnLst/>
              <a:rect l="l" t="t" r="r" b="b"/>
              <a:pathLst>
                <a:path w="914400" h="914400">
                  <a:moveTo>
                    <a:pt x="457200" y="0"/>
                  </a:moveTo>
                  <a:lnTo>
                    <a:pt x="410458" y="2360"/>
                  </a:lnTo>
                  <a:lnTo>
                    <a:pt x="365066" y="9289"/>
                  </a:lnTo>
                  <a:lnTo>
                    <a:pt x="321253" y="20557"/>
                  </a:lnTo>
                  <a:lnTo>
                    <a:pt x="279249" y="35933"/>
                  </a:lnTo>
                  <a:lnTo>
                    <a:pt x="239283" y="55187"/>
                  </a:lnTo>
                  <a:lnTo>
                    <a:pt x="201587" y="78090"/>
                  </a:lnTo>
                  <a:lnTo>
                    <a:pt x="166390" y="104411"/>
                  </a:lnTo>
                  <a:lnTo>
                    <a:pt x="133921" y="133921"/>
                  </a:lnTo>
                  <a:lnTo>
                    <a:pt x="104411" y="166390"/>
                  </a:lnTo>
                  <a:lnTo>
                    <a:pt x="78090" y="201587"/>
                  </a:lnTo>
                  <a:lnTo>
                    <a:pt x="55187" y="239283"/>
                  </a:lnTo>
                  <a:lnTo>
                    <a:pt x="35933" y="279249"/>
                  </a:lnTo>
                  <a:lnTo>
                    <a:pt x="20557" y="321253"/>
                  </a:lnTo>
                  <a:lnTo>
                    <a:pt x="9289" y="365066"/>
                  </a:lnTo>
                  <a:lnTo>
                    <a:pt x="2360" y="410458"/>
                  </a:lnTo>
                  <a:lnTo>
                    <a:pt x="0" y="457200"/>
                  </a:lnTo>
                  <a:lnTo>
                    <a:pt x="2360" y="503941"/>
                  </a:lnTo>
                  <a:lnTo>
                    <a:pt x="9289" y="549333"/>
                  </a:lnTo>
                  <a:lnTo>
                    <a:pt x="20557" y="593146"/>
                  </a:lnTo>
                  <a:lnTo>
                    <a:pt x="35933" y="635150"/>
                  </a:lnTo>
                  <a:lnTo>
                    <a:pt x="55187" y="675116"/>
                  </a:lnTo>
                  <a:lnTo>
                    <a:pt x="78090" y="712812"/>
                  </a:lnTo>
                  <a:lnTo>
                    <a:pt x="104411" y="748009"/>
                  </a:lnTo>
                  <a:lnTo>
                    <a:pt x="133921" y="780478"/>
                  </a:lnTo>
                  <a:lnTo>
                    <a:pt x="166390" y="809988"/>
                  </a:lnTo>
                  <a:lnTo>
                    <a:pt x="201587" y="836309"/>
                  </a:lnTo>
                  <a:lnTo>
                    <a:pt x="239283" y="859212"/>
                  </a:lnTo>
                  <a:lnTo>
                    <a:pt x="279249" y="878466"/>
                  </a:lnTo>
                  <a:lnTo>
                    <a:pt x="321253" y="893842"/>
                  </a:lnTo>
                  <a:lnTo>
                    <a:pt x="365066" y="905110"/>
                  </a:lnTo>
                  <a:lnTo>
                    <a:pt x="410458" y="912039"/>
                  </a:lnTo>
                  <a:lnTo>
                    <a:pt x="457200" y="914400"/>
                  </a:lnTo>
                  <a:lnTo>
                    <a:pt x="503941" y="912039"/>
                  </a:lnTo>
                  <a:lnTo>
                    <a:pt x="549333" y="905110"/>
                  </a:lnTo>
                  <a:lnTo>
                    <a:pt x="593146" y="893842"/>
                  </a:lnTo>
                  <a:lnTo>
                    <a:pt x="635150" y="878466"/>
                  </a:lnTo>
                  <a:lnTo>
                    <a:pt x="675116" y="859212"/>
                  </a:lnTo>
                  <a:lnTo>
                    <a:pt x="712812" y="836309"/>
                  </a:lnTo>
                  <a:lnTo>
                    <a:pt x="748009" y="809988"/>
                  </a:lnTo>
                  <a:lnTo>
                    <a:pt x="780478" y="780478"/>
                  </a:lnTo>
                  <a:lnTo>
                    <a:pt x="809988" y="748009"/>
                  </a:lnTo>
                  <a:lnTo>
                    <a:pt x="836309" y="712812"/>
                  </a:lnTo>
                  <a:lnTo>
                    <a:pt x="859212" y="675116"/>
                  </a:lnTo>
                  <a:lnTo>
                    <a:pt x="878466" y="635150"/>
                  </a:lnTo>
                  <a:lnTo>
                    <a:pt x="893842" y="593146"/>
                  </a:lnTo>
                  <a:lnTo>
                    <a:pt x="905110" y="549333"/>
                  </a:lnTo>
                  <a:lnTo>
                    <a:pt x="912039" y="503941"/>
                  </a:lnTo>
                  <a:lnTo>
                    <a:pt x="914400" y="457200"/>
                  </a:lnTo>
                  <a:lnTo>
                    <a:pt x="912039" y="410458"/>
                  </a:lnTo>
                  <a:lnTo>
                    <a:pt x="905110" y="365066"/>
                  </a:lnTo>
                  <a:lnTo>
                    <a:pt x="893842" y="321253"/>
                  </a:lnTo>
                  <a:lnTo>
                    <a:pt x="878466" y="279249"/>
                  </a:lnTo>
                  <a:lnTo>
                    <a:pt x="859212" y="239283"/>
                  </a:lnTo>
                  <a:lnTo>
                    <a:pt x="836309" y="201587"/>
                  </a:lnTo>
                  <a:lnTo>
                    <a:pt x="809988" y="166390"/>
                  </a:lnTo>
                  <a:lnTo>
                    <a:pt x="780478" y="133921"/>
                  </a:lnTo>
                  <a:lnTo>
                    <a:pt x="748009" y="104411"/>
                  </a:lnTo>
                  <a:lnTo>
                    <a:pt x="712812" y="78090"/>
                  </a:lnTo>
                  <a:lnTo>
                    <a:pt x="675116" y="55187"/>
                  </a:lnTo>
                  <a:lnTo>
                    <a:pt x="635150" y="35933"/>
                  </a:lnTo>
                  <a:lnTo>
                    <a:pt x="593146" y="20557"/>
                  </a:lnTo>
                  <a:lnTo>
                    <a:pt x="549333" y="9289"/>
                  </a:lnTo>
                  <a:lnTo>
                    <a:pt x="503941" y="2360"/>
                  </a:lnTo>
                  <a:lnTo>
                    <a:pt x="457200" y="0"/>
                  </a:lnTo>
                  <a:close/>
                </a:path>
              </a:pathLst>
            </a:custGeom>
            <a:solidFill>
              <a:srgbClr val="DCDCDC"/>
            </a:solidFill>
          </p:spPr>
          <p:txBody>
            <a:bodyPr wrap="square" lIns="0" tIns="0" rIns="0" bIns="0" rtlCol="0"/>
            <a:lstStyle/>
            <a:p>
              <a:endParaRPr/>
            </a:p>
          </p:txBody>
        </p:sp>
        <p:sp>
          <p:nvSpPr>
            <p:cNvPr id="30" name="object 30"/>
            <p:cNvSpPr/>
            <p:nvPr/>
          </p:nvSpPr>
          <p:spPr>
            <a:xfrm>
              <a:off x="2368295" y="3227478"/>
              <a:ext cx="581025" cy="346710"/>
            </a:xfrm>
            <a:custGeom>
              <a:avLst/>
              <a:gdLst/>
              <a:ahLst/>
              <a:cxnLst/>
              <a:rect l="l" t="t" r="r" b="b"/>
              <a:pathLst>
                <a:path w="581025" h="346710">
                  <a:moveTo>
                    <a:pt x="327834" y="94230"/>
                  </a:moveTo>
                  <a:lnTo>
                    <a:pt x="287020" y="96492"/>
                  </a:lnTo>
                  <a:lnTo>
                    <a:pt x="247122" y="106947"/>
                  </a:lnTo>
                  <a:lnTo>
                    <a:pt x="216475" y="144766"/>
                  </a:lnTo>
                  <a:lnTo>
                    <a:pt x="211581" y="189583"/>
                  </a:lnTo>
                  <a:lnTo>
                    <a:pt x="199397" y="191101"/>
                  </a:lnTo>
                  <a:lnTo>
                    <a:pt x="172593" y="199822"/>
                  </a:lnTo>
                  <a:lnTo>
                    <a:pt x="145788" y="221997"/>
                  </a:lnTo>
                  <a:lnTo>
                    <a:pt x="133604" y="263878"/>
                  </a:lnTo>
                  <a:lnTo>
                    <a:pt x="137846" y="294169"/>
                  </a:lnTo>
                  <a:lnTo>
                    <a:pt x="151637" y="320567"/>
                  </a:lnTo>
                  <a:lnTo>
                    <a:pt x="176573" y="339226"/>
                  </a:lnTo>
                  <a:lnTo>
                    <a:pt x="214249" y="346301"/>
                  </a:lnTo>
                  <a:lnTo>
                    <a:pt x="526415" y="346301"/>
                  </a:lnTo>
                  <a:lnTo>
                    <a:pt x="551068" y="340645"/>
                  </a:lnTo>
                  <a:lnTo>
                    <a:pt x="567912" y="326012"/>
                  </a:lnTo>
                  <a:lnTo>
                    <a:pt x="577564" y="305903"/>
                  </a:lnTo>
                  <a:lnTo>
                    <a:pt x="580644" y="283817"/>
                  </a:lnTo>
                  <a:lnTo>
                    <a:pt x="579796" y="249225"/>
                  </a:lnTo>
                  <a:lnTo>
                    <a:pt x="573865" y="230921"/>
                  </a:lnTo>
                  <a:lnTo>
                    <a:pt x="557766" y="222809"/>
                  </a:lnTo>
                  <a:lnTo>
                    <a:pt x="526415" y="218793"/>
                  </a:lnTo>
                  <a:lnTo>
                    <a:pt x="523045" y="189077"/>
                  </a:lnTo>
                  <a:lnTo>
                    <a:pt x="512508" y="165754"/>
                  </a:lnTo>
                  <a:lnTo>
                    <a:pt x="497018" y="148695"/>
                  </a:lnTo>
                  <a:lnTo>
                    <a:pt x="483026" y="140307"/>
                  </a:lnTo>
                  <a:lnTo>
                    <a:pt x="399415" y="140307"/>
                  </a:lnTo>
                  <a:lnTo>
                    <a:pt x="383174" y="120995"/>
                  </a:lnTo>
                  <a:lnTo>
                    <a:pt x="359600" y="104016"/>
                  </a:lnTo>
                  <a:lnTo>
                    <a:pt x="327834" y="94230"/>
                  </a:lnTo>
                  <a:close/>
                </a:path>
                <a:path w="581025" h="346710">
                  <a:moveTo>
                    <a:pt x="169751" y="44549"/>
                  </a:moveTo>
                  <a:lnTo>
                    <a:pt x="121666" y="63345"/>
                  </a:lnTo>
                  <a:lnTo>
                    <a:pt x="81502" y="105128"/>
                  </a:lnTo>
                  <a:lnTo>
                    <a:pt x="70104" y="162913"/>
                  </a:lnTo>
                  <a:lnTo>
                    <a:pt x="29575" y="167179"/>
                  </a:lnTo>
                  <a:lnTo>
                    <a:pt x="8762" y="177041"/>
                  </a:lnTo>
                  <a:lnTo>
                    <a:pt x="1095" y="200096"/>
                  </a:lnTo>
                  <a:lnTo>
                    <a:pt x="0" y="243939"/>
                  </a:lnTo>
                  <a:lnTo>
                    <a:pt x="6433" y="273615"/>
                  </a:lnTo>
                  <a:lnTo>
                    <a:pt x="23653" y="298660"/>
                  </a:lnTo>
                  <a:lnTo>
                    <a:pt x="48541" y="315966"/>
                  </a:lnTo>
                  <a:lnTo>
                    <a:pt x="77978" y="322425"/>
                  </a:lnTo>
                  <a:lnTo>
                    <a:pt x="129667" y="322425"/>
                  </a:lnTo>
                  <a:lnTo>
                    <a:pt x="121560" y="307532"/>
                  </a:lnTo>
                  <a:lnTo>
                    <a:pt x="116728" y="293008"/>
                  </a:lnTo>
                  <a:lnTo>
                    <a:pt x="114397" y="279223"/>
                  </a:lnTo>
                  <a:lnTo>
                    <a:pt x="113792" y="266545"/>
                  </a:lnTo>
                  <a:lnTo>
                    <a:pt x="126809" y="218624"/>
                  </a:lnTo>
                  <a:lnTo>
                    <a:pt x="155448" y="190837"/>
                  </a:lnTo>
                  <a:lnTo>
                    <a:pt x="184086" y="177980"/>
                  </a:lnTo>
                  <a:lnTo>
                    <a:pt x="197104" y="174851"/>
                  </a:lnTo>
                  <a:lnTo>
                    <a:pt x="204354" y="130802"/>
                  </a:lnTo>
                  <a:lnTo>
                    <a:pt x="215582" y="106302"/>
                  </a:lnTo>
                  <a:lnTo>
                    <a:pt x="238716" y="92519"/>
                  </a:lnTo>
                  <a:lnTo>
                    <a:pt x="281686" y="80617"/>
                  </a:lnTo>
                  <a:lnTo>
                    <a:pt x="323234" y="76561"/>
                  </a:lnTo>
                  <a:lnTo>
                    <a:pt x="433223" y="76561"/>
                  </a:lnTo>
                  <a:lnTo>
                    <a:pt x="427632" y="64615"/>
                  </a:lnTo>
                  <a:lnTo>
                    <a:pt x="212979" y="64615"/>
                  </a:lnTo>
                  <a:lnTo>
                    <a:pt x="187692" y="49664"/>
                  </a:lnTo>
                  <a:lnTo>
                    <a:pt x="169751" y="44549"/>
                  </a:lnTo>
                  <a:close/>
                </a:path>
                <a:path w="581025" h="346710">
                  <a:moveTo>
                    <a:pt x="437149" y="124082"/>
                  </a:moveTo>
                  <a:lnTo>
                    <a:pt x="421514" y="128337"/>
                  </a:lnTo>
                  <a:lnTo>
                    <a:pt x="399415" y="140307"/>
                  </a:lnTo>
                  <a:lnTo>
                    <a:pt x="483026" y="140307"/>
                  </a:lnTo>
                  <a:lnTo>
                    <a:pt x="478790" y="137767"/>
                  </a:lnTo>
                  <a:lnTo>
                    <a:pt x="453761" y="127305"/>
                  </a:lnTo>
                  <a:lnTo>
                    <a:pt x="437149" y="124082"/>
                  </a:lnTo>
                  <a:close/>
                </a:path>
                <a:path w="581025" h="346710">
                  <a:moveTo>
                    <a:pt x="433223" y="76561"/>
                  </a:moveTo>
                  <a:lnTo>
                    <a:pt x="323234" y="76561"/>
                  </a:lnTo>
                  <a:lnTo>
                    <a:pt x="357949" y="84077"/>
                  </a:lnTo>
                  <a:lnTo>
                    <a:pt x="384948" y="99833"/>
                  </a:lnTo>
                  <a:lnTo>
                    <a:pt x="403352" y="120495"/>
                  </a:lnTo>
                  <a:lnTo>
                    <a:pt x="411493" y="115869"/>
                  </a:lnTo>
                  <a:lnTo>
                    <a:pt x="418480" y="113494"/>
                  </a:lnTo>
                  <a:lnTo>
                    <a:pt x="428158" y="112619"/>
                  </a:lnTo>
                  <a:lnTo>
                    <a:pt x="444373" y="112494"/>
                  </a:lnTo>
                  <a:lnTo>
                    <a:pt x="439042" y="88997"/>
                  </a:lnTo>
                  <a:lnTo>
                    <a:pt x="433223" y="76561"/>
                  </a:lnTo>
                  <a:close/>
                </a:path>
                <a:path w="581025" h="346710">
                  <a:moveTo>
                    <a:pt x="316509" y="0"/>
                  </a:moveTo>
                  <a:lnTo>
                    <a:pt x="273605" y="8830"/>
                  </a:lnTo>
                  <a:lnTo>
                    <a:pt x="238392" y="31615"/>
                  </a:lnTo>
                  <a:lnTo>
                    <a:pt x="212979" y="64615"/>
                  </a:lnTo>
                  <a:lnTo>
                    <a:pt x="427632" y="64615"/>
                  </a:lnTo>
                  <a:lnTo>
                    <a:pt x="425545" y="60154"/>
                  </a:lnTo>
                  <a:lnTo>
                    <a:pt x="401617" y="31573"/>
                  </a:lnTo>
                  <a:lnTo>
                    <a:pt x="364998" y="8862"/>
                  </a:lnTo>
                  <a:lnTo>
                    <a:pt x="316509" y="0"/>
                  </a:lnTo>
                  <a:close/>
                </a:path>
              </a:pathLst>
            </a:custGeom>
            <a:solidFill>
              <a:srgbClr val="0078D6"/>
            </a:solidFill>
          </p:spPr>
          <p:txBody>
            <a:bodyPr wrap="square" lIns="0" tIns="0" rIns="0" bIns="0" rtlCol="0"/>
            <a:lstStyle/>
            <a:p>
              <a:endParaRPr/>
            </a:p>
          </p:txBody>
        </p:sp>
      </p:grpSp>
      <p:sp>
        <p:nvSpPr>
          <p:cNvPr id="31" name="object 31"/>
          <p:cNvSpPr/>
          <p:nvPr/>
        </p:nvSpPr>
        <p:spPr>
          <a:xfrm>
            <a:off x="2656332" y="1889632"/>
            <a:ext cx="1175385" cy="979805"/>
          </a:xfrm>
          <a:custGeom>
            <a:avLst/>
            <a:gdLst/>
            <a:ahLst/>
            <a:cxnLst/>
            <a:rect l="l" t="t" r="r" b="b"/>
            <a:pathLst>
              <a:path w="1175385" h="979805">
                <a:moveTo>
                  <a:pt x="1117952" y="28917"/>
                </a:moveTo>
                <a:lnTo>
                  <a:pt x="1060958" y="30861"/>
                </a:lnTo>
                <a:lnTo>
                  <a:pt x="1007109" y="35051"/>
                </a:lnTo>
                <a:lnTo>
                  <a:pt x="954023" y="41655"/>
                </a:lnTo>
                <a:lnTo>
                  <a:pt x="901572" y="50545"/>
                </a:lnTo>
                <a:lnTo>
                  <a:pt x="849883" y="61594"/>
                </a:lnTo>
                <a:lnTo>
                  <a:pt x="799083" y="74929"/>
                </a:lnTo>
                <a:lnTo>
                  <a:pt x="749045" y="90296"/>
                </a:lnTo>
                <a:lnTo>
                  <a:pt x="700151" y="107568"/>
                </a:lnTo>
                <a:lnTo>
                  <a:pt x="652271" y="126872"/>
                </a:lnTo>
                <a:lnTo>
                  <a:pt x="605408" y="148081"/>
                </a:lnTo>
                <a:lnTo>
                  <a:pt x="559816" y="171195"/>
                </a:lnTo>
                <a:lnTo>
                  <a:pt x="515366" y="195961"/>
                </a:lnTo>
                <a:lnTo>
                  <a:pt x="472440" y="222503"/>
                </a:lnTo>
                <a:lnTo>
                  <a:pt x="430784" y="250825"/>
                </a:lnTo>
                <a:lnTo>
                  <a:pt x="390525" y="280669"/>
                </a:lnTo>
                <a:lnTo>
                  <a:pt x="351917" y="312038"/>
                </a:lnTo>
                <a:lnTo>
                  <a:pt x="314960" y="345058"/>
                </a:lnTo>
                <a:lnTo>
                  <a:pt x="279654" y="379349"/>
                </a:lnTo>
                <a:lnTo>
                  <a:pt x="245999" y="415036"/>
                </a:lnTo>
                <a:lnTo>
                  <a:pt x="214122" y="451992"/>
                </a:lnTo>
                <a:lnTo>
                  <a:pt x="184276" y="490474"/>
                </a:lnTo>
                <a:lnTo>
                  <a:pt x="156337" y="529970"/>
                </a:lnTo>
                <a:lnTo>
                  <a:pt x="130301" y="570483"/>
                </a:lnTo>
                <a:lnTo>
                  <a:pt x="106553" y="612266"/>
                </a:lnTo>
                <a:lnTo>
                  <a:pt x="84962" y="654938"/>
                </a:lnTo>
                <a:lnTo>
                  <a:pt x="65531" y="698753"/>
                </a:lnTo>
                <a:lnTo>
                  <a:pt x="48387" y="743330"/>
                </a:lnTo>
                <a:lnTo>
                  <a:pt x="33655" y="788796"/>
                </a:lnTo>
                <a:lnTo>
                  <a:pt x="21336" y="835151"/>
                </a:lnTo>
                <a:lnTo>
                  <a:pt x="11684" y="882141"/>
                </a:lnTo>
                <a:lnTo>
                  <a:pt x="4444" y="929639"/>
                </a:lnTo>
                <a:lnTo>
                  <a:pt x="0" y="977772"/>
                </a:lnTo>
                <a:lnTo>
                  <a:pt x="19050" y="979296"/>
                </a:lnTo>
                <a:lnTo>
                  <a:pt x="20934" y="955675"/>
                </a:lnTo>
                <a:lnTo>
                  <a:pt x="20980" y="955420"/>
                </a:lnTo>
                <a:lnTo>
                  <a:pt x="23342" y="932052"/>
                </a:lnTo>
                <a:lnTo>
                  <a:pt x="23402" y="931799"/>
                </a:lnTo>
                <a:lnTo>
                  <a:pt x="26491" y="908812"/>
                </a:lnTo>
                <a:lnTo>
                  <a:pt x="26606" y="908430"/>
                </a:lnTo>
                <a:lnTo>
                  <a:pt x="30437" y="885570"/>
                </a:lnTo>
                <a:lnTo>
                  <a:pt x="34875" y="862456"/>
                </a:lnTo>
                <a:lnTo>
                  <a:pt x="39947" y="839596"/>
                </a:lnTo>
                <a:lnTo>
                  <a:pt x="45593" y="816609"/>
                </a:lnTo>
                <a:lnTo>
                  <a:pt x="51872" y="794257"/>
                </a:lnTo>
                <a:lnTo>
                  <a:pt x="58722" y="771905"/>
                </a:lnTo>
                <a:lnTo>
                  <a:pt x="66293" y="749553"/>
                </a:lnTo>
                <a:lnTo>
                  <a:pt x="74422" y="727582"/>
                </a:lnTo>
                <a:lnTo>
                  <a:pt x="83134" y="706119"/>
                </a:lnTo>
                <a:lnTo>
                  <a:pt x="92274" y="684529"/>
                </a:lnTo>
                <a:lnTo>
                  <a:pt x="102117" y="663320"/>
                </a:lnTo>
                <a:lnTo>
                  <a:pt x="101981" y="663320"/>
                </a:lnTo>
                <a:lnTo>
                  <a:pt x="123443" y="621029"/>
                </a:lnTo>
                <a:lnTo>
                  <a:pt x="146594" y="580516"/>
                </a:lnTo>
                <a:lnTo>
                  <a:pt x="171968" y="540765"/>
                </a:lnTo>
                <a:lnTo>
                  <a:pt x="172212" y="540384"/>
                </a:lnTo>
                <a:lnTo>
                  <a:pt x="199464" y="501903"/>
                </a:lnTo>
                <a:lnTo>
                  <a:pt x="228809" y="464312"/>
                </a:lnTo>
                <a:lnTo>
                  <a:pt x="260021" y="427989"/>
                </a:lnTo>
                <a:lnTo>
                  <a:pt x="293130" y="392811"/>
                </a:lnTo>
                <a:lnTo>
                  <a:pt x="292988" y="392811"/>
                </a:lnTo>
                <a:lnTo>
                  <a:pt x="328041" y="358775"/>
                </a:lnTo>
                <a:lnTo>
                  <a:pt x="328213" y="358775"/>
                </a:lnTo>
                <a:lnTo>
                  <a:pt x="364205" y="326643"/>
                </a:lnTo>
                <a:lnTo>
                  <a:pt x="402149" y="295782"/>
                </a:lnTo>
                <a:lnTo>
                  <a:pt x="441960" y="266191"/>
                </a:lnTo>
                <a:lnTo>
                  <a:pt x="482607" y="238632"/>
                </a:lnTo>
                <a:lnTo>
                  <a:pt x="482981" y="238378"/>
                </a:lnTo>
                <a:lnTo>
                  <a:pt x="525272" y="212216"/>
                </a:lnTo>
                <a:lnTo>
                  <a:pt x="568960" y="187832"/>
                </a:lnTo>
                <a:lnTo>
                  <a:pt x="613791" y="165100"/>
                </a:lnTo>
                <a:lnTo>
                  <a:pt x="613970" y="165100"/>
                </a:lnTo>
                <a:lnTo>
                  <a:pt x="659611" y="144399"/>
                </a:lnTo>
                <a:lnTo>
                  <a:pt x="706820" y="125349"/>
                </a:lnTo>
                <a:lnTo>
                  <a:pt x="706628" y="125349"/>
                </a:lnTo>
                <a:lnTo>
                  <a:pt x="754908" y="108330"/>
                </a:lnTo>
                <a:lnTo>
                  <a:pt x="804418" y="93090"/>
                </a:lnTo>
                <a:lnTo>
                  <a:pt x="854456" y="80137"/>
                </a:lnTo>
                <a:lnTo>
                  <a:pt x="854664" y="80137"/>
                </a:lnTo>
                <a:lnTo>
                  <a:pt x="905382" y="69214"/>
                </a:lnTo>
                <a:lnTo>
                  <a:pt x="905745" y="69214"/>
                </a:lnTo>
                <a:lnTo>
                  <a:pt x="957071" y="60451"/>
                </a:lnTo>
                <a:lnTo>
                  <a:pt x="957629" y="60451"/>
                </a:lnTo>
                <a:lnTo>
                  <a:pt x="982980" y="57022"/>
                </a:lnTo>
                <a:lnTo>
                  <a:pt x="1009269" y="53975"/>
                </a:lnTo>
                <a:lnTo>
                  <a:pt x="1009015" y="53975"/>
                </a:lnTo>
                <a:lnTo>
                  <a:pt x="1035684" y="51562"/>
                </a:lnTo>
                <a:lnTo>
                  <a:pt x="1037217" y="51562"/>
                </a:lnTo>
                <a:lnTo>
                  <a:pt x="1062228" y="49783"/>
                </a:lnTo>
                <a:lnTo>
                  <a:pt x="1061973" y="49783"/>
                </a:lnTo>
                <a:lnTo>
                  <a:pt x="1088897" y="48640"/>
                </a:lnTo>
                <a:lnTo>
                  <a:pt x="1088644" y="48640"/>
                </a:lnTo>
                <a:lnTo>
                  <a:pt x="1115695" y="47878"/>
                </a:lnTo>
                <a:lnTo>
                  <a:pt x="1117556" y="47878"/>
                </a:lnTo>
                <a:lnTo>
                  <a:pt x="1124077" y="38353"/>
                </a:lnTo>
                <a:lnTo>
                  <a:pt x="1117952" y="28917"/>
                </a:lnTo>
                <a:close/>
              </a:path>
              <a:path w="1175385" h="979805">
                <a:moveTo>
                  <a:pt x="20980" y="955420"/>
                </a:moveTo>
                <a:lnTo>
                  <a:pt x="20955" y="955675"/>
                </a:lnTo>
                <a:lnTo>
                  <a:pt x="20980" y="955420"/>
                </a:lnTo>
                <a:close/>
              </a:path>
              <a:path w="1175385" h="979805">
                <a:moveTo>
                  <a:pt x="23402" y="931799"/>
                </a:moveTo>
                <a:lnTo>
                  <a:pt x="23368" y="932052"/>
                </a:lnTo>
                <a:lnTo>
                  <a:pt x="23402" y="931799"/>
                </a:lnTo>
                <a:close/>
              </a:path>
              <a:path w="1175385" h="979805">
                <a:moveTo>
                  <a:pt x="26606" y="908430"/>
                </a:moveTo>
                <a:lnTo>
                  <a:pt x="26543" y="908812"/>
                </a:lnTo>
                <a:lnTo>
                  <a:pt x="26606" y="908430"/>
                </a:lnTo>
                <a:close/>
              </a:path>
              <a:path w="1175385" h="979805">
                <a:moveTo>
                  <a:pt x="30480" y="885316"/>
                </a:moveTo>
                <a:lnTo>
                  <a:pt x="30353" y="885570"/>
                </a:lnTo>
                <a:lnTo>
                  <a:pt x="30480" y="885316"/>
                </a:lnTo>
                <a:close/>
              </a:path>
              <a:path w="1175385" h="979805">
                <a:moveTo>
                  <a:pt x="34925" y="862202"/>
                </a:moveTo>
                <a:lnTo>
                  <a:pt x="34798" y="862456"/>
                </a:lnTo>
                <a:lnTo>
                  <a:pt x="34925" y="862202"/>
                </a:lnTo>
                <a:close/>
              </a:path>
              <a:path w="1175385" h="979805">
                <a:moveTo>
                  <a:pt x="40005" y="839342"/>
                </a:moveTo>
                <a:lnTo>
                  <a:pt x="39878" y="839596"/>
                </a:lnTo>
                <a:lnTo>
                  <a:pt x="40005" y="839342"/>
                </a:lnTo>
                <a:close/>
              </a:path>
              <a:path w="1175385" h="979805">
                <a:moveTo>
                  <a:pt x="45663" y="816609"/>
                </a:moveTo>
                <a:lnTo>
                  <a:pt x="45593" y="816863"/>
                </a:lnTo>
                <a:lnTo>
                  <a:pt x="45663" y="816609"/>
                </a:lnTo>
                <a:close/>
              </a:path>
              <a:path w="1175385" h="979805">
                <a:moveTo>
                  <a:pt x="51943" y="794003"/>
                </a:moveTo>
                <a:lnTo>
                  <a:pt x="51816" y="794257"/>
                </a:lnTo>
                <a:lnTo>
                  <a:pt x="51943" y="794003"/>
                </a:lnTo>
                <a:close/>
              </a:path>
              <a:path w="1175385" h="979805">
                <a:moveTo>
                  <a:pt x="58800" y="771651"/>
                </a:moveTo>
                <a:lnTo>
                  <a:pt x="58674" y="771905"/>
                </a:lnTo>
                <a:lnTo>
                  <a:pt x="58800" y="771651"/>
                </a:lnTo>
                <a:close/>
              </a:path>
              <a:path w="1175385" h="979805">
                <a:moveTo>
                  <a:pt x="66386" y="749553"/>
                </a:moveTo>
                <a:lnTo>
                  <a:pt x="66293" y="749807"/>
                </a:lnTo>
                <a:lnTo>
                  <a:pt x="66386" y="749553"/>
                </a:lnTo>
                <a:close/>
              </a:path>
              <a:path w="1175385" h="979805">
                <a:moveTo>
                  <a:pt x="74523" y="727582"/>
                </a:moveTo>
                <a:lnTo>
                  <a:pt x="74422" y="727837"/>
                </a:lnTo>
                <a:lnTo>
                  <a:pt x="74523" y="727582"/>
                </a:lnTo>
                <a:close/>
              </a:path>
              <a:path w="1175385" h="979805">
                <a:moveTo>
                  <a:pt x="83185" y="705992"/>
                </a:moveTo>
                <a:lnTo>
                  <a:pt x="83057" y="706119"/>
                </a:lnTo>
                <a:lnTo>
                  <a:pt x="83185" y="705992"/>
                </a:lnTo>
                <a:close/>
              </a:path>
              <a:path w="1175385" h="979805">
                <a:moveTo>
                  <a:pt x="92387" y="684402"/>
                </a:moveTo>
                <a:close/>
              </a:path>
              <a:path w="1175385" h="979805">
                <a:moveTo>
                  <a:pt x="102235" y="663066"/>
                </a:moveTo>
                <a:lnTo>
                  <a:pt x="101981" y="663320"/>
                </a:lnTo>
                <a:lnTo>
                  <a:pt x="102117" y="663320"/>
                </a:lnTo>
                <a:lnTo>
                  <a:pt x="102235" y="663066"/>
                </a:lnTo>
                <a:close/>
              </a:path>
              <a:path w="1175385" h="979805">
                <a:moveTo>
                  <a:pt x="123479" y="621029"/>
                </a:moveTo>
                <a:lnTo>
                  <a:pt x="123190" y="621538"/>
                </a:lnTo>
                <a:lnTo>
                  <a:pt x="123479" y="621029"/>
                </a:lnTo>
                <a:close/>
              </a:path>
              <a:path w="1175385" h="979805">
                <a:moveTo>
                  <a:pt x="146812" y="580136"/>
                </a:moveTo>
                <a:lnTo>
                  <a:pt x="146557" y="580516"/>
                </a:lnTo>
                <a:lnTo>
                  <a:pt x="146812" y="580136"/>
                </a:lnTo>
                <a:close/>
              </a:path>
              <a:path w="1175385" h="979805">
                <a:moveTo>
                  <a:pt x="172227" y="540384"/>
                </a:moveTo>
                <a:lnTo>
                  <a:pt x="172065" y="540613"/>
                </a:lnTo>
                <a:lnTo>
                  <a:pt x="172227" y="540384"/>
                </a:lnTo>
                <a:close/>
              </a:path>
              <a:path w="1175385" h="979805">
                <a:moveTo>
                  <a:pt x="199644" y="501650"/>
                </a:moveTo>
                <a:lnTo>
                  <a:pt x="199390" y="501903"/>
                </a:lnTo>
                <a:lnTo>
                  <a:pt x="199644" y="501650"/>
                </a:lnTo>
                <a:close/>
              </a:path>
              <a:path w="1175385" h="979805">
                <a:moveTo>
                  <a:pt x="229107" y="463930"/>
                </a:moveTo>
                <a:lnTo>
                  <a:pt x="228726" y="464312"/>
                </a:lnTo>
                <a:lnTo>
                  <a:pt x="229107" y="463930"/>
                </a:lnTo>
                <a:close/>
              </a:path>
              <a:path w="1175385" h="979805">
                <a:moveTo>
                  <a:pt x="260350" y="427608"/>
                </a:moveTo>
                <a:lnTo>
                  <a:pt x="259969" y="427989"/>
                </a:lnTo>
                <a:lnTo>
                  <a:pt x="260350" y="427608"/>
                </a:lnTo>
                <a:close/>
              </a:path>
              <a:path w="1175385" h="979805">
                <a:moveTo>
                  <a:pt x="293369" y="392556"/>
                </a:moveTo>
                <a:lnTo>
                  <a:pt x="292988" y="392811"/>
                </a:lnTo>
                <a:lnTo>
                  <a:pt x="293130" y="392811"/>
                </a:lnTo>
                <a:lnTo>
                  <a:pt x="293369" y="392556"/>
                </a:lnTo>
                <a:close/>
              </a:path>
              <a:path w="1175385" h="979805">
                <a:moveTo>
                  <a:pt x="328213" y="358775"/>
                </a:moveTo>
                <a:lnTo>
                  <a:pt x="328041" y="358775"/>
                </a:lnTo>
                <a:lnTo>
                  <a:pt x="327787" y="359155"/>
                </a:lnTo>
                <a:lnTo>
                  <a:pt x="328213" y="358775"/>
                </a:lnTo>
                <a:close/>
              </a:path>
              <a:path w="1175385" h="979805">
                <a:moveTo>
                  <a:pt x="364490" y="326389"/>
                </a:moveTo>
                <a:lnTo>
                  <a:pt x="364109" y="326643"/>
                </a:lnTo>
                <a:lnTo>
                  <a:pt x="364490" y="326389"/>
                </a:lnTo>
                <a:close/>
              </a:path>
              <a:path w="1175385" h="979805">
                <a:moveTo>
                  <a:pt x="402463" y="295528"/>
                </a:moveTo>
                <a:lnTo>
                  <a:pt x="402081" y="295782"/>
                </a:lnTo>
                <a:lnTo>
                  <a:pt x="402463" y="295528"/>
                </a:lnTo>
                <a:close/>
              </a:path>
              <a:path w="1175385" h="979805">
                <a:moveTo>
                  <a:pt x="442079" y="266191"/>
                </a:moveTo>
                <a:lnTo>
                  <a:pt x="441706" y="266445"/>
                </a:lnTo>
                <a:lnTo>
                  <a:pt x="442079" y="266191"/>
                </a:lnTo>
                <a:close/>
              </a:path>
              <a:path w="1175385" h="979805">
                <a:moveTo>
                  <a:pt x="483010" y="238378"/>
                </a:moveTo>
                <a:lnTo>
                  <a:pt x="482683" y="238581"/>
                </a:lnTo>
                <a:lnTo>
                  <a:pt x="483010" y="238378"/>
                </a:lnTo>
                <a:close/>
              </a:path>
              <a:path w="1175385" h="979805">
                <a:moveTo>
                  <a:pt x="525345" y="212216"/>
                </a:moveTo>
                <a:lnTo>
                  <a:pt x="524891" y="212470"/>
                </a:lnTo>
                <a:lnTo>
                  <a:pt x="525345" y="212216"/>
                </a:lnTo>
                <a:close/>
              </a:path>
              <a:path w="1175385" h="979805">
                <a:moveTo>
                  <a:pt x="569078" y="187832"/>
                </a:moveTo>
                <a:lnTo>
                  <a:pt x="568579" y="188087"/>
                </a:lnTo>
                <a:lnTo>
                  <a:pt x="569078" y="187832"/>
                </a:lnTo>
                <a:close/>
              </a:path>
              <a:path w="1175385" h="979805">
                <a:moveTo>
                  <a:pt x="613970" y="165100"/>
                </a:moveTo>
                <a:lnTo>
                  <a:pt x="613791" y="165100"/>
                </a:lnTo>
                <a:lnTo>
                  <a:pt x="613409" y="165353"/>
                </a:lnTo>
                <a:lnTo>
                  <a:pt x="613970" y="165100"/>
                </a:lnTo>
                <a:close/>
              </a:path>
              <a:path w="1175385" h="979805">
                <a:moveTo>
                  <a:pt x="659892" y="144271"/>
                </a:moveTo>
                <a:lnTo>
                  <a:pt x="659510" y="144399"/>
                </a:lnTo>
                <a:lnTo>
                  <a:pt x="659892" y="144271"/>
                </a:lnTo>
                <a:close/>
              </a:path>
              <a:path w="1175385" h="979805">
                <a:moveTo>
                  <a:pt x="707135" y="125221"/>
                </a:moveTo>
                <a:lnTo>
                  <a:pt x="706628" y="125349"/>
                </a:lnTo>
                <a:lnTo>
                  <a:pt x="706820" y="125349"/>
                </a:lnTo>
                <a:lnTo>
                  <a:pt x="707135" y="125221"/>
                </a:lnTo>
                <a:close/>
              </a:path>
              <a:path w="1175385" h="979805">
                <a:moveTo>
                  <a:pt x="804526" y="93090"/>
                </a:moveTo>
                <a:lnTo>
                  <a:pt x="804037" y="93217"/>
                </a:lnTo>
                <a:lnTo>
                  <a:pt x="804526" y="93090"/>
                </a:lnTo>
                <a:close/>
              </a:path>
              <a:path w="1175385" h="979805">
                <a:moveTo>
                  <a:pt x="854664" y="80137"/>
                </a:moveTo>
                <a:lnTo>
                  <a:pt x="854456" y="80137"/>
                </a:lnTo>
                <a:lnTo>
                  <a:pt x="854075" y="80263"/>
                </a:lnTo>
                <a:lnTo>
                  <a:pt x="854664" y="80137"/>
                </a:lnTo>
                <a:close/>
              </a:path>
              <a:path w="1175385" h="979805">
                <a:moveTo>
                  <a:pt x="1154970" y="28828"/>
                </a:moveTo>
                <a:lnTo>
                  <a:pt x="1124077" y="28828"/>
                </a:lnTo>
                <a:lnTo>
                  <a:pt x="1124204" y="47878"/>
                </a:lnTo>
                <a:lnTo>
                  <a:pt x="1117489" y="47976"/>
                </a:lnTo>
                <a:lnTo>
                  <a:pt x="1098169" y="76200"/>
                </a:lnTo>
                <a:lnTo>
                  <a:pt x="1174877" y="39115"/>
                </a:lnTo>
                <a:lnTo>
                  <a:pt x="1154970" y="28828"/>
                </a:lnTo>
                <a:close/>
              </a:path>
              <a:path w="1175385" h="979805">
                <a:moveTo>
                  <a:pt x="905745" y="69214"/>
                </a:moveTo>
                <a:lnTo>
                  <a:pt x="905382" y="69214"/>
                </a:lnTo>
                <a:lnTo>
                  <a:pt x="905002" y="69341"/>
                </a:lnTo>
                <a:lnTo>
                  <a:pt x="905745" y="69214"/>
                </a:lnTo>
                <a:close/>
              </a:path>
              <a:path w="1175385" h="979805">
                <a:moveTo>
                  <a:pt x="957629" y="60451"/>
                </a:moveTo>
                <a:lnTo>
                  <a:pt x="957071" y="60451"/>
                </a:lnTo>
                <a:lnTo>
                  <a:pt x="956691" y="60578"/>
                </a:lnTo>
                <a:lnTo>
                  <a:pt x="957629" y="60451"/>
                </a:lnTo>
                <a:close/>
              </a:path>
              <a:path w="1175385" h="979805">
                <a:moveTo>
                  <a:pt x="1037217" y="51562"/>
                </a:moveTo>
                <a:lnTo>
                  <a:pt x="1035684" y="51562"/>
                </a:lnTo>
                <a:lnTo>
                  <a:pt x="1035431" y="51688"/>
                </a:lnTo>
                <a:lnTo>
                  <a:pt x="1037217" y="51562"/>
                </a:lnTo>
                <a:close/>
              </a:path>
              <a:path w="1175385" h="979805">
                <a:moveTo>
                  <a:pt x="1117556" y="47878"/>
                </a:moveTo>
                <a:lnTo>
                  <a:pt x="1115695" y="47878"/>
                </a:lnTo>
                <a:lnTo>
                  <a:pt x="1115441" y="48005"/>
                </a:lnTo>
                <a:lnTo>
                  <a:pt x="1117489" y="47976"/>
                </a:lnTo>
                <a:close/>
              </a:path>
              <a:path w="1175385" h="979805">
                <a:moveTo>
                  <a:pt x="1124077" y="28828"/>
                </a:moveTo>
                <a:lnTo>
                  <a:pt x="1117952" y="28917"/>
                </a:lnTo>
                <a:lnTo>
                  <a:pt x="1124077" y="38353"/>
                </a:lnTo>
                <a:lnTo>
                  <a:pt x="1117489" y="47976"/>
                </a:lnTo>
                <a:lnTo>
                  <a:pt x="1124204" y="47878"/>
                </a:lnTo>
                <a:lnTo>
                  <a:pt x="1124077" y="28828"/>
                </a:lnTo>
                <a:close/>
              </a:path>
              <a:path w="1175385" h="979805">
                <a:moveTo>
                  <a:pt x="1099184" y="0"/>
                </a:moveTo>
                <a:lnTo>
                  <a:pt x="1117952" y="28917"/>
                </a:lnTo>
                <a:lnTo>
                  <a:pt x="1124077" y="28828"/>
                </a:lnTo>
                <a:lnTo>
                  <a:pt x="1154970" y="28828"/>
                </a:lnTo>
                <a:lnTo>
                  <a:pt x="1099184" y="0"/>
                </a:lnTo>
                <a:close/>
              </a:path>
            </a:pathLst>
          </a:custGeom>
          <a:solidFill>
            <a:srgbClr val="0078D6"/>
          </a:solidFill>
        </p:spPr>
        <p:txBody>
          <a:bodyPr wrap="square" lIns="0" tIns="0" rIns="0" bIns="0" rtlCol="0"/>
          <a:lstStyle/>
          <a:p>
            <a:endParaRPr/>
          </a:p>
        </p:txBody>
      </p:sp>
      <p:sp>
        <p:nvSpPr>
          <p:cNvPr id="32" name="object 32"/>
          <p:cNvSpPr/>
          <p:nvPr/>
        </p:nvSpPr>
        <p:spPr>
          <a:xfrm>
            <a:off x="4219194" y="2407157"/>
            <a:ext cx="76200" cy="457200"/>
          </a:xfrm>
          <a:custGeom>
            <a:avLst/>
            <a:gdLst/>
            <a:ahLst/>
            <a:cxnLst/>
            <a:rect l="l" t="t" r="r" b="b"/>
            <a:pathLst>
              <a:path w="76200" h="457200">
                <a:moveTo>
                  <a:pt x="0" y="381000"/>
                </a:moveTo>
                <a:lnTo>
                  <a:pt x="38100" y="457200"/>
                </a:lnTo>
                <a:lnTo>
                  <a:pt x="63500" y="406400"/>
                </a:lnTo>
                <a:lnTo>
                  <a:pt x="28193" y="406400"/>
                </a:lnTo>
                <a:lnTo>
                  <a:pt x="28193" y="399796"/>
                </a:lnTo>
                <a:lnTo>
                  <a:pt x="0" y="381000"/>
                </a:lnTo>
                <a:close/>
              </a:path>
              <a:path w="76200" h="457200">
                <a:moveTo>
                  <a:pt x="28194" y="399796"/>
                </a:moveTo>
                <a:lnTo>
                  <a:pt x="28193" y="406400"/>
                </a:lnTo>
                <a:lnTo>
                  <a:pt x="38100" y="406400"/>
                </a:lnTo>
                <a:lnTo>
                  <a:pt x="28194" y="399796"/>
                </a:lnTo>
                <a:close/>
              </a:path>
              <a:path w="76200" h="457200">
                <a:moveTo>
                  <a:pt x="48005" y="0"/>
                </a:moveTo>
                <a:lnTo>
                  <a:pt x="28193" y="0"/>
                </a:lnTo>
                <a:lnTo>
                  <a:pt x="28194" y="399796"/>
                </a:lnTo>
                <a:lnTo>
                  <a:pt x="38100" y="406400"/>
                </a:lnTo>
                <a:lnTo>
                  <a:pt x="48005" y="399796"/>
                </a:lnTo>
                <a:lnTo>
                  <a:pt x="48005" y="0"/>
                </a:lnTo>
                <a:close/>
              </a:path>
              <a:path w="76200" h="457200">
                <a:moveTo>
                  <a:pt x="48005" y="399796"/>
                </a:moveTo>
                <a:lnTo>
                  <a:pt x="38100" y="406400"/>
                </a:lnTo>
                <a:lnTo>
                  <a:pt x="48005" y="406400"/>
                </a:lnTo>
                <a:lnTo>
                  <a:pt x="48005" y="399796"/>
                </a:lnTo>
                <a:close/>
              </a:path>
              <a:path w="76200" h="457200">
                <a:moveTo>
                  <a:pt x="76200" y="381000"/>
                </a:moveTo>
                <a:lnTo>
                  <a:pt x="48005" y="399796"/>
                </a:lnTo>
                <a:lnTo>
                  <a:pt x="48005" y="406400"/>
                </a:lnTo>
                <a:lnTo>
                  <a:pt x="63500" y="406400"/>
                </a:lnTo>
                <a:lnTo>
                  <a:pt x="76200" y="381000"/>
                </a:lnTo>
                <a:close/>
              </a:path>
            </a:pathLst>
          </a:custGeom>
          <a:solidFill>
            <a:srgbClr val="0078D6"/>
          </a:solidFill>
        </p:spPr>
        <p:txBody>
          <a:bodyPr wrap="square" lIns="0" tIns="0" rIns="0" bIns="0" rtlCol="0"/>
          <a:lstStyle/>
          <a:p>
            <a:endParaRPr/>
          </a:p>
        </p:txBody>
      </p:sp>
      <p:grpSp>
        <p:nvGrpSpPr>
          <p:cNvPr id="33" name="object 33"/>
          <p:cNvGrpSpPr/>
          <p:nvPr/>
        </p:nvGrpSpPr>
        <p:grpSpPr>
          <a:xfrm>
            <a:off x="3799332" y="2970276"/>
            <a:ext cx="914400" cy="914400"/>
            <a:chOff x="3799332" y="2970276"/>
            <a:chExt cx="914400" cy="914400"/>
          </a:xfrm>
        </p:grpSpPr>
        <p:sp>
          <p:nvSpPr>
            <p:cNvPr id="34" name="object 34"/>
            <p:cNvSpPr/>
            <p:nvPr/>
          </p:nvSpPr>
          <p:spPr>
            <a:xfrm>
              <a:off x="3799332" y="2970276"/>
              <a:ext cx="914400" cy="914400"/>
            </a:xfrm>
            <a:custGeom>
              <a:avLst/>
              <a:gdLst/>
              <a:ahLst/>
              <a:cxnLst/>
              <a:rect l="l" t="t" r="r" b="b"/>
              <a:pathLst>
                <a:path w="914400" h="914400">
                  <a:moveTo>
                    <a:pt x="457200" y="0"/>
                  </a:moveTo>
                  <a:lnTo>
                    <a:pt x="410458" y="2360"/>
                  </a:lnTo>
                  <a:lnTo>
                    <a:pt x="365066" y="9289"/>
                  </a:lnTo>
                  <a:lnTo>
                    <a:pt x="321253" y="20557"/>
                  </a:lnTo>
                  <a:lnTo>
                    <a:pt x="279249" y="35933"/>
                  </a:lnTo>
                  <a:lnTo>
                    <a:pt x="239283" y="55187"/>
                  </a:lnTo>
                  <a:lnTo>
                    <a:pt x="201587" y="78090"/>
                  </a:lnTo>
                  <a:lnTo>
                    <a:pt x="166390" y="104411"/>
                  </a:lnTo>
                  <a:lnTo>
                    <a:pt x="133921" y="133921"/>
                  </a:lnTo>
                  <a:lnTo>
                    <a:pt x="104411" y="166390"/>
                  </a:lnTo>
                  <a:lnTo>
                    <a:pt x="78090" y="201587"/>
                  </a:lnTo>
                  <a:lnTo>
                    <a:pt x="55187" y="239283"/>
                  </a:lnTo>
                  <a:lnTo>
                    <a:pt x="35933" y="279249"/>
                  </a:lnTo>
                  <a:lnTo>
                    <a:pt x="20557" y="321253"/>
                  </a:lnTo>
                  <a:lnTo>
                    <a:pt x="9289" y="365066"/>
                  </a:lnTo>
                  <a:lnTo>
                    <a:pt x="2360" y="410458"/>
                  </a:lnTo>
                  <a:lnTo>
                    <a:pt x="0" y="457200"/>
                  </a:lnTo>
                  <a:lnTo>
                    <a:pt x="2360" y="503941"/>
                  </a:lnTo>
                  <a:lnTo>
                    <a:pt x="9289" y="549333"/>
                  </a:lnTo>
                  <a:lnTo>
                    <a:pt x="20557" y="593146"/>
                  </a:lnTo>
                  <a:lnTo>
                    <a:pt x="35933" y="635150"/>
                  </a:lnTo>
                  <a:lnTo>
                    <a:pt x="55187" y="675116"/>
                  </a:lnTo>
                  <a:lnTo>
                    <a:pt x="78090" y="712812"/>
                  </a:lnTo>
                  <a:lnTo>
                    <a:pt x="104411" y="748009"/>
                  </a:lnTo>
                  <a:lnTo>
                    <a:pt x="133921" y="780478"/>
                  </a:lnTo>
                  <a:lnTo>
                    <a:pt x="166390" y="809988"/>
                  </a:lnTo>
                  <a:lnTo>
                    <a:pt x="201587" y="836309"/>
                  </a:lnTo>
                  <a:lnTo>
                    <a:pt x="239283" y="859212"/>
                  </a:lnTo>
                  <a:lnTo>
                    <a:pt x="279249" y="878466"/>
                  </a:lnTo>
                  <a:lnTo>
                    <a:pt x="321253" y="893842"/>
                  </a:lnTo>
                  <a:lnTo>
                    <a:pt x="365066" y="905110"/>
                  </a:lnTo>
                  <a:lnTo>
                    <a:pt x="410458" y="912039"/>
                  </a:lnTo>
                  <a:lnTo>
                    <a:pt x="457200" y="914400"/>
                  </a:lnTo>
                  <a:lnTo>
                    <a:pt x="503941" y="912039"/>
                  </a:lnTo>
                  <a:lnTo>
                    <a:pt x="549333" y="905110"/>
                  </a:lnTo>
                  <a:lnTo>
                    <a:pt x="593146" y="893842"/>
                  </a:lnTo>
                  <a:lnTo>
                    <a:pt x="635150" y="878466"/>
                  </a:lnTo>
                  <a:lnTo>
                    <a:pt x="675116" y="859212"/>
                  </a:lnTo>
                  <a:lnTo>
                    <a:pt x="712812" y="836309"/>
                  </a:lnTo>
                  <a:lnTo>
                    <a:pt x="748009" y="809988"/>
                  </a:lnTo>
                  <a:lnTo>
                    <a:pt x="780478" y="780478"/>
                  </a:lnTo>
                  <a:lnTo>
                    <a:pt x="809988" y="748009"/>
                  </a:lnTo>
                  <a:lnTo>
                    <a:pt x="836309" y="712812"/>
                  </a:lnTo>
                  <a:lnTo>
                    <a:pt x="859212" y="675116"/>
                  </a:lnTo>
                  <a:lnTo>
                    <a:pt x="878466" y="635150"/>
                  </a:lnTo>
                  <a:lnTo>
                    <a:pt x="893842" y="593146"/>
                  </a:lnTo>
                  <a:lnTo>
                    <a:pt x="905110" y="549333"/>
                  </a:lnTo>
                  <a:lnTo>
                    <a:pt x="912039" y="503941"/>
                  </a:lnTo>
                  <a:lnTo>
                    <a:pt x="914400" y="457200"/>
                  </a:lnTo>
                  <a:lnTo>
                    <a:pt x="912039" y="410458"/>
                  </a:lnTo>
                  <a:lnTo>
                    <a:pt x="905110" y="365066"/>
                  </a:lnTo>
                  <a:lnTo>
                    <a:pt x="893842" y="321253"/>
                  </a:lnTo>
                  <a:lnTo>
                    <a:pt x="878466" y="279249"/>
                  </a:lnTo>
                  <a:lnTo>
                    <a:pt x="859212" y="239283"/>
                  </a:lnTo>
                  <a:lnTo>
                    <a:pt x="836309" y="201587"/>
                  </a:lnTo>
                  <a:lnTo>
                    <a:pt x="809988" y="166390"/>
                  </a:lnTo>
                  <a:lnTo>
                    <a:pt x="780478" y="133921"/>
                  </a:lnTo>
                  <a:lnTo>
                    <a:pt x="748009" y="104411"/>
                  </a:lnTo>
                  <a:lnTo>
                    <a:pt x="712812" y="78090"/>
                  </a:lnTo>
                  <a:lnTo>
                    <a:pt x="675116" y="55187"/>
                  </a:lnTo>
                  <a:lnTo>
                    <a:pt x="635150" y="35933"/>
                  </a:lnTo>
                  <a:lnTo>
                    <a:pt x="593146" y="20557"/>
                  </a:lnTo>
                  <a:lnTo>
                    <a:pt x="549333" y="9289"/>
                  </a:lnTo>
                  <a:lnTo>
                    <a:pt x="503941" y="2360"/>
                  </a:lnTo>
                  <a:lnTo>
                    <a:pt x="457200" y="0"/>
                  </a:lnTo>
                  <a:close/>
                </a:path>
              </a:pathLst>
            </a:custGeom>
            <a:solidFill>
              <a:srgbClr val="DCDCDC"/>
            </a:solidFill>
          </p:spPr>
          <p:txBody>
            <a:bodyPr wrap="square" lIns="0" tIns="0" rIns="0" bIns="0" rtlCol="0"/>
            <a:lstStyle/>
            <a:p>
              <a:endParaRPr/>
            </a:p>
          </p:txBody>
        </p:sp>
        <p:sp>
          <p:nvSpPr>
            <p:cNvPr id="35" name="object 35"/>
            <p:cNvSpPr/>
            <p:nvPr/>
          </p:nvSpPr>
          <p:spPr>
            <a:xfrm>
              <a:off x="4081272" y="3186683"/>
              <a:ext cx="352425" cy="481965"/>
            </a:xfrm>
            <a:custGeom>
              <a:avLst/>
              <a:gdLst/>
              <a:ahLst/>
              <a:cxnLst/>
              <a:rect l="l" t="t" r="r" b="b"/>
              <a:pathLst>
                <a:path w="352425" h="481964">
                  <a:moveTo>
                    <a:pt x="94615" y="258191"/>
                  </a:moveTo>
                  <a:lnTo>
                    <a:pt x="0" y="258191"/>
                  </a:lnTo>
                  <a:lnTo>
                    <a:pt x="0" y="352552"/>
                  </a:lnTo>
                  <a:lnTo>
                    <a:pt x="94615" y="352552"/>
                  </a:lnTo>
                  <a:lnTo>
                    <a:pt x="94615" y="258191"/>
                  </a:lnTo>
                  <a:close/>
                </a:path>
                <a:path w="352425" h="481964">
                  <a:moveTo>
                    <a:pt x="94615" y="129032"/>
                  </a:moveTo>
                  <a:lnTo>
                    <a:pt x="0" y="129032"/>
                  </a:lnTo>
                  <a:lnTo>
                    <a:pt x="0" y="223393"/>
                  </a:lnTo>
                  <a:lnTo>
                    <a:pt x="94615" y="223393"/>
                  </a:lnTo>
                  <a:lnTo>
                    <a:pt x="94615" y="129032"/>
                  </a:lnTo>
                  <a:close/>
                </a:path>
                <a:path w="352425" h="481964">
                  <a:moveTo>
                    <a:pt x="94615" y="0"/>
                  </a:moveTo>
                  <a:lnTo>
                    <a:pt x="0" y="0"/>
                  </a:lnTo>
                  <a:lnTo>
                    <a:pt x="0" y="94361"/>
                  </a:lnTo>
                  <a:lnTo>
                    <a:pt x="94615" y="94361"/>
                  </a:lnTo>
                  <a:lnTo>
                    <a:pt x="94615" y="0"/>
                  </a:lnTo>
                  <a:close/>
                </a:path>
                <a:path w="352425" h="481964">
                  <a:moveTo>
                    <a:pt x="221234" y="387235"/>
                  </a:moveTo>
                  <a:lnTo>
                    <a:pt x="126619" y="387235"/>
                  </a:lnTo>
                  <a:lnTo>
                    <a:pt x="126619" y="481584"/>
                  </a:lnTo>
                  <a:lnTo>
                    <a:pt x="221234" y="481584"/>
                  </a:lnTo>
                  <a:lnTo>
                    <a:pt x="221234" y="387235"/>
                  </a:lnTo>
                  <a:close/>
                </a:path>
                <a:path w="352425" h="481964">
                  <a:moveTo>
                    <a:pt x="223266" y="258191"/>
                  </a:moveTo>
                  <a:lnTo>
                    <a:pt x="128778" y="258191"/>
                  </a:lnTo>
                  <a:lnTo>
                    <a:pt x="128778" y="352552"/>
                  </a:lnTo>
                  <a:lnTo>
                    <a:pt x="223266" y="352552"/>
                  </a:lnTo>
                  <a:lnTo>
                    <a:pt x="223266" y="258191"/>
                  </a:lnTo>
                  <a:close/>
                </a:path>
                <a:path w="352425" h="481964">
                  <a:moveTo>
                    <a:pt x="223266" y="129032"/>
                  </a:moveTo>
                  <a:lnTo>
                    <a:pt x="128778" y="129032"/>
                  </a:lnTo>
                  <a:lnTo>
                    <a:pt x="128778" y="223393"/>
                  </a:lnTo>
                  <a:lnTo>
                    <a:pt x="223266" y="223393"/>
                  </a:lnTo>
                  <a:lnTo>
                    <a:pt x="223266" y="129032"/>
                  </a:lnTo>
                  <a:close/>
                </a:path>
                <a:path w="352425" h="481964">
                  <a:moveTo>
                    <a:pt x="223266" y="0"/>
                  </a:moveTo>
                  <a:lnTo>
                    <a:pt x="128778" y="0"/>
                  </a:lnTo>
                  <a:lnTo>
                    <a:pt x="128778" y="94361"/>
                  </a:lnTo>
                  <a:lnTo>
                    <a:pt x="223266" y="94361"/>
                  </a:lnTo>
                  <a:lnTo>
                    <a:pt x="223266" y="0"/>
                  </a:lnTo>
                  <a:close/>
                </a:path>
                <a:path w="352425" h="481964">
                  <a:moveTo>
                    <a:pt x="352044" y="258191"/>
                  </a:moveTo>
                  <a:lnTo>
                    <a:pt x="257429" y="258191"/>
                  </a:lnTo>
                  <a:lnTo>
                    <a:pt x="257429" y="352552"/>
                  </a:lnTo>
                  <a:lnTo>
                    <a:pt x="352044" y="352552"/>
                  </a:lnTo>
                  <a:lnTo>
                    <a:pt x="352044" y="258191"/>
                  </a:lnTo>
                  <a:close/>
                </a:path>
                <a:path w="352425" h="481964">
                  <a:moveTo>
                    <a:pt x="352044" y="129032"/>
                  </a:moveTo>
                  <a:lnTo>
                    <a:pt x="257429" y="129032"/>
                  </a:lnTo>
                  <a:lnTo>
                    <a:pt x="257429" y="223393"/>
                  </a:lnTo>
                  <a:lnTo>
                    <a:pt x="352044" y="223393"/>
                  </a:lnTo>
                  <a:lnTo>
                    <a:pt x="352044" y="129032"/>
                  </a:lnTo>
                  <a:close/>
                </a:path>
                <a:path w="352425" h="481964">
                  <a:moveTo>
                    <a:pt x="352044" y="0"/>
                  </a:moveTo>
                  <a:lnTo>
                    <a:pt x="257429" y="0"/>
                  </a:lnTo>
                  <a:lnTo>
                    <a:pt x="257429" y="94361"/>
                  </a:lnTo>
                  <a:lnTo>
                    <a:pt x="352044" y="94361"/>
                  </a:lnTo>
                  <a:lnTo>
                    <a:pt x="352044" y="0"/>
                  </a:lnTo>
                  <a:close/>
                </a:path>
              </a:pathLst>
            </a:custGeom>
            <a:solidFill>
              <a:srgbClr val="0078D6"/>
            </a:solidFill>
          </p:spPr>
          <p:txBody>
            <a:bodyPr wrap="square" lIns="0" tIns="0" rIns="0" bIns="0" rtlCol="0"/>
            <a:lstStyle/>
            <a:p>
              <a:endParaRPr/>
            </a:p>
          </p:txBody>
        </p:sp>
      </p:grpSp>
      <p:sp>
        <p:nvSpPr>
          <p:cNvPr id="36" name="object 36"/>
          <p:cNvSpPr txBox="1"/>
          <p:nvPr/>
        </p:nvSpPr>
        <p:spPr>
          <a:xfrm>
            <a:off x="4706492" y="1696338"/>
            <a:ext cx="1866900" cy="983615"/>
          </a:xfrm>
          <a:prstGeom prst="rect">
            <a:avLst/>
          </a:prstGeom>
        </p:spPr>
        <p:txBody>
          <a:bodyPr vert="horz" wrap="square" lIns="0" tIns="10795" rIns="0" bIns="0" rtlCol="0">
            <a:spAutoFit/>
          </a:bodyPr>
          <a:lstStyle/>
          <a:p>
            <a:pPr marL="12700" marR="381000">
              <a:lnSpc>
                <a:spcPct val="102499"/>
              </a:lnSpc>
              <a:spcBef>
                <a:spcPts val="85"/>
              </a:spcBef>
            </a:pPr>
            <a:r>
              <a:rPr sz="1200" spc="-125" dirty="0">
                <a:solidFill>
                  <a:srgbClr val="505050"/>
                </a:solidFill>
                <a:latin typeface="Arial Black"/>
                <a:cs typeface="Arial Black"/>
              </a:rPr>
              <a:t>Intune </a:t>
            </a:r>
            <a:r>
              <a:rPr sz="1200" spc="-130" dirty="0">
                <a:solidFill>
                  <a:srgbClr val="505050"/>
                </a:solidFill>
                <a:latin typeface="Arial Black"/>
                <a:cs typeface="Arial Black"/>
              </a:rPr>
              <a:t>configures  </a:t>
            </a:r>
            <a:r>
              <a:rPr sz="1200" spc="-114" dirty="0">
                <a:solidFill>
                  <a:srgbClr val="505050"/>
                </a:solidFill>
                <a:latin typeface="Arial Black"/>
                <a:cs typeface="Arial Black"/>
              </a:rPr>
              <a:t>app </a:t>
            </a:r>
            <a:r>
              <a:rPr sz="1200" spc="-125" dirty="0">
                <a:solidFill>
                  <a:srgbClr val="505050"/>
                </a:solidFill>
                <a:latin typeface="Arial Black"/>
                <a:cs typeface="Arial Black"/>
              </a:rPr>
              <a:t>protection</a:t>
            </a:r>
            <a:r>
              <a:rPr sz="1200" spc="-60" dirty="0">
                <a:solidFill>
                  <a:srgbClr val="505050"/>
                </a:solidFill>
                <a:latin typeface="Arial Black"/>
                <a:cs typeface="Arial Black"/>
              </a:rPr>
              <a:t> </a:t>
            </a:r>
            <a:r>
              <a:rPr sz="1200" spc="-125" dirty="0">
                <a:solidFill>
                  <a:srgbClr val="505050"/>
                </a:solidFill>
                <a:latin typeface="Arial Black"/>
                <a:cs typeface="Arial Black"/>
              </a:rPr>
              <a:t>policy</a:t>
            </a:r>
            <a:endParaRPr sz="1200">
              <a:latin typeface="Arial Black"/>
              <a:cs typeface="Arial Black"/>
            </a:endParaRPr>
          </a:p>
          <a:p>
            <a:pPr marL="128270" indent="-116205">
              <a:lnSpc>
                <a:spcPct val="100000"/>
              </a:lnSpc>
              <a:spcBef>
                <a:spcPts val="640"/>
              </a:spcBef>
              <a:buFont typeface="Arial"/>
              <a:buChar char="•"/>
              <a:tabLst>
                <a:tab pos="128905" algn="l"/>
              </a:tabLst>
            </a:pPr>
            <a:r>
              <a:rPr sz="1100" spc="-125" dirty="0">
                <a:solidFill>
                  <a:srgbClr val="505050"/>
                </a:solidFill>
                <a:latin typeface="Arial Black"/>
                <a:cs typeface="Arial Black"/>
              </a:rPr>
              <a:t>Copy/Paste/SaveAs</a:t>
            </a:r>
            <a:r>
              <a:rPr sz="1100" spc="-140" dirty="0">
                <a:solidFill>
                  <a:srgbClr val="505050"/>
                </a:solidFill>
                <a:latin typeface="Arial Black"/>
                <a:cs typeface="Arial Black"/>
              </a:rPr>
              <a:t> </a:t>
            </a:r>
            <a:r>
              <a:rPr sz="1100" spc="-135" dirty="0">
                <a:solidFill>
                  <a:srgbClr val="505050"/>
                </a:solidFill>
                <a:latin typeface="Arial Black"/>
                <a:cs typeface="Arial Black"/>
              </a:rPr>
              <a:t>controls</a:t>
            </a:r>
            <a:endParaRPr sz="1100">
              <a:latin typeface="Arial Black"/>
              <a:cs typeface="Arial Black"/>
            </a:endParaRPr>
          </a:p>
          <a:p>
            <a:pPr marL="128270" indent="-116205">
              <a:lnSpc>
                <a:spcPct val="100000"/>
              </a:lnSpc>
              <a:buFont typeface="Arial"/>
              <a:buChar char="•"/>
              <a:tabLst>
                <a:tab pos="128905" algn="l"/>
              </a:tabLst>
            </a:pPr>
            <a:r>
              <a:rPr sz="1100" spc="-140" dirty="0">
                <a:solidFill>
                  <a:srgbClr val="505050"/>
                </a:solidFill>
                <a:latin typeface="Arial Black"/>
                <a:cs typeface="Arial Black"/>
              </a:rPr>
              <a:t>PIN</a:t>
            </a:r>
            <a:r>
              <a:rPr sz="1100" spc="-85" dirty="0">
                <a:solidFill>
                  <a:srgbClr val="505050"/>
                </a:solidFill>
                <a:latin typeface="Arial Black"/>
                <a:cs typeface="Arial Black"/>
              </a:rPr>
              <a:t> </a:t>
            </a:r>
            <a:r>
              <a:rPr sz="1100" spc="-114" dirty="0">
                <a:solidFill>
                  <a:srgbClr val="505050"/>
                </a:solidFill>
                <a:latin typeface="Arial Black"/>
                <a:cs typeface="Arial Black"/>
              </a:rPr>
              <a:t>required</a:t>
            </a:r>
            <a:endParaRPr sz="1100">
              <a:latin typeface="Arial Black"/>
              <a:cs typeface="Arial Black"/>
            </a:endParaRPr>
          </a:p>
          <a:p>
            <a:pPr marL="128270" indent="-116205">
              <a:lnSpc>
                <a:spcPct val="100000"/>
              </a:lnSpc>
              <a:buFont typeface="Arial"/>
              <a:buChar char="•"/>
              <a:tabLst>
                <a:tab pos="128905" algn="l"/>
              </a:tabLst>
            </a:pPr>
            <a:r>
              <a:rPr sz="1100" spc="-150" dirty="0">
                <a:solidFill>
                  <a:srgbClr val="505050"/>
                </a:solidFill>
                <a:latin typeface="Arial Black"/>
                <a:cs typeface="Arial Black"/>
              </a:rPr>
              <a:t>Encrypt</a:t>
            </a:r>
            <a:r>
              <a:rPr sz="1100" spc="-65" dirty="0">
                <a:solidFill>
                  <a:srgbClr val="505050"/>
                </a:solidFill>
                <a:latin typeface="Arial Black"/>
                <a:cs typeface="Arial Black"/>
              </a:rPr>
              <a:t> </a:t>
            </a:r>
            <a:r>
              <a:rPr sz="1100" spc="-140" dirty="0">
                <a:solidFill>
                  <a:srgbClr val="505050"/>
                </a:solidFill>
                <a:latin typeface="Arial Black"/>
                <a:cs typeface="Arial Black"/>
              </a:rPr>
              <a:t>storage</a:t>
            </a:r>
            <a:endParaRPr sz="1100">
              <a:latin typeface="Arial Black"/>
              <a:cs typeface="Arial Black"/>
            </a:endParaRPr>
          </a:p>
        </p:txBody>
      </p:sp>
      <p:grpSp>
        <p:nvGrpSpPr>
          <p:cNvPr id="37" name="object 37"/>
          <p:cNvGrpSpPr/>
          <p:nvPr/>
        </p:nvGrpSpPr>
        <p:grpSpPr>
          <a:xfrm>
            <a:off x="6999731" y="2107692"/>
            <a:ext cx="2359660" cy="1777364"/>
            <a:chOff x="6999731" y="2107692"/>
            <a:chExt cx="2359660" cy="1777364"/>
          </a:xfrm>
        </p:grpSpPr>
        <p:sp>
          <p:nvSpPr>
            <p:cNvPr id="38" name="object 38"/>
            <p:cNvSpPr/>
            <p:nvPr/>
          </p:nvSpPr>
          <p:spPr>
            <a:xfrm>
              <a:off x="7441691" y="2394966"/>
              <a:ext cx="1245870" cy="565150"/>
            </a:xfrm>
            <a:custGeom>
              <a:avLst/>
              <a:gdLst/>
              <a:ahLst/>
              <a:cxnLst/>
              <a:rect l="l" t="t" r="r" b="b"/>
              <a:pathLst>
                <a:path w="1245870" h="565150">
                  <a:moveTo>
                    <a:pt x="1188498" y="28479"/>
                  </a:moveTo>
                  <a:lnTo>
                    <a:pt x="1145031" y="29591"/>
                  </a:lnTo>
                  <a:lnTo>
                    <a:pt x="1095121" y="31876"/>
                  </a:lnTo>
                  <a:lnTo>
                    <a:pt x="1045590" y="35560"/>
                  </a:lnTo>
                  <a:lnTo>
                    <a:pt x="996568" y="40386"/>
                  </a:lnTo>
                  <a:lnTo>
                    <a:pt x="948054" y="46228"/>
                  </a:lnTo>
                  <a:lnTo>
                    <a:pt x="899922" y="53467"/>
                  </a:lnTo>
                  <a:lnTo>
                    <a:pt x="852551" y="61722"/>
                  </a:lnTo>
                  <a:lnTo>
                    <a:pt x="805687" y="71120"/>
                  </a:lnTo>
                  <a:lnTo>
                    <a:pt x="759586" y="81534"/>
                  </a:lnTo>
                  <a:lnTo>
                    <a:pt x="714248" y="93091"/>
                  </a:lnTo>
                  <a:lnTo>
                    <a:pt x="669416" y="105663"/>
                  </a:lnTo>
                  <a:lnTo>
                    <a:pt x="625601" y="119380"/>
                  </a:lnTo>
                  <a:lnTo>
                    <a:pt x="582549" y="133985"/>
                  </a:lnTo>
                  <a:lnTo>
                    <a:pt x="540384" y="149733"/>
                  </a:lnTo>
                  <a:lnTo>
                    <a:pt x="499109" y="166370"/>
                  </a:lnTo>
                  <a:lnTo>
                    <a:pt x="458850" y="184023"/>
                  </a:lnTo>
                  <a:lnTo>
                    <a:pt x="419607" y="202692"/>
                  </a:lnTo>
                  <a:lnTo>
                    <a:pt x="381380" y="222250"/>
                  </a:lnTo>
                  <a:lnTo>
                    <a:pt x="344297" y="242697"/>
                  </a:lnTo>
                  <a:lnTo>
                    <a:pt x="308228" y="264033"/>
                  </a:lnTo>
                  <a:lnTo>
                    <a:pt x="273430" y="286385"/>
                  </a:lnTo>
                  <a:lnTo>
                    <a:pt x="239902" y="309499"/>
                  </a:lnTo>
                  <a:lnTo>
                    <a:pt x="207517" y="333375"/>
                  </a:lnTo>
                  <a:lnTo>
                    <a:pt x="176529" y="358267"/>
                  </a:lnTo>
                  <a:lnTo>
                    <a:pt x="146938" y="383921"/>
                  </a:lnTo>
                  <a:lnTo>
                    <a:pt x="118617" y="410337"/>
                  </a:lnTo>
                  <a:lnTo>
                    <a:pt x="91821" y="437642"/>
                  </a:lnTo>
                  <a:lnTo>
                    <a:pt x="42672" y="494411"/>
                  </a:lnTo>
                  <a:lnTo>
                    <a:pt x="0" y="553974"/>
                  </a:lnTo>
                  <a:lnTo>
                    <a:pt x="16382" y="565023"/>
                  </a:lnTo>
                  <a:lnTo>
                    <a:pt x="36702" y="535305"/>
                  </a:lnTo>
                  <a:lnTo>
                    <a:pt x="58419" y="506475"/>
                  </a:lnTo>
                  <a:lnTo>
                    <a:pt x="81533" y="478409"/>
                  </a:lnTo>
                  <a:lnTo>
                    <a:pt x="106069" y="451358"/>
                  </a:lnTo>
                  <a:lnTo>
                    <a:pt x="132337" y="424688"/>
                  </a:lnTo>
                  <a:lnTo>
                    <a:pt x="160274" y="398525"/>
                  </a:lnTo>
                  <a:lnTo>
                    <a:pt x="189356" y="373380"/>
                  </a:lnTo>
                  <a:lnTo>
                    <a:pt x="219709" y="348996"/>
                  </a:lnTo>
                  <a:lnTo>
                    <a:pt x="251586" y="325500"/>
                  </a:lnTo>
                  <a:lnTo>
                    <a:pt x="284296" y="302895"/>
                  </a:lnTo>
                  <a:lnTo>
                    <a:pt x="318769" y="280797"/>
                  </a:lnTo>
                  <a:lnTo>
                    <a:pt x="318943" y="280797"/>
                  </a:lnTo>
                  <a:lnTo>
                    <a:pt x="353989" y="259969"/>
                  </a:lnTo>
                  <a:lnTo>
                    <a:pt x="390548" y="239775"/>
                  </a:lnTo>
                  <a:lnTo>
                    <a:pt x="428249" y="220472"/>
                  </a:lnTo>
                  <a:lnTo>
                    <a:pt x="467232" y="202057"/>
                  </a:lnTo>
                  <a:lnTo>
                    <a:pt x="506983" y="184658"/>
                  </a:lnTo>
                  <a:lnTo>
                    <a:pt x="547751" y="168148"/>
                  </a:lnTo>
                  <a:lnTo>
                    <a:pt x="589066" y="152781"/>
                  </a:lnTo>
                  <a:lnTo>
                    <a:pt x="631825" y="138175"/>
                  </a:lnTo>
                  <a:lnTo>
                    <a:pt x="631571" y="138175"/>
                  </a:lnTo>
                  <a:lnTo>
                    <a:pt x="675258" y="124587"/>
                  </a:lnTo>
                  <a:lnTo>
                    <a:pt x="675458" y="124587"/>
                  </a:lnTo>
                  <a:lnTo>
                    <a:pt x="719454" y="112268"/>
                  </a:lnTo>
                  <a:lnTo>
                    <a:pt x="719201" y="112268"/>
                  </a:lnTo>
                  <a:lnTo>
                    <a:pt x="764412" y="100711"/>
                  </a:lnTo>
                  <a:lnTo>
                    <a:pt x="764592" y="100711"/>
                  </a:lnTo>
                  <a:lnTo>
                    <a:pt x="810005" y="90424"/>
                  </a:lnTo>
                  <a:lnTo>
                    <a:pt x="809751" y="90424"/>
                  </a:lnTo>
                  <a:lnTo>
                    <a:pt x="856360" y="81153"/>
                  </a:lnTo>
                  <a:lnTo>
                    <a:pt x="856106" y="81153"/>
                  </a:lnTo>
                  <a:lnTo>
                    <a:pt x="903224" y="73025"/>
                  </a:lnTo>
                  <a:lnTo>
                    <a:pt x="902969" y="73025"/>
                  </a:lnTo>
                  <a:lnTo>
                    <a:pt x="950849" y="65912"/>
                  </a:lnTo>
                  <a:lnTo>
                    <a:pt x="950594" y="65912"/>
                  </a:lnTo>
                  <a:lnTo>
                    <a:pt x="998854" y="60071"/>
                  </a:lnTo>
                  <a:lnTo>
                    <a:pt x="998601" y="60071"/>
                  </a:lnTo>
                  <a:lnTo>
                    <a:pt x="1047368" y="55245"/>
                  </a:lnTo>
                  <a:lnTo>
                    <a:pt x="1048818" y="55245"/>
                  </a:lnTo>
                  <a:lnTo>
                    <a:pt x="1096517" y="51688"/>
                  </a:lnTo>
                  <a:lnTo>
                    <a:pt x="1096263" y="51688"/>
                  </a:lnTo>
                  <a:lnTo>
                    <a:pt x="1145921" y="49275"/>
                  </a:lnTo>
                  <a:lnTo>
                    <a:pt x="1145666" y="49275"/>
                  </a:lnTo>
                  <a:lnTo>
                    <a:pt x="1188209" y="48294"/>
                  </a:lnTo>
                  <a:lnTo>
                    <a:pt x="1194942" y="38226"/>
                  </a:lnTo>
                  <a:lnTo>
                    <a:pt x="1188498" y="28479"/>
                  </a:lnTo>
                  <a:close/>
                </a:path>
                <a:path w="1245870" h="565150">
                  <a:moveTo>
                    <a:pt x="36735" y="535305"/>
                  </a:moveTo>
                  <a:lnTo>
                    <a:pt x="36449" y="535686"/>
                  </a:lnTo>
                  <a:lnTo>
                    <a:pt x="36735" y="535305"/>
                  </a:lnTo>
                  <a:close/>
                </a:path>
                <a:path w="1245870" h="565150">
                  <a:moveTo>
                    <a:pt x="58478" y="506475"/>
                  </a:moveTo>
                  <a:lnTo>
                    <a:pt x="58165" y="506857"/>
                  </a:lnTo>
                  <a:lnTo>
                    <a:pt x="58478" y="506475"/>
                  </a:lnTo>
                  <a:close/>
                </a:path>
                <a:path w="1245870" h="565150">
                  <a:moveTo>
                    <a:pt x="81624" y="478409"/>
                  </a:moveTo>
                  <a:lnTo>
                    <a:pt x="81279" y="478789"/>
                  </a:lnTo>
                  <a:lnTo>
                    <a:pt x="81624" y="478409"/>
                  </a:lnTo>
                  <a:close/>
                </a:path>
                <a:path w="1245870" h="565150">
                  <a:moveTo>
                    <a:pt x="106299" y="451104"/>
                  </a:moveTo>
                  <a:lnTo>
                    <a:pt x="106044" y="451358"/>
                  </a:lnTo>
                  <a:lnTo>
                    <a:pt x="106299" y="451104"/>
                  </a:lnTo>
                  <a:close/>
                </a:path>
                <a:path w="1245870" h="565150">
                  <a:moveTo>
                    <a:pt x="160313" y="398525"/>
                  </a:moveTo>
                  <a:lnTo>
                    <a:pt x="160019" y="398780"/>
                  </a:lnTo>
                  <a:lnTo>
                    <a:pt x="160313" y="398525"/>
                  </a:lnTo>
                  <a:close/>
                </a:path>
                <a:path w="1245870" h="565150">
                  <a:moveTo>
                    <a:pt x="189418" y="373380"/>
                  </a:moveTo>
                  <a:lnTo>
                    <a:pt x="189102" y="373634"/>
                  </a:lnTo>
                  <a:lnTo>
                    <a:pt x="189418" y="373380"/>
                  </a:lnTo>
                  <a:close/>
                </a:path>
                <a:path w="1245870" h="565150">
                  <a:moveTo>
                    <a:pt x="219799" y="348996"/>
                  </a:moveTo>
                  <a:lnTo>
                    <a:pt x="219455" y="349250"/>
                  </a:lnTo>
                  <a:lnTo>
                    <a:pt x="219799" y="348996"/>
                  </a:lnTo>
                  <a:close/>
                </a:path>
                <a:path w="1245870" h="565150">
                  <a:moveTo>
                    <a:pt x="251699" y="325500"/>
                  </a:moveTo>
                  <a:lnTo>
                    <a:pt x="251332" y="325755"/>
                  </a:lnTo>
                  <a:lnTo>
                    <a:pt x="251699" y="325500"/>
                  </a:lnTo>
                  <a:close/>
                </a:path>
                <a:path w="1245870" h="565150">
                  <a:moveTo>
                    <a:pt x="284479" y="302768"/>
                  </a:moveTo>
                  <a:lnTo>
                    <a:pt x="284225" y="302895"/>
                  </a:lnTo>
                  <a:lnTo>
                    <a:pt x="284479" y="302768"/>
                  </a:lnTo>
                  <a:close/>
                </a:path>
                <a:path w="1245870" h="565150">
                  <a:moveTo>
                    <a:pt x="318943" y="280797"/>
                  </a:moveTo>
                  <a:lnTo>
                    <a:pt x="318769" y="280797"/>
                  </a:lnTo>
                  <a:lnTo>
                    <a:pt x="318515" y="281050"/>
                  </a:lnTo>
                  <a:lnTo>
                    <a:pt x="318943" y="280797"/>
                  </a:lnTo>
                  <a:close/>
                </a:path>
                <a:path w="1245870" h="565150">
                  <a:moveTo>
                    <a:pt x="354202" y="259842"/>
                  </a:moveTo>
                  <a:lnTo>
                    <a:pt x="353949" y="259969"/>
                  </a:lnTo>
                  <a:lnTo>
                    <a:pt x="354202" y="259842"/>
                  </a:lnTo>
                  <a:close/>
                </a:path>
                <a:path w="1245870" h="565150">
                  <a:moveTo>
                    <a:pt x="467268" y="202057"/>
                  </a:moveTo>
                  <a:lnTo>
                    <a:pt x="466978" y="202184"/>
                  </a:lnTo>
                  <a:lnTo>
                    <a:pt x="467268" y="202057"/>
                  </a:lnTo>
                  <a:close/>
                </a:path>
                <a:path w="1245870" h="565150">
                  <a:moveTo>
                    <a:pt x="507043" y="184658"/>
                  </a:moveTo>
                  <a:lnTo>
                    <a:pt x="506729" y="184785"/>
                  </a:lnTo>
                  <a:lnTo>
                    <a:pt x="507043" y="184658"/>
                  </a:lnTo>
                  <a:close/>
                </a:path>
                <a:path w="1245870" h="565150">
                  <a:moveTo>
                    <a:pt x="547837" y="168148"/>
                  </a:moveTo>
                  <a:lnTo>
                    <a:pt x="547497" y="168275"/>
                  </a:lnTo>
                  <a:lnTo>
                    <a:pt x="547837" y="168148"/>
                  </a:lnTo>
                  <a:close/>
                </a:path>
                <a:path w="1245870" h="565150">
                  <a:moveTo>
                    <a:pt x="589406" y="152654"/>
                  </a:moveTo>
                  <a:lnTo>
                    <a:pt x="589026" y="152781"/>
                  </a:lnTo>
                  <a:lnTo>
                    <a:pt x="589406" y="152654"/>
                  </a:lnTo>
                  <a:close/>
                </a:path>
                <a:path w="1245870" h="565150">
                  <a:moveTo>
                    <a:pt x="675458" y="124587"/>
                  </a:moveTo>
                  <a:lnTo>
                    <a:pt x="675258" y="124587"/>
                  </a:lnTo>
                  <a:lnTo>
                    <a:pt x="675004" y="124713"/>
                  </a:lnTo>
                  <a:lnTo>
                    <a:pt x="675458" y="124587"/>
                  </a:lnTo>
                  <a:close/>
                </a:path>
                <a:path w="1245870" h="565150">
                  <a:moveTo>
                    <a:pt x="764592" y="100711"/>
                  </a:moveTo>
                  <a:lnTo>
                    <a:pt x="764412" y="100711"/>
                  </a:lnTo>
                  <a:lnTo>
                    <a:pt x="764031" y="100837"/>
                  </a:lnTo>
                  <a:lnTo>
                    <a:pt x="764592" y="100711"/>
                  </a:lnTo>
                  <a:close/>
                </a:path>
                <a:path w="1245870" h="565150">
                  <a:moveTo>
                    <a:pt x="1226029" y="28321"/>
                  </a:moveTo>
                  <a:lnTo>
                    <a:pt x="1194688" y="28321"/>
                  </a:lnTo>
                  <a:lnTo>
                    <a:pt x="1195197" y="48133"/>
                  </a:lnTo>
                  <a:lnTo>
                    <a:pt x="1188209" y="48294"/>
                  </a:lnTo>
                  <a:lnTo>
                    <a:pt x="1169542" y="76200"/>
                  </a:lnTo>
                  <a:lnTo>
                    <a:pt x="1245742" y="38226"/>
                  </a:lnTo>
                  <a:lnTo>
                    <a:pt x="1226029" y="28321"/>
                  </a:lnTo>
                  <a:close/>
                </a:path>
                <a:path w="1245870" h="565150">
                  <a:moveTo>
                    <a:pt x="1048818" y="55245"/>
                  </a:moveTo>
                  <a:lnTo>
                    <a:pt x="1047368" y="55245"/>
                  </a:lnTo>
                  <a:lnTo>
                    <a:pt x="1047114" y="55372"/>
                  </a:lnTo>
                  <a:lnTo>
                    <a:pt x="1048818" y="55245"/>
                  </a:lnTo>
                  <a:close/>
                </a:path>
                <a:path w="1245870" h="565150">
                  <a:moveTo>
                    <a:pt x="1194942" y="38226"/>
                  </a:moveTo>
                  <a:lnTo>
                    <a:pt x="1188209" y="48294"/>
                  </a:lnTo>
                  <a:lnTo>
                    <a:pt x="1195197" y="48133"/>
                  </a:lnTo>
                  <a:lnTo>
                    <a:pt x="1194942" y="38226"/>
                  </a:lnTo>
                  <a:close/>
                </a:path>
                <a:path w="1245870" h="565150">
                  <a:moveTo>
                    <a:pt x="1194688" y="28321"/>
                  </a:moveTo>
                  <a:lnTo>
                    <a:pt x="1188498" y="28479"/>
                  </a:lnTo>
                  <a:lnTo>
                    <a:pt x="1194942" y="38226"/>
                  </a:lnTo>
                  <a:lnTo>
                    <a:pt x="1194688" y="28321"/>
                  </a:lnTo>
                  <a:close/>
                </a:path>
                <a:path w="1245870" h="565150">
                  <a:moveTo>
                    <a:pt x="1169669" y="0"/>
                  </a:moveTo>
                  <a:lnTo>
                    <a:pt x="1188498" y="28479"/>
                  </a:lnTo>
                  <a:lnTo>
                    <a:pt x="1194688" y="28321"/>
                  </a:lnTo>
                  <a:lnTo>
                    <a:pt x="1226029" y="28321"/>
                  </a:lnTo>
                  <a:lnTo>
                    <a:pt x="1169669" y="0"/>
                  </a:lnTo>
                  <a:close/>
                </a:path>
              </a:pathLst>
            </a:custGeom>
            <a:solidFill>
              <a:srgbClr val="0078D6"/>
            </a:solidFill>
          </p:spPr>
          <p:txBody>
            <a:bodyPr wrap="square" lIns="0" tIns="0" rIns="0" bIns="0" rtlCol="0"/>
            <a:lstStyle/>
            <a:p>
              <a:endParaRPr/>
            </a:p>
          </p:txBody>
        </p:sp>
        <p:sp>
          <p:nvSpPr>
            <p:cNvPr id="39" name="object 39"/>
            <p:cNvSpPr/>
            <p:nvPr/>
          </p:nvSpPr>
          <p:spPr>
            <a:xfrm>
              <a:off x="8746235" y="2135124"/>
              <a:ext cx="585470" cy="585470"/>
            </a:xfrm>
            <a:custGeom>
              <a:avLst/>
              <a:gdLst/>
              <a:ahLst/>
              <a:cxnLst/>
              <a:rect l="l" t="t" r="r" b="b"/>
              <a:pathLst>
                <a:path w="585470" h="585469">
                  <a:moveTo>
                    <a:pt x="292608" y="0"/>
                  </a:moveTo>
                  <a:lnTo>
                    <a:pt x="245159" y="3831"/>
                  </a:lnTo>
                  <a:lnTo>
                    <a:pt x="200143" y="14923"/>
                  </a:lnTo>
                  <a:lnTo>
                    <a:pt x="158163" y="32671"/>
                  </a:lnTo>
                  <a:lnTo>
                    <a:pt x="119822" y="56473"/>
                  </a:lnTo>
                  <a:lnTo>
                    <a:pt x="85725" y="85725"/>
                  </a:lnTo>
                  <a:lnTo>
                    <a:pt x="56473" y="119822"/>
                  </a:lnTo>
                  <a:lnTo>
                    <a:pt x="32671" y="158163"/>
                  </a:lnTo>
                  <a:lnTo>
                    <a:pt x="14923" y="200143"/>
                  </a:lnTo>
                  <a:lnTo>
                    <a:pt x="3831" y="245159"/>
                  </a:lnTo>
                  <a:lnTo>
                    <a:pt x="0" y="292608"/>
                  </a:lnTo>
                  <a:lnTo>
                    <a:pt x="3831" y="340056"/>
                  </a:lnTo>
                  <a:lnTo>
                    <a:pt x="14923" y="385072"/>
                  </a:lnTo>
                  <a:lnTo>
                    <a:pt x="32671" y="427052"/>
                  </a:lnTo>
                  <a:lnTo>
                    <a:pt x="56473" y="465393"/>
                  </a:lnTo>
                  <a:lnTo>
                    <a:pt x="85725" y="499491"/>
                  </a:lnTo>
                  <a:lnTo>
                    <a:pt x="119822" y="528742"/>
                  </a:lnTo>
                  <a:lnTo>
                    <a:pt x="158163" y="552544"/>
                  </a:lnTo>
                  <a:lnTo>
                    <a:pt x="200143" y="570292"/>
                  </a:lnTo>
                  <a:lnTo>
                    <a:pt x="245159" y="581384"/>
                  </a:lnTo>
                  <a:lnTo>
                    <a:pt x="292608" y="585215"/>
                  </a:lnTo>
                  <a:lnTo>
                    <a:pt x="340056" y="581384"/>
                  </a:lnTo>
                  <a:lnTo>
                    <a:pt x="385072" y="570292"/>
                  </a:lnTo>
                  <a:lnTo>
                    <a:pt x="427052" y="552544"/>
                  </a:lnTo>
                  <a:lnTo>
                    <a:pt x="465393" y="528742"/>
                  </a:lnTo>
                  <a:lnTo>
                    <a:pt x="499491" y="499491"/>
                  </a:lnTo>
                  <a:lnTo>
                    <a:pt x="528742" y="465393"/>
                  </a:lnTo>
                  <a:lnTo>
                    <a:pt x="552544" y="427052"/>
                  </a:lnTo>
                  <a:lnTo>
                    <a:pt x="570292" y="385072"/>
                  </a:lnTo>
                  <a:lnTo>
                    <a:pt x="581384" y="340056"/>
                  </a:lnTo>
                  <a:lnTo>
                    <a:pt x="585216" y="292608"/>
                  </a:lnTo>
                  <a:lnTo>
                    <a:pt x="581384" y="245159"/>
                  </a:lnTo>
                  <a:lnTo>
                    <a:pt x="570292" y="200143"/>
                  </a:lnTo>
                  <a:lnTo>
                    <a:pt x="552544" y="158163"/>
                  </a:lnTo>
                  <a:lnTo>
                    <a:pt x="528742" y="119822"/>
                  </a:lnTo>
                  <a:lnTo>
                    <a:pt x="499491" y="85725"/>
                  </a:lnTo>
                  <a:lnTo>
                    <a:pt x="465393" y="56473"/>
                  </a:lnTo>
                  <a:lnTo>
                    <a:pt x="427052" y="32671"/>
                  </a:lnTo>
                  <a:lnTo>
                    <a:pt x="385072" y="14923"/>
                  </a:lnTo>
                  <a:lnTo>
                    <a:pt x="340056" y="3831"/>
                  </a:lnTo>
                  <a:lnTo>
                    <a:pt x="292608" y="0"/>
                  </a:lnTo>
                  <a:close/>
                </a:path>
              </a:pathLst>
            </a:custGeom>
            <a:solidFill>
              <a:srgbClr val="C00000"/>
            </a:solidFill>
          </p:spPr>
          <p:txBody>
            <a:bodyPr wrap="square" lIns="0" tIns="0" rIns="0" bIns="0" rtlCol="0"/>
            <a:lstStyle/>
            <a:p>
              <a:endParaRPr/>
            </a:p>
          </p:txBody>
        </p:sp>
        <p:sp>
          <p:nvSpPr>
            <p:cNvPr id="40" name="object 40"/>
            <p:cNvSpPr/>
            <p:nvPr/>
          </p:nvSpPr>
          <p:spPr>
            <a:xfrm>
              <a:off x="8746235" y="2135124"/>
              <a:ext cx="585470" cy="585470"/>
            </a:xfrm>
            <a:custGeom>
              <a:avLst/>
              <a:gdLst/>
              <a:ahLst/>
              <a:cxnLst/>
              <a:rect l="l" t="t" r="r" b="b"/>
              <a:pathLst>
                <a:path w="585470" h="585469">
                  <a:moveTo>
                    <a:pt x="0" y="292608"/>
                  </a:moveTo>
                  <a:lnTo>
                    <a:pt x="3831" y="245159"/>
                  </a:lnTo>
                  <a:lnTo>
                    <a:pt x="14923" y="200143"/>
                  </a:lnTo>
                  <a:lnTo>
                    <a:pt x="32671" y="158163"/>
                  </a:lnTo>
                  <a:lnTo>
                    <a:pt x="56473" y="119822"/>
                  </a:lnTo>
                  <a:lnTo>
                    <a:pt x="85725" y="85725"/>
                  </a:lnTo>
                  <a:lnTo>
                    <a:pt x="119822" y="56473"/>
                  </a:lnTo>
                  <a:lnTo>
                    <a:pt x="158163" y="32671"/>
                  </a:lnTo>
                  <a:lnTo>
                    <a:pt x="200143" y="14923"/>
                  </a:lnTo>
                  <a:lnTo>
                    <a:pt x="245159" y="3831"/>
                  </a:lnTo>
                  <a:lnTo>
                    <a:pt x="292608" y="0"/>
                  </a:lnTo>
                  <a:lnTo>
                    <a:pt x="340056" y="3831"/>
                  </a:lnTo>
                  <a:lnTo>
                    <a:pt x="385072" y="14923"/>
                  </a:lnTo>
                  <a:lnTo>
                    <a:pt x="427052" y="32671"/>
                  </a:lnTo>
                  <a:lnTo>
                    <a:pt x="465393" y="56473"/>
                  </a:lnTo>
                  <a:lnTo>
                    <a:pt x="499491" y="85725"/>
                  </a:lnTo>
                  <a:lnTo>
                    <a:pt x="528742" y="119822"/>
                  </a:lnTo>
                  <a:lnTo>
                    <a:pt x="552544" y="158163"/>
                  </a:lnTo>
                  <a:lnTo>
                    <a:pt x="570292" y="200143"/>
                  </a:lnTo>
                  <a:lnTo>
                    <a:pt x="581384" y="245159"/>
                  </a:lnTo>
                  <a:lnTo>
                    <a:pt x="585216" y="292608"/>
                  </a:lnTo>
                  <a:lnTo>
                    <a:pt x="581384" y="340056"/>
                  </a:lnTo>
                  <a:lnTo>
                    <a:pt x="570292" y="385072"/>
                  </a:lnTo>
                  <a:lnTo>
                    <a:pt x="552544" y="427052"/>
                  </a:lnTo>
                  <a:lnTo>
                    <a:pt x="528742" y="465393"/>
                  </a:lnTo>
                  <a:lnTo>
                    <a:pt x="499491" y="499491"/>
                  </a:lnTo>
                  <a:lnTo>
                    <a:pt x="465393" y="528742"/>
                  </a:lnTo>
                  <a:lnTo>
                    <a:pt x="427052" y="552544"/>
                  </a:lnTo>
                  <a:lnTo>
                    <a:pt x="385072" y="570292"/>
                  </a:lnTo>
                  <a:lnTo>
                    <a:pt x="340056" y="581384"/>
                  </a:lnTo>
                  <a:lnTo>
                    <a:pt x="292608" y="585215"/>
                  </a:lnTo>
                  <a:lnTo>
                    <a:pt x="245159" y="581384"/>
                  </a:lnTo>
                  <a:lnTo>
                    <a:pt x="200143" y="570292"/>
                  </a:lnTo>
                  <a:lnTo>
                    <a:pt x="158163" y="552544"/>
                  </a:lnTo>
                  <a:lnTo>
                    <a:pt x="119822" y="528742"/>
                  </a:lnTo>
                  <a:lnTo>
                    <a:pt x="85725" y="499491"/>
                  </a:lnTo>
                  <a:lnTo>
                    <a:pt x="56473" y="465393"/>
                  </a:lnTo>
                  <a:lnTo>
                    <a:pt x="32671" y="427052"/>
                  </a:lnTo>
                  <a:lnTo>
                    <a:pt x="14923" y="385072"/>
                  </a:lnTo>
                  <a:lnTo>
                    <a:pt x="3831" y="340056"/>
                  </a:lnTo>
                  <a:lnTo>
                    <a:pt x="0" y="292608"/>
                  </a:lnTo>
                  <a:close/>
                </a:path>
              </a:pathLst>
            </a:custGeom>
            <a:ln w="9144">
              <a:solidFill>
                <a:srgbClr val="505050"/>
              </a:solidFill>
            </a:ln>
          </p:spPr>
          <p:txBody>
            <a:bodyPr wrap="square" lIns="0" tIns="0" rIns="0" bIns="0" rtlCol="0"/>
            <a:lstStyle/>
            <a:p>
              <a:endParaRPr/>
            </a:p>
          </p:txBody>
        </p:sp>
        <p:sp>
          <p:nvSpPr>
            <p:cNvPr id="41" name="object 41"/>
            <p:cNvSpPr/>
            <p:nvPr/>
          </p:nvSpPr>
          <p:spPr>
            <a:xfrm>
              <a:off x="8718803" y="2107692"/>
              <a:ext cx="640080" cy="640080"/>
            </a:xfrm>
            <a:custGeom>
              <a:avLst/>
              <a:gdLst/>
              <a:ahLst/>
              <a:cxnLst/>
              <a:rect l="l" t="t" r="r" b="b"/>
              <a:pathLst>
                <a:path w="640079" h="640080">
                  <a:moveTo>
                    <a:pt x="320040" y="0"/>
                  </a:moveTo>
                  <a:lnTo>
                    <a:pt x="272739" y="3469"/>
                  </a:lnTo>
                  <a:lnTo>
                    <a:pt x="227596" y="13547"/>
                  </a:lnTo>
                  <a:lnTo>
                    <a:pt x="185105" y="29740"/>
                  </a:lnTo>
                  <a:lnTo>
                    <a:pt x="145761" y="51552"/>
                  </a:lnTo>
                  <a:lnTo>
                    <a:pt x="110057" y="78490"/>
                  </a:lnTo>
                  <a:lnTo>
                    <a:pt x="78490" y="110057"/>
                  </a:lnTo>
                  <a:lnTo>
                    <a:pt x="51552" y="145761"/>
                  </a:lnTo>
                  <a:lnTo>
                    <a:pt x="29740" y="185105"/>
                  </a:lnTo>
                  <a:lnTo>
                    <a:pt x="13547" y="227596"/>
                  </a:lnTo>
                  <a:lnTo>
                    <a:pt x="3469" y="272739"/>
                  </a:lnTo>
                  <a:lnTo>
                    <a:pt x="0" y="320040"/>
                  </a:lnTo>
                  <a:lnTo>
                    <a:pt x="3469" y="367340"/>
                  </a:lnTo>
                  <a:lnTo>
                    <a:pt x="13547" y="412483"/>
                  </a:lnTo>
                  <a:lnTo>
                    <a:pt x="29740" y="454974"/>
                  </a:lnTo>
                  <a:lnTo>
                    <a:pt x="51552" y="494318"/>
                  </a:lnTo>
                  <a:lnTo>
                    <a:pt x="78490" y="530022"/>
                  </a:lnTo>
                  <a:lnTo>
                    <a:pt x="110057" y="561589"/>
                  </a:lnTo>
                  <a:lnTo>
                    <a:pt x="145761" y="588527"/>
                  </a:lnTo>
                  <a:lnTo>
                    <a:pt x="185105" y="610339"/>
                  </a:lnTo>
                  <a:lnTo>
                    <a:pt x="227596" y="626532"/>
                  </a:lnTo>
                  <a:lnTo>
                    <a:pt x="272739" y="636610"/>
                  </a:lnTo>
                  <a:lnTo>
                    <a:pt x="320040" y="640080"/>
                  </a:lnTo>
                  <a:lnTo>
                    <a:pt x="367340" y="636610"/>
                  </a:lnTo>
                  <a:lnTo>
                    <a:pt x="412483" y="626532"/>
                  </a:lnTo>
                  <a:lnTo>
                    <a:pt x="454974" y="610339"/>
                  </a:lnTo>
                  <a:lnTo>
                    <a:pt x="471198" y="601345"/>
                  </a:lnTo>
                  <a:lnTo>
                    <a:pt x="320040" y="601345"/>
                  </a:lnTo>
                  <a:lnTo>
                    <a:pt x="274389" y="597662"/>
                  </a:lnTo>
                  <a:lnTo>
                    <a:pt x="231092" y="587000"/>
                  </a:lnTo>
                  <a:lnTo>
                    <a:pt x="190725" y="569938"/>
                  </a:lnTo>
                  <a:lnTo>
                    <a:pt x="153867" y="547058"/>
                  </a:lnTo>
                  <a:lnTo>
                    <a:pt x="121094" y="518937"/>
                  </a:lnTo>
                  <a:lnTo>
                    <a:pt x="92985" y="486158"/>
                  </a:lnTo>
                  <a:lnTo>
                    <a:pt x="70117" y="449298"/>
                  </a:lnTo>
                  <a:lnTo>
                    <a:pt x="53067" y="408938"/>
                  </a:lnTo>
                  <a:lnTo>
                    <a:pt x="42414" y="365659"/>
                  </a:lnTo>
                  <a:lnTo>
                    <a:pt x="38735" y="320040"/>
                  </a:lnTo>
                  <a:lnTo>
                    <a:pt x="42414" y="274420"/>
                  </a:lnTo>
                  <a:lnTo>
                    <a:pt x="53067" y="231141"/>
                  </a:lnTo>
                  <a:lnTo>
                    <a:pt x="70117" y="190781"/>
                  </a:lnTo>
                  <a:lnTo>
                    <a:pt x="92985" y="153921"/>
                  </a:lnTo>
                  <a:lnTo>
                    <a:pt x="121094" y="121142"/>
                  </a:lnTo>
                  <a:lnTo>
                    <a:pt x="153867" y="93021"/>
                  </a:lnTo>
                  <a:lnTo>
                    <a:pt x="190725" y="70141"/>
                  </a:lnTo>
                  <a:lnTo>
                    <a:pt x="231092" y="53079"/>
                  </a:lnTo>
                  <a:lnTo>
                    <a:pt x="274389" y="42417"/>
                  </a:lnTo>
                  <a:lnTo>
                    <a:pt x="320040" y="38735"/>
                  </a:lnTo>
                  <a:lnTo>
                    <a:pt x="471198" y="38735"/>
                  </a:lnTo>
                  <a:lnTo>
                    <a:pt x="454974" y="29740"/>
                  </a:lnTo>
                  <a:lnTo>
                    <a:pt x="412483" y="13547"/>
                  </a:lnTo>
                  <a:lnTo>
                    <a:pt x="367340" y="3469"/>
                  </a:lnTo>
                  <a:lnTo>
                    <a:pt x="320040" y="0"/>
                  </a:lnTo>
                  <a:close/>
                </a:path>
                <a:path w="640079" h="640080">
                  <a:moveTo>
                    <a:pt x="471198" y="38735"/>
                  </a:moveTo>
                  <a:lnTo>
                    <a:pt x="320040" y="38735"/>
                  </a:lnTo>
                  <a:lnTo>
                    <a:pt x="365659" y="42417"/>
                  </a:lnTo>
                  <a:lnTo>
                    <a:pt x="408938" y="53079"/>
                  </a:lnTo>
                  <a:lnTo>
                    <a:pt x="449298" y="70141"/>
                  </a:lnTo>
                  <a:lnTo>
                    <a:pt x="486158" y="93021"/>
                  </a:lnTo>
                  <a:lnTo>
                    <a:pt x="518937" y="121142"/>
                  </a:lnTo>
                  <a:lnTo>
                    <a:pt x="547058" y="153921"/>
                  </a:lnTo>
                  <a:lnTo>
                    <a:pt x="569938" y="190781"/>
                  </a:lnTo>
                  <a:lnTo>
                    <a:pt x="587000" y="231141"/>
                  </a:lnTo>
                  <a:lnTo>
                    <a:pt x="597662" y="274420"/>
                  </a:lnTo>
                  <a:lnTo>
                    <a:pt x="601345" y="320040"/>
                  </a:lnTo>
                  <a:lnTo>
                    <a:pt x="597662" y="365659"/>
                  </a:lnTo>
                  <a:lnTo>
                    <a:pt x="587000" y="408938"/>
                  </a:lnTo>
                  <a:lnTo>
                    <a:pt x="569938" y="449298"/>
                  </a:lnTo>
                  <a:lnTo>
                    <a:pt x="547058" y="486158"/>
                  </a:lnTo>
                  <a:lnTo>
                    <a:pt x="518937" y="518937"/>
                  </a:lnTo>
                  <a:lnTo>
                    <a:pt x="486158" y="547058"/>
                  </a:lnTo>
                  <a:lnTo>
                    <a:pt x="449298" y="569938"/>
                  </a:lnTo>
                  <a:lnTo>
                    <a:pt x="408938" y="587000"/>
                  </a:lnTo>
                  <a:lnTo>
                    <a:pt x="365659" y="597662"/>
                  </a:lnTo>
                  <a:lnTo>
                    <a:pt x="320040" y="601345"/>
                  </a:lnTo>
                  <a:lnTo>
                    <a:pt x="471198" y="601345"/>
                  </a:lnTo>
                  <a:lnTo>
                    <a:pt x="530022" y="561589"/>
                  </a:lnTo>
                  <a:lnTo>
                    <a:pt x="561589" y="530022"/>
                  </a:lnTo>
                  <a:lnTo>
                    <a:pt x="588527" y="494318"/>
                  </a:lnTo>
                  <a:lnTo>
                    <a:pt x="610339" y="454974"/>
                  </a:lnTo>
                  <a:lnTo>
                    <a:pt x="626532" y="412483"/>
                  </a:lnTo>
                  <a:lnTo>
                    <a:pt x="636610" y="367340"/>
                  </a:lnTo>
                  <a:lnTo>
                    <a:pt x="640079" y="320040"/>
                  </a:lnTo>
                  <a:lnTo>
                    <a:pt x="636610" y="272739"/>
                  </a:lnTo>
                  <a:lnTo>
                    <a:pt x="626532" y="227596"/>
                  </a:lnTo>
                  <a:lnTo>
                    <a:pt x="610339" y="185105"/>
                  </a:lnTo>
                  <a:lnTo>
                    <a:pt x="588527" y="145761"/>
                  </a:lnTo>
                  <a:lnTo>
                    <a:pt x="561589" y="110057"/>
                  </a:lnTo>
                  <a:lnTo>
                    <a:pt x="530022" y="78490"/>
                  </a:lnTo>
                  <a:lnTo>
                    <a:pt x="494318" y="51552"/>
                  </a:lnTo>
                  <a:lnTo>
                    <a:pt x="471198" y="38735"/>
                  </a:lnTo>
                  <a:close/>
                </a:path>
              </a:pathLst>
            </a:custGeom>
            <a:solidFill>
              <a:srgbClr val="C00000"/>
            </a:solidFill>
          </p:spPr>
          <p:txBody>
            <a:bodyPr wrap="square" lIns="0" tIns="0" rIns="0" bIns="0" rtlCol="0"/>
            <a:lstStyle/>
            <a:p>
              <a:endParaRPr/>
            </a:p>
          </p:txBody>
        </p:sp>
        <p:sp>
          <p:nvSpPr>
            <p:cNvPr id="42" name="object 42"/>
            <p:cNvSpPr/>
            <p:nvPr/>
          </p:nvSpPr>
          <p:spPr>
            <a:xfrm>
              <a:off x="8884919" y="2270760"/>
              <a:ext cx="314325" cy="314325"/>
            </a:xfrm>
            <a:custGeom>
              <a:avLst/>
              <a:gdLst/>
              <a:ahLst/>
              <a:cxnLst/>
              <a:rect l="l" t="t" r="r" b="b"/>
              <a:pathLst>
                <a:path w="314325" h="314325">
                  <a:moveTo>
                    <a:pt x="264540" y="0"/>
                  </a:moveTo>
                  <a:lnTo>
                    <a:pt x="156972" y="107695"/>
                  </a:lnTo>
                  <a:lnTo>
                    <a:pt x="49402" y="0"/>
                  </a:lnTo>
                  <a:lnTo>
                    <a:pt x="0" y="49402"/>
                  </a:lnTo>
                  <a:lnTo>
                    <a:pt x="107696" y="156972"/>
                  </a:lnTo>
                  <a:lnTo>
                    <a:pt x="0" y="264540"/>
                  </a:lnTo>
                  <a:lnTo>
                    <a:pt x="49402" y="313943"/>
                  </a:lnTo>
                  <a:lnTo>
                    <a:pt x="156972" y="206248"/>
                  </a:lnTo>
                  <a:lnTo>
                    <a:pt x="264540" y="313943"/>
                  </a:lnTo>
                  <a:lnTo>
                    <a:pt x="313944" y="264540"/>
                  </a:lnTo>
                  <a:lnTo>
                    <a:pt x="206248" y="156972"/>
                  </a:lnTo>
                  <a:lnTo>
                    <a:pt x="313944" y="49402"/>
                  </a:lnTo>
                  <a:lnTo>
                    <a:pt x="264540" y="0"/>
                  </a:lnTo>
                  <a:close/>
                </a:path>
              </a:pathLst>
            </a:custGeom>
            <a:solidFill>
              <a:srgbClr val="FFFFFF"/>
            </a:solidFill>
          </p:spPr>
          <p:txBody>
            <a:bodyPr wrap="square" lIns="0" tIns="0" rIns="0" bIns="0" rtlCol="0"/>
            <a:lstStyle/>
            <a:p>
              <a:endParaRPr/>
            </a:p>
          </p:txBody>
        </p:sp>
        <p:sp>
          <p:nvSpPr>
            <p:cNvPr id="43" name="object 43"/>
            <p:cNvSpPr/>
            <p:nvPr/>
          </p:nvSpPr>
          <p:spPr>
            <a:xfrm>
              <a:off x="6999731" y="2970276"/>
              <a:ext cx="914400" cy="914400"/>
            </a:xfrm>
            <a:custGeom>
              <a:avLst/>
              <a:gdLst/>
              <a:ahLst/>
              <a:cxnLst/>
              <a:rect l="l" t="t" r="r" b="b"/>
              <a:pathLst>
                <a:path w="914400" h="914400">
                  <a:moveTo>
                    <a:pt x="457200" y="0"/>
                  </a:moveTo>
                  <a:lnTo>
                    <a:pt x="410458" y="2360"/>
                  </a:lnTo>
                  <a:lnTo>
                    <a:pt x="365066" y="9289"/>
                  </a:lnTo>
                  <a:lnTo>
                    <a:pt x="321253" y="20557"/>
                  </a:lnTo>
                  <a:lnTo>
                    <a:pt x="279249" y="35933"/>
                  </a:lnTo>
                  <a:lnTo>
                    <a:pt x="239283" y="55187"/>
                  </a:lnTo>
                  <a:lnTo>
                    <a:pt x="201587" y="78090"/>
                  </a:lnTo>
                  <a:lnTo>
                    <a:pt x="166390" y="104411"/>
                  </a:lnTo>
                  <a:lnTo>
                    <a:pt x="133921" y="133921"/>
                  </a:lnTo>
                  <a:lnTo>
                    <a:pt x="104411" y="166390"/>
                  </a:lnTo>
                  <a:lnTo>
                    <a:pt x="78090" y="201587"/>
                  </a:lnTo>
                  <a:lnTo>
                    <a:pt x="55187" y="239283"/>
                  </a:lnTo>
                  <a:lnTo>
                    <a:pt x="35933" y="279249"/>
                  </a:lnTo>
                  <a:lnTo>
                    <a:pt x="20557" y="321253"/>
                  </a:lnTo>
                  <a:lnTo>
                    <a:pt x="9289" y="365066"/>
                  </a:lnTo>
                  <a:lnTo>
                    <a:pt x="2360" y="410458"/>
                  </a:lnTo>
                  <a:lnTo>
                    <a:pt x="0" y="457200"/>
                  </a:lnTo>
                  <a:lnTo>
                    <a:pt x="2360" y="503941"/>
                  </a:lnTo>
                  <a:lnTo>
                    <a:pt x="9289" y="549333"/>
                  </a:lnTo>
                  <a:lnTo>
                    <a:pt x="20557" y="593146"/>
                  </a:lnTo>
                  <a:lnTo>
                    <a:pt x="35933" y="635150"/>
                  </a:lnTo>
                  <a:lnTo>
                    <a:pt x="55187" y="675116"/>
                  </a:lnTo>
                  <a:lnTo>
                    <a:pt x="78090" y="712812"/>
                  </a:lnTo>
                  <a:lnTo>
                    <a:pt x="104411" y="748009"/>
                  </a:lnTo>
                  <a:lnTo>
                    <a:pt x="133921" y="780478"/>
                  </a:lnTo>
                  <a:lnTo>
                    <a:pt x="166390" y="809988"/>
                  </a:lnTo>
                  <a:lnTo>
                    <a:pt x="201587" y="836309"/>
                  </a:lnTo>
                  <a:lnTo>
                    <a:pt x="239283" y="859212"/>
                  </a:lnTo>
                  <a:lnTo>
                    <a:pt x="279249" y="878466"/>
                  </a:lnTo>
                  <a:lnTo>
                    <a:pt x="321253" y="893842"/>
                  </a:lnTo>
                  <a:lnTo>
                    <a:pt x="365066" y="905110"/>
                  </a:lnTo>
                  <a:lnTo>
                    <a:pt x="410458" y="912039"/>
                  </a:lnTo>
                  <a:lnTo>
                    <a:pt x="457200" y="914400"/>
                  </a:lnTo>
                  <a:lnTo>
                    <a:pt x="503941" y="912039"/>
                  </a:lnTo>
                  <a:lnTo>
                    <a:pt x="549333" y="905110"/>
                  </a:lnTo>
                  <a:lnTo>
                    <a:pt x="593146" y="893842"/>
                  </a:lnTo>
                  <a:lnTo>
                    <a:pt x="635150" y="878466"/>
                  </a:lnTo>
                  <a:lnTo>
                    <a:pt x="675116" y="859212"/>
                  </a:lnTo>
                  <a:lnTo>
                    <a:pt x="712812" y="836309"/>
                  </a:lnTo>
                  <a:lnTo>
                    <a:pt x="748009" y="809988"/>
                  </a:lnTo>
                  <a:lnTo>
                    <a:pt x="780478" y="780478"/>
                  </a:lnTo>
                  <a:lnTo>
                    <a:pt x="809988" y="748009"/>
                  </a:lnTo>
                  <a:lnTo>
                    <a:pt x="836309" y="712812"/>
                  </a:lnTo>
                  <a:lnTo>
                    <a:pt x="859212" y="675116"/>
                  </a:lnTo>
                  <a:lnTo>
                    <a:pt x="878466" y="635150"/>
                  </a:lnTo>
                  <a:lnTo>
                    <a:pt x="893842" y="593146"/>
                  </a:lnTo>
                  <a:lnTo>
                    <a:pt x="905110" y="549333"/>
                  </a:lnTo>
                  <a:lnTo>
                    <a:pt x="912039" y="503941"/>
                  </a:lnTo>
                  <a:lnTo>
                    <a:pt x="914400" y="457200"/>
                  </a:lnTo>
                  <a:lnTo>
                    <a:pt x="912039" y="410458"/>
                  </a:lnTo>
                  <a:lnTo>
                    <a:pt x="905110" y="365066"/>
                  </a:lnTo>
                  <a:lnTo>
                    <a:pt x="893842" y="321253"/>
                  </a:lnTo>
                  <a:lnTo>
                    <a:pt x="878466" y="279249"/>
                  </a:lnTo>
                  <a:lnTo>
                    <a:pt x="859212" y="239283"/>
                  </a:lnTo>
                  <a:lnTo>
                    <a:pt x="836309" y="201587"/>
                  </a:lnTo>
                  <a:lnTo>
                    <a:pt x="809988" y="166390"/>
                  </a:lnTo>
                  <a:lnTo>
                    <a:pt x="780478" y="133921"/>
                  </a:lnTo>
                  <a:lnTo>
                    <a:pt x="748009" y="104411"/>
                  </a:lnTo>
                  <a:lnTo>
                    <a:pt x="712812" y="78090"/>
                  </a:lnTo>
                  <a:lnTo>
                    <a:pt x="675116" y="55187"/>
                  </a:lnTo>
                  <a:lnTo>
                    <a:pt x="635150" y="35933"/>
                  </a:lnTo>
                  <a:lnTo>
                    <a:pt x="593146" y="20557"/>
                  </a:lnTo>
                  <a:lnTo>
                    <a:pt x="549333" y="9289"/>
                  </a:lnTo>
                  <a:lnTo>
                    <a:pt x="503941" y="2360"/>
                  </a:lnTo>
                  <a:lnTo>
                    <a:pt x="457200" y="0"/>
                  </a:lnTo>
                  <a:close/>
                </a:path>
              </a:pathLst>
            </a:custGeom>
            <a:solidFill>
              <a:srgbClr val="DCDCDC"/>
            </a:solidFill>
          </p:spPr>
          <p:txBody>
            <a:bodyPr wrap="square" lIns="0" tIns="0" rIns="0" bIns="0" rtlCol="0"/>
            <a:lstStyle/>
            <a:p>
              <a:endParaRPr/>
            </a:p>
          </p:txBody>
        </p:sp>
        <p:sp>
          <p:nvSpPr>
            <p:cNvPr id="44" name="object 44"/>
            <p:cNvSpPr/>
            <p:nvPr/>
          </p:nvSpPr>
          <p:spPr>
            <a:xfrm>
              <a:off x="7229855" y="3201924"/>
              <a:ext cx="454659" cy="451484"/>
            </a:xfrm>
            <a:custGeom>
              <a:avLst/>
              <a:gdLst/>
              <a:ahLst/>
              <a:cxnLst/>
              <a:rect l="l" t="t" r="r" b="b"/>
              <a:pathLst>
                <a:path w="454659" h="451485">
                  <a:moveTo>
                    <a:pt x="0" y="24256"/>
                  </a:moveTo>
                  <a:lnTo>
                    <a:pt x="2097" y="14787"/>
                  </a:lnTo>
                  <a:lnTo>
                    <a:pt x="7731" y="7080"/>
                  </a:lnTo>
                  <a:lnTo>
                    <a:pt x="15912" y="1897"/>
                  </a:lnTo>
                  <a:lnTo>
                    <a:pt x="25653" y="0"/>
                  </a:lnTo>
                  <a:lnTo>
                    <a:pt x="258548" y="0"/>
                  </a:lnTo>
                  <a:lnTo>
                    <a:pt x="378142" y="0"/>
                  </a:lnTo>
                  <a:lnTo>
                    <a:pt x="422203" y="0"/>
                  </a:lnTo>
                  <a:lnTo>
                    <a:pt x="428498" y="0"/>
                  </a:lnTo>
                  <a:lnTo>
                    <a:pt x="438775" y="1897"/>
                  </a:lnTo>
                  <a:lnTo>
                    <a:pt x="446897" y="7080"/>
                  </a:lnTo>
                  <a:lnTo>
                    <a:pt x="452233" y="14787"/>
                  </a:lnTo>
                  <a:lnTo>
                    <a:pt x="454151" y="24256"/>
                  </a:lnTo>
                  <a:lnTo>
                    <a:pt x="454151" y="271027"/>
                  </a:lnTo>
                  <a:lnTo>
                    <a:pt x="454151" y="397748"/>
                  </a:lnTo>
                  <a:lnTo>
                    <a:pt x="454151" y="444434"/>
                  </a:lnTo>
                  <a:lnTo>
                    <a:pt x="454151" y="451103"/>
                  </a:lnTo>
                  <a:lnTo>
                    <a:pt x="220450" y="451103"/>
                  </a:lnTo>
                  <a:lnTo>
                    <a:pt x="100441" y="451103"/>
                  </a:lnTo>
                  <a:lnTo>
                    <a:pt x="56227" y="451103"/>
                  </a:lnTo>
                  <a:lnTo>
                    <a:pt x="49911" y="451103"/>
                  </a:lnTo>
                  <a:lnTo>
                    <a:pt x="21056" y="422249"/>
                  </a:lnTo>
                  <a:lnTo>
                    <a:pt x="6238" y="407431"/>
                  </a:lnTo>
                  <a:lnTo>
                    <a:pt x="779" y="401972"/>
                  </a:lnTo>
                  <a:lnTo>
                    <a:pt x="0" y="401192"/>
                  </a:lnTo>
                  <a:lnTo>
                    <a:pt x="0" y="24256"/>
                  </a:lnTo>
                  <a:close/>
                </a:path>
                <a:path w="454659" h="451485">
                  <a:moveTo>
                    <a:pt x="73151" y="0"/>
                  </a:moveTo>
                  <a:lnTo>
                    <a:pt x="73151" y="204215"/>
                  </a:lnTo>
                  <a:lnTo>
                    <a:pt x="382524" y="204215"/>
                  </a:lnTo>
                  <a:lnTo>
                    <a:pt x="382524" y="0"/>
                  </a:lnTo>
                </a:path>
                <a:path w="454659" h="451485">
                  <a:moveTo>
                    <a:pt x="123444" y="451103"/>
                  </a:moveTo>
                  <a:lnTo>
                    <a:pt x="123444" y="309372"/>
                  </a:lnTo>
                  <a:lnTo>
                    <a:pt x="332232" y="309372"/>
                  </a:lnTo>
                  <a:lnTo>
                    <a:pt x="332232" y="451103"/>
                  </a:lnTo>
                </a:path>
                <a:path w="454659" h="451485">
                  <a:moveTo>
                    <a:pt x="181355" y="371855"/>
                  </a:moveTo>
                  <a:lnTo>
                    <a:pt x="181355" y="451103"/>
                  </a:lnTo>
                </a:path>
              </a:pathLst>
            </a:custGeom>
            <a:ln w="15240">
              <a:solidFill>
                <a:srgbClr val="0078D6"/>
              </a:solidFill>
            </a:ln>
          </p:spPr>
          <p:txBody>
            <a:bodyPr wrap="square" lIns="0" tIns="0" rIns="0" bIns="0" rtlCol="0"/>
            <a:lstStyle/>
            <a:p>
              <a:endParaRPr/>
            </a:p>
          </p:txBody>
        </p:sp>
      </p:grpSp>
      <p:sp>
        <p:nvSpPr>
          <p:cNvPr id="45" name="object 45"/>
          <p:cNvSpPr txBox="1"/>
          <p:nvPr/>
        </p:nvSpPr>
        <p:spPr>
          <a:xfrm>
            <a:off x="10252329" y="3917441"/>
            <a:ext cx="1128395" cy="513080"/>
          </a:xfrm>
          <a:prstGeom prst="rect">
            <a:avLst/>
          </a:prstGeom>
        </p:spPr>
        <p:txBody>
          <a:bodyPr vert="horz" wrap="square" lIns="0" tIns="12065" rIns="0" bIns="0" rtlCol="0">
            <a:spAutoFit/>
          </a:bodyPr>
          <a:lstStyle/>
          <a:p>
            <a:pPr marL="12700" marR="5080">
              <a:lnSpc>
                <a:spcPct val="100000"/>
              </a:lnSpc>
              <a:spcBef>
                <a:spcPts val="95"/>
              </a:spcBef>
            </a:pPr>
            <a:r>
              <a:rPr sz="1600" b="1" spc="-45" dirty="0">
                <a:solidFill>
                  <a:srgbClr val="505050"/>
                </a:solidFill>
                <a:latin typeface="Arial"/>
                <a:cs typeface="Arial"/>
              </a:rPr>
              <a:t>OneDrive  </a:t>
            </a:r>
            <a:r>
              <a:rPr sz="1600" b="1" spc="-15" dirty="0">
                <a:solidFill>
                  <a:srgbClr val="505050"/>
                </a:solidFill>
                <a:latin typeface="Arial"/>
                <a:cs typeface="Arial"/>
              </a:rPr>
              <a:t>for</a:t>
            </a:r>
            <a:r>
              <a:rPr sz="1600" b="1" spc="-85" dirty="0">
                <a:solidFill>
                  <a:srgbClr val="505050"/>
                </a:solidFill>
                <a:latin typeface="Arial"/>
                <a:cs typeface="Arial"/>
              </a:rPr>
              <a:t> </a:t>
            </a:r>
            <a:r>
              <a:rPr sz="1600" b="1" spc="-125" dirty="0">
                <a:solidFill>
                  <a:srgbClr val="505050"/>
                </a:solidFill>
                <a:latin typeface="Arial"/>
                <a:cs typeface="Arial"/>
              </a:rPr>
              <a:t>Business</a:t>
            </a:r>
            <a:endParaRPr sz="1600">
              <a:latin typeface="Arial"/>
              <a:cs typeface="Arial"/>
            </a:endParaRPr>
          </a:p>
        </p:txBody>
      </p:sp>
      <p:grpSp>
        <p:nvGrpSpPr>
          <p:cNvPr id="46" name="object 46"/>
          <p:cNvGrpSpPr/>
          <p:nvPr/>
        </p:nvGrpSpPr>
        <p:grpSpPr>
          <a:xfrm>
            <a:off x="8029193" y="3107435"/>
            <a:ext cx="2022475" cy="640080"/>
            <a:chOff x="8029193" y="3107435"/>
            <a:chExt cx="2022475" cy="640080"/>
          </a:xfrm>
        </p:grpSpPr>
        <p:sp>
          <p:nvSpPr>
            <p:cNvPr id="47" name="object 47"/>
            <p:cNvSpPr/>
            <p:nvPr/>
          </p:nvSpPr>
          <p:spPr>
            <a:xfrm>
              <a:off x="8029194" y="3107435"/>
              <a:ext cx="2022475" cy="640080"/>
            </a:xfrm>
            <a:custGeom>
              <a:avLst/>
              <a:gdLst/>
              <a:ahLst/>
              <a:cxnLst/>
              <a:rect l="l" t="t" r="r" b="b"/>
              <a:pathLst>
                <a:path w="2022475" h="640079">
                  <a:moveTo>
                    <a:pt x="2022348" y="320802"/>
                  </a:moveTo>
                  <a:lnTo>
                    <a:pt x="2002536" y="310896"/>
                  </a:lnTo>
                  <a:lnTo>
                    <a:pt x="1946148" y="282702"/>
                  </a:lnTo>
                  <a:lnTo>
                    <a:pt x="1964944" y="310896"/>
                  </a:lnTo>
                  <a:lnTo>
                    <a:pt x="1329016" y="310896"/>
                  </a:lnTo>
                  <a:lnTo>
                    <a:pt x="1326210" y="272745"/>
                  </a:lnTo>
                  <a:lnTo>
                    <a:pt x="1316139" y="227609"/>
                  </a:lnTo>
                  <a:lnTo>
                    <a:pt x="1299946" y="185115"/>
                  </a:lnTo>
                  <a:lnTo>
                    <a:pt x="1278128" y="145770"/>
                  </a:lnTo>
                  <a:lnTo>
                    <a:pt x="1251191" y="110058"/>
                  </a:lnTo>
                  <a:lnTo>
                    <a:pt x="1219631" y="78498"/>
                  </a:lnTo>
                  <a:lnTo>
                    <a:pt x="1183919" y="51562"/>
                  </a:lnTo>
                  <a:lnTo>
                    <a:pt x="1144574" y="29743"/>
                  </a:lnTo>
                  <a:lnTo>
                    <a:pt x="1102080" y="13550"/>
                  </a:lnTo>
                  <a:lnTo>
                    <a:pt x="1056944" y="3479"/>
                  </a:lnTo>
                  <a:lnTo>
                    <a:pt x="1009650" y="0"/>
                  </a:lnTo>
                  <a:lnTo>
                    <a:pt x="962342" y="3479"/>
                  </a:lnTo>
                  <a:lnTo>
                    <a:pt x="917206" y="13550"/>
                  </a:lnTo>
                  <a:lnTo>
                    <a:pt x="874712" y="29743"/>
                  </a:lnTo>
                  <a:lnTo>
                    <a:pt x="835367" y="51562"/>
                  </a:lnTo>
                  <a:lnTo>
                    <a:pt x="799655" y="78498"/>
                  </a:lnTo>
                  <a:lnTo>
                    <a:pt x="768096" y="110058"/>
                  </a:lnTo>
                  <a:lnTo>
                    <a:pt x="741159" y="145770"/>
                  </a:lnTo>
                  <a:lnTo>
                    <a:pt x="719340" y="185115"/>
                  </a:lnTo>
                  <a:lnTo>
                    <a:pt x="703148" y="227609"/>
                  </a:lnTo>
                  <a:lnTo>
                    <a:pt x="693077" y="272745"/>
                  </a:lnTo>
                  <a:lnTo>
                    <a:pt x="690270" y="310896"/>
                  </a:lnTo>
                  <a:lnTo>
                    <a:pt x="0" y="310896"/>
                  </a:lnTo>
                  <a:lnTo>
                    <a:pt x="0" y="330708"/>
                  </a:lnTo>
                  <a:lnTo>
                    <a:pt x="690384" y="330708"/>
                  </a:lnTo>
                  <a:lnTo>
                    <a:pt x="693077" y="367347"/>
                  </a:lnTo>
                  <a:lnTo>
                    <a:pt x="703148" y="412483"/>
                  </a:lnTo>
                  <a:lnTo>
                    <a:pt x="719340" y="454977"/>
                  </a:lnTo>
                  <a:lnTo>
                    <a:pt x="741159" y="494322"/>
                  </a:lnTo>
                  <a:lnTo>
                    <a:pt x="768096" y="530034"/>
                  </a:lnTo>
                  <a:lnTo>
                    <a:pt x="799655" y="561594"/>
                  </a:lnTo>
                  <a:lnTo>
                    <a:pt x="835367" y="588530"/>
                  </a:lnTo>
                  <a:lnTo>
                    <a:pt x="874712" y="610349"/>
                  </a:lnTo>
                  <a:lnTo>
                    <a:pt x="917206" y="626541"/>
                  </a:lnTo>
                  <a:lnTo>
                    <a:pt x="962342" y="636612"/>
                  </a:lnTo>
                  <a:lnTo>
                    <a:pt x="1009650" y="640080"/>
                  </a:lnTo>
                  <a:lnTo>
                    <a:pt x="1056944" y="636612"/>
                  </a:lnTo>
                  <a:lnTo>
                    <a:pt x="1102080" y="626541"/>
                  </a:lnTo>
                  <a:lnTo>
                    <a:pt x="1144574" y="610349"/>
                  </a:lnTo>
                  <a:lnTo>
                    <a:pt x="1183919" y="588530"/>
                  </a:lnTo>
                  <a:lnTo>
                    <a:pt x="1219631" y="561594"/>
                  </a:lnTo>
                  <a:lnTo>
                    <a:pt x="1251191" y="530034"/>
                  </a:lnTo>
                  <a:lnTo>
                    <a:pt x="1278128" y="494322"/>
                  </a:lnTo>
                  <a:lnTo>
                    <a:pt x="1299946" y="454977"/>
                  </a:lnTo>
                  <a:lnTo>
                    <a:pt x="1316139" y="412483"/>
                  </a:lnTo>
                  <a:lnTo>
                    <a:pt x="1326210" y="367347"/>
                  </a:lnTo>
                  <a:lnTo>
                    <a:pt x="1328902" y="330708"/>
                  </a:lnTo>
                  <a:lnTo>
                    <a:pt x="1964944" y="330708"/>
                  </a:lnTo>
                  <a:lnTo>
                    <a:pt x="1946148" y="358902"/>
                  </a:lnTo>
                  <a:lnTo>
                    <a:pt x="2002536" y="330708"/>
                  </a:lnTo>
                  <a:lnTo>
                    <a:pt x="2022348" y="320802"/>
                  </a:lnTo>
                  <a:close/>
                </a:path>
              </a:pathLst>
            </a:custGeom>
            <a:solidFill>
              <a:srgbClr val="0078D6"/>
            </a:solidFill>
          </p:spPr>
          <p:txBody>
            <a:bodyPr wrap="square" lIns="0" tIns="0" rIns="0" bIns="0" rtlCol="0"/>
            <a:lstStyle/>
            <a:p>
              <a:endParaRPr/>
            </a:p>
          </p:txBody>
        </p:sp>
        <p:sp>
          <p:nvSpPr>
            <p:cNvPr id="48" name="object 48"/>
            <p:cNvSpPr/>
            <p:nvPr/>
          </p:nvSpPr>
          <p:spPr>
            <a:xfrm>
              <a:off x="8842247" y="3272027"/>
              <a:ext cx="414655" cy="311150"/>
            </a:xfrm>
            <a:custGeom>
              <a:avLst/>
              <a:gdLst/>
              <a:ahLst/>
              <a:cxnLst/>
              <a:rect l="l" t="t" r="r" b="b"/>
              <a:pathLst>
                <a:path w="414654" h="311150">
                  <a:moveTo>
                    <a:pt x="387603" y="0"/>
                  </a:moveTo>
                  <a:lnTo>
                    <a:pt x="129158" y="259714"/>
                  </a:lnTo>
                  <a:lnTo>
                    <a:pt x="26924" y="156083"/>
                  </a:lnTo>
                  <a:lnTo>
                    <a:pt x="0" y="181737"/>
                  </a:lnTo>
                  <a:lnTo>
                    <a:pt x="129158" y="310896"/>
                  </a:lnTo>
                  <a:lnTo>
                    <a:pt x="414527" y="26924"/>
                  </a:lnTo>
                  <a:lnTo>
                    <a:pt x="387603" y="0"/>
                  </a:lnTo>
                  <a:close/>
                </a:path>
              </a:pathLst>
            </a:custGeom>
            <a:solidFill>
              <a:srgbClr val="FFFFFF"/>
            </a:solidFill>
          </p:spPr>
          <p:txBody>
            <a:bodyPr wrap="square" lIns="0" tIns="0" rIns="0" bIns="0" rtlCol="0"/>
            <a:lstStyle/>
            <a:p>
              <a:endParaRPr/>
            </a:p>
          </p:txBody>
        </p:sp>
      </p:grpSp>
      <p:sp>
        <p:nvSpPr>
          <p:cNvPr id="49" name="object 49"/>
          <p:cNvSpPr txBox="1"/>
          <p:nvPr/>
        </p:nvSpPr>
        <p:spPr>
          <a:xfrm>
            <a:off x="8818626" y="3963161"/>
            <a:ext cx="526415" cy="452755"/>
          </a:xfrm>
          <a:prstGeom prst="rect">
            <a:avLst/>
          </a:prstGeom>
        </p:spPr>
        <p:txBody>
          <a:bodyPr vert="horz" wrap="square" lIns="0" tIns="12700" rIns="0" bIns="0" rtlCol="0">
            <a:spAutoFit/>
          </a:bodyPr>
          <a:lstStyle/>
          <a:p>
            <a:pPr marL="12700" marR="5080">
              <a:lnSpc>
                <a:spcPct val="100000"/>
              </a:lnSpc>
              <a:spcBef>
                <a:spcPts val="100"/>
              </a:spcBef>
            </a:pPr>
            <a:r>
              <a:rPr sz="1400" spc="-180" dirty="0">
                <a:solidFill>
                  <a:srgbClr val="505050"/>
                </a:solidFill>
                <a:latin typeface="Arial Black"/>
                <a:cs typeface="Arial Black"/>
              </a:rPr>
              <a:t>Allow  </a:t>
            </a:r>
            <a:r>
              <a:rPr sz="1400" spc="-220" dirty="0">
                <a:solidFill>
                  <a:srgbClr val="505050"/>
                </a:solidFill>
                <a:latin typeface="Arial Black"/>
                <a:cs typeface="Arial Black"/>
              </a:rPr>
              <a:t>a</a:t>
            </a:r>
            <a:r>
              <a:rPr sz="1400" spc="-260" dirty="0">
                <a:solidFill>
                  <a:srgbClr val="505050"/>
                </a:solidFill>
                <a:latin typeface="Arial Black"/>
                <a:cs typeface="Arial Black"/>
              </a:rPr>
              <a:t>ccess</a:t>
            </a:r>
            <a:endParaRPr sz="1400">
              <a:latin typeface="Arial Black"/>
              <a:cs typeface="Arial Black"/>
            </a:endParaRPr>
          </a:p>
        </p:txBody>
      </p:sp>
      <p:grpSp>
        <p:nvGrpSpPr>
          <p:cNvPr id="50" name="object 50"/>
          <p:cNvGrpSpPr/>
          <p:nvPr/>
        </p:nvGrpSpPr>
        <p:grpSpPr>
          <a:xfrm>
            <a:off x="10163556" y="2970276"/>
            <a:ext cx="914400" cy="914400"/>
            <a:chOff x="10163556" y="2970276"/>
            <a:chExt cx="914400" cy="914400"/>
          </a:xfrm>
        </p:grpSpPr>
        <p:sp>
          <p:nvSpPr>
            <p:cNvPr id="51" name="object 51"/>
            <p:cNvSpPr/>
            <p:nvPr/>
          </p:nvSpPr>
          <p:spPr>
            <a:xfrm>
              <a:off x="10163556" y="2970276"/>
              <a:ext cx="914400" cy="914400"/>
            </a:xfrm>
            <a:custGeom>
              <a:avLst/>
              <a:gdLst/>
              <a:ahLst/>
              <a:cxnLst/>
              <a:rect l="l" t="t" r="r" b="b"/>
              <a:pathLst>
                <a:path w="914400" h="914400">
                  <a:moveTo>
                    <a:pt x="457200" y="0"/>
                  </a:moveTo>
                  <a:lnTo>
                    <a:pt x="410458" y="2360"/>
                  </a:lnTo>
                  <a:lnTo>
                    <a:pt x="365066" y="9289"/>
                  </a:lnTo>
                  <a:lnTo>
                    <a:pt x="321253" y="20557"/>
                  </a:lnTo>
                  <a:lnTo>
                    <a:pt x="279249" y="35933"/>
                  </a:lnTo>
                  <a:lnTo>
                    <a:pt x="239283" y="55187"/>
                  </a:lnTo>
                  <a:lnTo>
                    <a:pt x="201587" y="78090"/>
                  </a:lnTo>
                  <a:lnTo>
                    <a:pt x="166390" y="104411"/>
                  </a:lnTo>
                  <a:lnTo>
                    <a:pt x="133921" y="133921"/>
                  </a:lnTo>
                  <a:lnTo>
                    <a:pt x="104411" y="166390"/>
                  </a:lnTo>
                  <a:lnTo>
                    <a:pt x="78090" y="201587"/>
                  </a:lnTo>
                  <a:lnTo>
                    <a:pt x="55187" y="239283"/>
                  </a:lnTo>
                  <a:lnTo>
                    <a:pt x="35933" y="279249"/>
                  </a:lnTo>
                  <a:lnTo>
                    <a:pt x="20557" y="321253"/>
                  </a:lnTo>
                  <a:lnTo>
                    <a:pt x="9289" y="365066"/>
                  </a:lnTo>
                  <a:lnTo>
                    <a:pt x="2360" y="410458"/>
                  </a:lnTo>
                  <a:lnTo>
                    <a:pt x="0" y="457200"/>
                  </a:lnTo>
                  <a:lnTo>
                    <a:pt x="2360" y="503941"/>
                  </a:lnTo>
                  <a:lnTo>
                    <a:pt x="9289" y="549333"/>
                  </a:lnTo>
                  <a:lnTo>
                    <a:pt x="20557" y="593146"/>
                  </a:lnTo>
                  <a:lnTo>
                    <a:pt x="35933" y="635150"/>
                  </a:lnTo>
                  <a:lnTo>
                    <a:pt x="55187" y="675116"/>
                  </a:lnTo>
                  <a:lnTo>
                    <a:pt x="78090" y="712812"/>
                  </a:lnTo>
                  <a:lnTo>
                    <a:pt x="104411" y="748009"/>
                  </a:lnTo>
                  <a:lnTo>
                    <a:pt x="133921" y="780478"/>
                  </a:lnTo>
                  <a:lnTo>
                    <a:pt x="166390" y="809988"/>
                  </a:lnTo>
                  <a:lnTo>
                    <a:pt x="201587" y="836309"/>
                  </a:lnTo>
                  <a:lnTo>
                    <a:pt x="239283" y="859212"/>
                  </a:lnTo>
                  <a:lnTo>
                    <a:pt x="279249" y="878466"/>
                  </a:lnTo>
                  <a:lnTo>
                    <a:pt x="321253" y="893842"/>
                  </a:lnTo>
                  <a:lnTo>
                    <a:pt x="365066" y="905110"/>
                  </a:lnTo>
                  <a:lnTo>
                    <a:pt x="410458" y="912039"/>
                  </a:lnTo>
                  <a:lnTo>
                    <a:pt x="457200" y="914400"/>
                  </a:lnTo>
                  <a:lnTo>
                    <a:pt x="503941" y="912039"/>
                  </a:lnTo>
                  <a:lnTo>
                    <a:pt x="549333" y="905110"/>
                  </a:lnTo>
                  <a:lnTo>
                    <a:pt x="593146" y="893842"/>
                  </a:lnTo>
                  <a:lnTo>
                    <a:pt x="635150" y="878466"/>
                  </a:lnTo>
                  <a:lnTo>
                    <a:pt x="675116" y="859212"/>
                  </a:lnTo>
                  <a:lnTo>
                    <a:pt x="712812" y="836309"/>
                  </a:lnTo>
                  <a:lnTo>
                    <a:pt x="748009" y="809988"/>
                  </a:lnTo>
                  <a:lnTo>
                    <a:pt x="780478" y="780478"/>
                  </a:lnTo>
                  <a:lnTo>
                    <a:pt x="809988" y="748009"/>
                  </a:lnTo>
                  <a:lnTo>
                    <a:pt x="836309" y="712812"/>
                  </a:lnTo>
                  <a:lnTo>
                    <a:pt x="859212" y="675116"/>
                  </a:lnTo>
                  <a:lnTo>
                    <a:pt x="878466" y="635150"/>
                  </a:lnTo>
                  <a:lnTo>
                    <a:pt x="893842" y="593146"/>
                  </a:lnTo>
                  <a:lnTo>
                    <a:pt x="905110" y="549333"/>
                  </a:lnTo>
                  <a:lnTo>
                    <a:pt x="912039" y="503941"/>
                  </a:lnTo>
                  <a:lnTo>
                    <a:pt x="914400" y="457200"/>
                  </a:lnTo>
                  <a:lnTo>
                    <a:pt x="912039" y="410458"/>
                  </a:lnTo>
                  <a:lnTo>
                    <a:pt x="905110" y="365066"/>
                  </a:lnTo>
                  <a:lnTo>
                    <a:pt x="893842" y="321253"/>
                  </a:lnTo>
                  <a:lnTo>
                    <a:pt x="878466" y="279249"/>
                  </a:lnTo>
                  <a:lnTo>
                    <a:pt x="859212" y="239283"/>
                  </a:lnTo>
                  <a:lnTo>
                    <a:pt x="836309" y="201587"/>
                  </a:lnTo>
                  <a:lnTo>
                    <a:pt x="809988" y="166390"/>
                  </a:lnTo>
                  <a:lnTo>
                    <a:pt x="780478" y="133921"/>
                  </a:lnTo>
                  <a:lnTo>
                    <a:pt x="748009" y="104411"/>
                  </a:lnTo>
                  <a:lnTo>
                    <a:pt x="712812" y="78090"/>
                  </a:lnTo>
                  <a:lnTo>
                    <a:pt x="675116" y="55187"/>
                  </a:lnTo>
                  <a:lnTo>
                    <a:pt x="635150" y="35933"/>
                  </a:lnTo>
                  <a:lnTo>
                    <a:pt x="593146" y="20557"/>
                  </a:lnTo>
                  <a:lnTo>
                    <a:pt x="549333" y="9289"/>
                  </a:lnTo>
                  <a:lnTo>
                    <a:pt x="503941" y="2360"/>
                  </a:lnTo>
                  <a:lnTo>
                    <a:pt x="457200" y="0"/>
                  </a:lnTo>
                  <a:close/>
                </a:path>
              </a:pathLst>
            </a:custGeom>
            <a:solidFill>
              <a:srgbClr val="DCDCDC"/>
            </a:solidFill>
          </p:spPr>
          <p:txBody>
            <a:bodyPr wrap="square" lIns="0" tIns="0" rIns="0" bIns="0" rtlCol="0"/>
            <a:lstStyle/>
            <a:p>
              <a:endParaRPr/>
            </a:p>
          </p:txBody>
        </p:sp>
        <p:sp>
          <p:nvSpPr>
            <p:cNvPr id="52" name="object 52"/>
            <p:cNvSpPr/>
            <p:nvPr/>
          </p:nvSpPr>
          <p:spPr>
            <a:xfrm>
              <a:off x="10329672" y="3227478"/>
              <a:ext cx="582295" cy="346710"/>
            </a:xfrm>
            <a:custGeom>
              <a:avLst/>
              <a:gdLst/>
              <a:ahLst/>
              <a:cxnLst/>
              <a:rect l="l" t="t" r="r" b="b"/>
              <a:pathLst>
                <a:path w="582295" h="346710">
                  <a:moveTo>
                    <a:pt x="328689" y="94230"/>
                  </a:moveTo>
                  <a:lnTo>
                    <a:pt x="287781" y="96492"/>
                  </a:lnTo>
                  <a:lnTo>
                    <a:pt x="247810" y="106947"/>
                  </a:lnTo>
                  <a:lnTo>
                    <a:pt x="217112" y="144766"/>
                  </a:lnTo>
                  <a:lnTo>
                    <a:pt x="212217" y="189583"/>
                  </a:lnTo>
                  <a:lnTo>
                    <a:pt x="199993" y="191101"/>
                  </a:lnTo>
                  <a:lnTo>
                    <a:pt x="173100" y="199822"/>
                  </a:lnTo>
                  <a:lnTo>
                    <a:pt x="146208" y="221997"/>
                  </a:lnTo>
                  <a:lnTo>
                    <a:pt x="133984" y="263878"/>
                  </a:lnTo>
                  <a:lnTo>
                    <a:pt x="138231" y="294169"/>
                  </a:lnTo>
                  <a:lnTo>
                    <a:pt x="152050" y="320567"/>
                  </a:lnTo>
                  <a:lnTo>
                    <a:pt x="177061" y="339226"/>
                  </a:lnTo>
                  <a:lnTo>
                    <a:pt x="214883" y="346301"/>
                  </a:lnTo>
                  <a:lnTo>
                    <a:pt x="527811" y="346301"/>
                  </a:lnTo>
                  <a:lnTo>
                    <a:pt x="552539" y="340645"/>
                  </a:lnTo>
                  <a:lnTo>
                    <a:pt x="569420" y="326012"/>
                  </a:lnTo>
                  <a:lnTo>
                    <a:pt x="579086" y="305903"/>
                  </a:lnTo>
                  <a:lnTo>
                    <a:pt x="582168" y="283817"/>
                  </a:lnTo>
                  <a:lnTo>
                    <a:pt x="581318" y="249225"/>
                  </a:lnTo>
                  <a:lnTo>
                    <a:pt x="575373" y="230921"/>
                  </a:lnTo>
                  <a:lnTo>
                    <a:pt x="559236" y="222809"/>
                  </a:lnTo>
                  <a:lnTo>
                    <a:pt x="527811" y="218793"/>
                  </a:lnTo>
                  <a:lnTo>
                    <a:pt x="524422" y="189077"/>
                  </a:lnTo>
                  <a:lnTo>
                    <a:pt x="513841" y="165754"/>
                  </a:lnTo>
                  <a:lnTo>
                    <a:pt x="498308" y="148695"/>
                  </a:lnTo>
                  <a:lnTo>
                    <a:pt x="484301" y="140307"/>
                  </a:lnTo>
                  <a:lnTo>
                    <a:pt x="400430" y="140307"/>
                  </a:lnTo>
                  <a:lnTo>
                    <a:pt x="384169" y="120995"/>
                  </a:lnTo>
                  <a:lnTo>
                    <a:pt x="360537" y="104016"/>
                  </a:lnTo>
                  <a:lnTo>
                    <a:pt x="328689" y="94230"/>
                  </a:lnTo>
                  <a:close/>
                </a:path>
                <a:path w="582295" h="346710">
                  <a:moveTo>
                    <a:pt x="170243" y="44549"/>
                  </a:moveTo>
                  <a:lnTo>
                    <a:pt x="122047" y="63345"/>
                  </a:lnTo>
                  <a:lnTo>
                    <a:pt x="81708" y="105128"/>
                  </a:lnTo>
                  <a:lnTo>
                    <a:pt x="70230" y="162913"/>
                  </a:lnTo>
                  <a:lnTo>
                    <a:pt x="29628" y="167179"/>
                  </a:lnTo>
                  <a:lnTo>
                    <a:pt x="8778" y="177041"/>
                  </a:lnTo>
                  <a:lnTo>
                    <a:pt x="1097" y="200096"/>
                  </a:lnTo>
                  <a:lnTo>
                    <a:pt x="0" y="243939"/>
                  </a:lnTo>
                  <a:lnTo>
                    <a:pt x="6437" y="273615"/>
                  </a:lnTo>
                  <a:lnTo>
                    <a:pt x="23685" y="298660"/>
                  </a:lnTo>
                  <a:lnTo>
                    <a:pt x="48648" y="315966"/>
                  </a:lnTo>
                  <a:lnTo>
                    <a:pt x="78231" y="322425"/>
                  </a:lnTo>
                  <a:lnTo>
                    <a:pt x="129921" y="322425"/>
                  </a:lnTo>
                  <a:lnTo>
                    <a:pt x="121868" y="307532"/>
                  </a:lnTo>
                  <a:lnTo>
                    <a:pt x="117030" y="293008"/>
                  </a:lnTo>
                  <a:lnTo>
                    <a:pt x="114669" y="279223"/>
                  </a:lnTo>
                  <a:lnTo>
                    <a:pt x="114046" y="266545"/>
                  </a:lnTo>
                  <a:lnTo>
                    <a:pt x="127103" y="218624"/>
                  </a:lnTo>
                  <a:lnTo>
                    <a:pt x="155828" y="190837"/>
                  </a:lnTo>
                  <a:lnTo>
                    <a:pt x="184554" y="177980"/>
                  </a:lnTo>
                  <a:lnTo>
                    <a:pt x="197611" y="174851"/>
                  </a:lnTo>
                  <a:lnTo>
                    <a:pt x="204866" y="130802"/>
                  </a:lnTo>
                  <a:lnTo>
                    <a:pt x="216122" y="106302"/>
                  </a:lnTo>
                  <a:lnTo>
                    <a:pt x="239331" y="92519"/>
                  </a:lnTo>
                  <a:lnTo>
                    <a:pt x="282448" y="80617"/>
                  </a:lnTo>
                  <a:lnTo>
                    <a:pt x="324092" y="76561"/>
                  </a:lnTo>
                  <a:lnTo>
                    <a:pt x="434378" y="76561"/>
                  </a:lnTo>
                  <a:lnTo>
                    <a:pt x="428767" y="64615"/>
                  </a:lnTo>
                  <a:lnTo>
                    <a:pt x="213486" y="64615"/>
                  </a:lnTo>
                  <a:lnTo>
                    <a:pt x="188198" y="49664"/>
                  </a:lnTo>
                  <a:lnTo>
                    <a:pt x="170243" y="44549"/>
                  </a:lnTo>
                  <a:close/>
                </a:path>
                <a:path w="582295" h="346710">
                  <a:moveTo>
                    <a:pt x="438292" y="124082"/>
                  </a:moveTo>
                  <a:lnTo>
                    <a:pt x="422606" y="128337"/>
                  </a:lnTo>
                  <a:lnTo>
                    <a:pt x="400430" y="140307"/>
                  </a:lnTo>
                  <a:lnTo>
                    <a:pt x="484301" y="140307"/>
                  </a:lnTo>
                  <a:lnTo>
                    <a:pt x="480059" y="137767"/>
                  </a:lnTo>
                  <a:lnTo>
                    <a:pt x="454955" y="127305"/>
                  </a:lnTo>
                  <a:lnTo>
                    <a:pt x="438292" y="124082"/>
                  </a:lnTo>
                  <a:close/>
                </a:path>
                <a:path w="582295" h="346710">
                  <a:moveTo>
                    <a:pt x="434378" y="76561"/>
                  </a:moveTo>
                  <a:lnTo>
                    <a:pt x="324092" y="76561"/>
                  </a:lnTo>
                  <a:lnTo>
                    <a:pt x="358901" y="84077"/>
                  </a:lnTo>
                  <a:lnTo>
                    <a:pt x="385996" y="99833"/>
                  </a:lnTo>
                  <a:lnTo>
                    <a:pt x="404495" y="120495"/>
                  </a:lnTo>
                  <a:lnTo>
                    <a:pt x="412565" y="115869"/>
                  </a:lnTo>
                  <a:lnTo>
                    <a:pt x="419528" y="113494"/>
                  </a:lnTo>
                  <a:lnTo>
                    <a:pt x="429230" y="112619"/>
                  </a:lnTo>
                  <a:lnTo>
                    <a:pt x="445516" y="112494"/>
                  </a:lnTo>
                  <a:lnTo>
                    <a:pt x="440219" y="88997"/>
                  </a:lnTo>
                  <a:lnTo>
                    <a:pt x="434378" y="76561"/>
                  </a:lnTo>
                  <a:close/>
                </a:path>
                <a:path w="582295" h="346710">
                  <a:moveTo>
                    <a:pt x="317357" y="0"/>
                  </a:moveTo>
                  <a:lnTo>
                    <a:pt x="274320" y="8830"/>
                  </a:lnTo>
                  <a:lnTo>
                    <a:pt x="238998" y="31615"/>
                  </a:lnTo>
                  <a:lnTo>
                    <a:pt x="213486" y="64615"/>
                  </a:lnTo>
                  <a:lnTo>
                    <a:pt x="428767" y="64615"/>
                  </a:lnTo>
                  <a:lnTo>
                    <a:pt x="426672" y="60154"/>
                  </a:lnTo>
                  <a:lnTo>
                    <a:pt x="402671" y="31573"/>
                  </a:lnTo>
                  <a:lnTo>
                    <a:pt x="366013" y="8862"/>
                  </a:lnTo>
                  <a:lnTo>
                    <a:pt x="317357" y="0"/>
                  </a:lnTo>
                  <a:close/>
                </a:path>
              </a:pathLst>
            </a:custGeom>
            <a:solidFill>
              <a:srgbClr val="0078D6"/>
            </a:solidFill>
          </p:spPr>
          <p:txBody>
            <a:bodyPr wrap="square" lIns="0" tIns="0" rIns="0" bIns="0" rtlCol="0"/>
            <a:lstStyle/>
            <a:p>
              <a:endParaRPr/>
            </a:p>
          </p:txBody>
        </p:sp>
      </p:grpSp>
      <p:grpSp>
        <p:nvGrpSpPr>
          <p:cNvPr id="53" name="object 53"/>
          <p:cNvGrpSpPr/>
          <p:nvPr/>
        </p:nvGrpSpPr>
        <p:grpSpPr>
          <a:xfrm>
            <a:off x="3939540" y="1665732"/>
            <a:ext cx="635635" cy="635635"/>
            <a:chOff x="3939540" y="1665732"/>
            <a:chExt cx="635635" cy="635635"/>
          </a:xfrm>
        </p:grpSpPr>
        <p:sp>
          <p:nvSpPr>
            <p:cNvPr id="54" name="object 54"/>
            <p:cNvSpPr/>
            <p:nvPr/>
          </p:nvSpPr>
          <p:spPr>
            <a:xfrm>
              <a:off x="3939540" y="1665732"/>
              <a:ext cx="635635" cy="635635"/>
            </a:xfrm>
            <a:custGeom>
              <a:avLst/>
              <a:gdLst/>
              <a:ahLst/>
              <a:cxnLst/>
              <a:rect l="l" t="t" r="r" b="b"/>
              <a:pathLst>
                <a:path w="635635" h="635635">
                  <a:moveTo>
                    <a:pt x="317754" y="0"/>
                  </a:moveTo>
                  <a:lnTo>
                    <a:pt x="270793" y="3444"/>
                  </a:lnTo>
                  <a:lnTo>
                    <a:pt x="225973" y="13451"/>
                  </a:lnTo>
                  <a:lnTo>
                    <a:pt x="183786" y="29529"/>
                  </a:lnTo>
                  <a:lnTo>
                    <a:pt x="144723" y="51186"/>
                  </a:lnTo>
                  <a:lnTo>
                    <a:pt x="109274" y="77931"/>
                  </a:lnTo>
                  <a:lnTo>
                    <a:pt x="77931" y="109274"/>
                  </a:lnTo>
                  <a:lnTo>
                    <a:pt x="51186" y="144723"/>
                  </a:lnTo>
                  <a:lnTo>
                    <a:pt x="29529" y="183786"/>
                  </a:lnTo>
                  <a:lnTo>
                    <a:pt x="13451" y="225973"/>
                  </a:lnTo>
                  <a:lnTo>
                    <a:pt x="3444" y="270793"/>
                  </a:lnTo>
                  <a:lnTo>
                    <a:pt x="0" y="317753"/>
                  </a:lnTo>
                  <a:lnTo>
                    <a:pt x="3444" y="364714"/>
                  </a:lnTo>
                  <a:lnTo>
                    <a:pt x="13451" y="409534"/>
                  </a:lnTo>
                  <a:lnTo>
                    <a:pt x="29529" y="451721"/>
                  </a:lnTo>
                  <a:lnTo>
                    <a:pt x="51186" y="490784"/>
                  </a:lnTo>
                  <a:lnTo>
                    <a:pt x="77931" y="526233"/>
                  </a:lnTo>
                  <a:lnTo>
                    <a:pt x="109274" y="557576"/>
                  </a:lnTo>
                  <a:lnTo>
                    <a:pt x="144723" y="584321"/>
                  </a:lnTo>
                  <a:lnTo>
                    <a:pt x="183786" y="605978"/>
                  </a:lnTo>
                  <a:lnTo>
                    <a:pt x="225973" y="622056"/>
                  </a:lnTo>
                  <a:lnTo>
                    <a:pt x="270793" y="632063"/>
                  </a:lnTo>
                  <a:lnTo>
                    <a:pt x="317754" y="635507"/>
                  </a:lnTo>
                  <a:lnTo>
                    <a:pt x="364714" y="632063"/>
                  </a:lnTo>
                  <a:lnTo>
                    <a:pt x="409534" y="622056"/>
                  </a:lnTo>
                  <a:lnTo>
                    <a:pt x="451721" y="605978"/>
                  </a:lnTo>
                  <a:lnTo>
                    <a:pt x="490784" y="584321"/>
                  </a:lnTo>
                  <a:lnTo>
                    <a:pt x="526233" y="557576"/>
                  </a:lnTo>
                  <a:lnTo>
                    <a:pt x="557576" y="526233"/>
                  </a:lnTo>
                  <a:lnTo>
                    <a:pt x="584321" y="490784"/>
                  </a:lnTo>
                  <a:lnTo>
                    <a:pt x="605978" y="451721"/>
                  </a:lnTo>
                  <a:lnTo>
                    <a:pt x="622056" y="409534"/>
                  </a:lnTo>
                  <a:lnTo>
                    <a:pt x="632063" y="364714"/>
                  </a:lnTo>
                  <a:lnTo>
                    <a:pt x="635508" y="317753"/>
                  </a:lnTo>
                  <a:lnTo>
                    <a:pt x="632063" y="270793"/>
                  </a:lnTo>
                  <a:lnTo>
                    <a:pt x="622056" y="225973"/>
                  </a:lnTo>
                  <a:lnTo>
                    <a:pt x="605978" y="183786"/>
                  </a:lnTo>
                  <a:lnTo>
                    <a:pt x="584321" y="144723"/>
                  </a:lnTo>
                  <a:lnTo>
                    <a:pt x="557576" y="109274"/>
                  </a:lnTo>
                  <a:lnTo>
                    <a:pt x="526233" y="77931"/>
                  </a:lnTo>
                  <a:lnTo>
                    <a:pt x="490784" y="51186"/>
                  </a:lnTo>
                  <a:lnTo>
                    <a:pt x="451721" y="29529"/>
                  </a:lnTo>
                  <a:lnTo>
                    <a:pt x="409534" y="13451"/>
                  </a:lnTo>
                  <a:lnTo>
                    <a:pt x="364714" y="3444"/>
                  </a:lnTo>
                  <a:lnTo>
                    <a:pt x="317754" y="0"/>
                  </a:lnTo>
                  <a:close/>
                </a:path>
              </a:pathLst>
            </a:custGeom>
            <a:solidFill>
              <a:srgbClr val="0078D6"/>
            </a:solidFill>
          </p:spPr>
          <p:txBody>
            <a:bodyPr wrap="square" lIns="0" tIns="0" rIns="0" bIns="0" rtlCol="0"/>
            <a:lstStyle/>
            <a:p>
              <a:endParaRPr/>
            </a:p>
          </p:txBody>
        </p:sp>
        <p:sp>
          <p:nvSpPr>
            <p:cNvPr id="55" name="object 55"/>
            <p:cNvSpPr/>
            <p:nvPr/>
          </p:nvSpPr>
          <p:spPr>
            <a:xfrm>
              <a:off x="4061460" y="1789176"/>
              <a:ext cx="390143" cy="390144"/>
            </a:xfrm>
            <a:prstGeom prst="rect">
              <a:avLst/>
            </a:prstGeom>
            <a:blipFill>
              <a:blip r:embed="rId6" cstate="print"/>
              <a:stretch>
                <a:fillRect/>
              </a:stretch>
            </a:blipFill>
          </p:spPr>
          <p:txBody>
            <a:bodyPr wrap="square" lIns="0" tIns="0" rIns="0" bIns="0" rtlCol="0"/>
            <a:lstStyle/>
            <a:p>
              <a:endParaRPr/>
            </a:p>
          </p:txBody>
        </p:sp>
      </p:grpSp>
      <p:grpSp>
        <p:nvGrpSpPr>
          <p:cNvPr id="56" name="object 56"/>
          <p:cNvGrpSpPr/>
          <p:nvPr/>
        </p:nvGrpSpPr>
        <p:grpSpPr>
          <a:xfrm>
            <a:off x="9564623" y="1574291"/>
            <a:ext cx="914400" cy="914400"/>
            <a:chOff x="9564623" y="1574291"/>
            <a:chExt cx="914400" cy="914400"/>
          </a:xfrm>
        </p:grpSpPr>
        <p:sp>
          <p:nvSpPr>
            <p:cNvPr id="57" name="object 57"/>
            <p:cNvSpPr/>
            <p:nvPr/>
          </p:nvSpPr>
          <p:spPr>
            <a:xfrm>
              <a:off x="9564623" y="1574291"/>
              <a:ext cx="914400" cy="914400"/>
            </a:xfrm>
            <a:custGeom>
              <a:avLst/>
              <a:gdLst/>
              <a:ahLst/>
              <a:cxnLst/>
              <a:rect l="l" t="t" r="r" b="b"/>
              <a:pathLst>
                <a:path w="914400" h="914400">
                  <a:moveTo>
                    <a:pt x="457200" y="0"/>
                  </a:moveTo>
                  <a:lnTo>
                    <a:pt x="410458" y="2360"/>
                  </a:lnTo>
                  <a:lnTo>
                    <a:pt x="365066" y="9289"/>
                  </a:lnTo>
                  <a:lnTo>
                    <a:pt x="321253" y="20557"/>
                  </a:lnTo>
                  <a:lnTo>
                    <a:pt x="279249" y="35933"/>
                  </a:lnTo>
                  <a:lnTo>
                    <a:pt x="239283" y="55187"/>
                  </a:lnTo>
                  <a:lnTo>
                    <a:pt x="201587" y="78090"/>
                  </a:lnTo>
                  <a:lnTo>
                    <a:pt x="166390" y="104411"/>
                  </a:lnTo>
                  <a:lnTo>
                    <a:pt x="133921" y="133921"/>
                  </a:lnTo>
                  <a:lnTo>
                    <a:pt x="104411" y="166390"/>
                  </a:lnTo>
                  <a:lnTo>
                    <a:pt x="78090" y="201587"/>
                  </a:lnTo>
                  <a:lnTo>
                    <a:pt x="55187" y="239283"/>
                  </a:lnTo>
                  <a:lnTo>
                    <a:pt x="35933" y="279249"/>
                  </a:lnTo>
                  <a:lnTo>
                    <a:pt x="20557" y="321253"/>
                  </a:lnTo>
                  <a:lnTo>
                    <a:pt x="9289" y="365066"/>
                  </a:lnTo>
                  <a:lnTo>
                    <a:pt x="2360" y="410458"/>
                  </a:lnTo>
                  <a:lnTo>
                    <a:pt x="0" y="457200"/>
                  </a:lnTo>
                  <a:lnTo>
                    <a:pt x="2360" y="503941"/>
                  </a:lnTo>
                  <a:lnTo>
                    <a:pt x="9289" y="549333"/>
                  </a:lnTo>
                  <a:lnTo>
                    <a:pt x="20557" y="593146"/>
                  </a:lnTo>
                  <a:lnTo>
                    <a:pt x="35933" y="635150"/>
                  </a:lnTo>
                  <a:lnTo>
                    <a:pt x="55187" y="675116"/>
                  </a:lnTo>
                  <a:lnTo>
                    <a:pt x="78090" y="712812"/>
                  </a:lnTo>
                  <a:lnTo>
                    <a:pt x="104411" y="748009"/>
                  </a:lnTo>
                  <a:lnTo>
                    <a:pt x="133921" y="780478"/>
                  </a:lnTo>
                  <a:lnTo>
                    <a:pt x="166390" y="809988"/>
                  </a:lnTo>
                  <a:lnTo>
                    <a:pt x="201587" y="836309"/>
                  </a:lnTo>
                  <a:lnTo>
                    <a:pt x="239283" y="859212"/>
                  </a:lnTo>
                  <a:lnTo>
                    <a:pt x="279249" y="878466"/>
                  </a:lnTo>
                  <a:lnTo>
                    <a:pt x="321253" y="893842"/>
                  </a:lnTo>
                  <a:lnTo>
                    <a:pt x="365066" y="905110"/>
                  </a:lnTo>
                  <a:lnTo>
                    <a:pt x="410458" y="912039"/>
                  </a:lnTo>
                  <a:lnTo>
                    <a:pt x="457200" y="914400"/>
                  </a:lnTo>
                  <a:lnTo>
                    <a:pt x="503941" y="912039"/>
                  </a:lnTo>
                  <a:lnTo>
                    <a:pt x="549333" y="905110"/>
                  </a:lnTo>
                  <a:lnTo>
                    <a:pt x="593146" y="893842"/>
                  </a:lnTo>
                  <a:lnTo>
                    <a:pt x="635150" y="878466"/>
                  </a:lnTo>
                  <a:lnTo>
                    <a:pt x="675116" y="859212"/>
                  </a:lnTo>
                  <a:lnTo>
                    <a:pt x="712812" y="836309"/>
                  </a:lnTo>
                  <a:lnTo>
                    <a:pt x="748009" y="809988"/>
                  </a:lnTo>
                  <a:lnTo>
                    <a:pt x="780478" y="780478"/>
                  </a:lnTo>
                  <a:lnTo>
                    <a:pt x="809988" y="748009"/>
                  </a:lnTo>
                  <a:lnTo>
                    <a:pt x="836309" y="712812"/>
                  </a:lnTo>
                  <a:lnTo>
                    <a:pt x="859212" y="675116"/>
                  </a:lnTo>
                  <a:lnTo>
                    <a:pt x="878466" y="635150"/>
                  </a:lnTo>
                  <a:lnTo>
                    <a:pt x="893842" y="593146"/>
                  </a:lnTo>
                  <a:lnTo>
                    <a:pt x="905110" y="549333"/>
                  </a:lnTo>
                  <a:lnTo>
                    <a:pt x="912039" y="503941"/>
                  </a:lnTo>
                  <a:lnTo>
                    <a:pt x="914400" y="457200"/>
                  </a:lnTo>
                  <a:lnTo>
                    <a:pt x="912039" y="410458"/>
                  </a:lnTo>
                  <a:lnTo>
                    <a:pt x="905110" y="365066"/>
                  </a:lnTo>
                  <a:lnTo>
                    <a:pt x="893842" y="321253"/>
                  </a:lnTo>
                  <a:lnTo>
                    <a:pt x="878466" y="279249"/>
                  </a:lnTo>
                  <a:lnTo>
                    <a:pt x="859212" y="239283"/>
                  </a:lnTo>
                  <a:lnTo>
                    <a:pt x="836309" y="201587"/>
                  </a:lnTo>
                  <a:lnTo>
                    <a:pt x="809988" y="166390"/>
                  </a:lnTo>
                  <a:lnTo>
                    <a:pt x="780478" y="133921"/>
                  </a:lnTo>
                  <a:lnTo>
                    <a:pt x="748009" y="104411"/>
                  </a:lnTo>
                  <a:lnTo>
                    <a:pt x="712812" y="78090"/>
                  </a:lnTo>
                  <a:lnTo>
                    <a:pt x="675116" y="55187"/>
                  </a:lnTo>
                  <a:lnTo>
                    <a:pt x="635150" y="35933"/>
                  </a:lnTo>
                  <a:lnTo>
                    <a:pt x="593146" y="20557"/>
                  </a:lnTo>
                  <a:lnTo>
                    <a:pt x="549333" y="9289"/>
                  </a:lnTo>
                  <a:lnTo>
                    <a:pt x="503941" y="2360"/>
                  </a:lnTo>
                  <a:lnTo>
                    <a:pt x="457200" y="0"/>
                  </a:lnTo>
                  <a:close/>
                </a:path>
              </a:pathLst>
            </a:custGeom>
            <a:solidFill>
              <a:srgbClr val="DCDCDC"/>
            </a:solidFill>
          </p:spPr>
          <p:txBody>
            <a:bodyPr wrap="square" lIns="0" tIns="0" rIns="0" bIns="0" rtlCol="0"/>
            <a:lstStyle/>
            <a:p>
              <a:endParaRPr/>
            </a:p>
          </p:txBody>
        </p:sp>
        <p:sp>
          <p:nvSpPr>
            <p:cNvPr id="58" name="object 58"/>
            <p:cNvSpPr/>
            <p:nvPr/>
          </p:nvSpPr>
          <p:spPr>
            <a:xfrm>
              <a:off x="9899903" y="1911095"/>
              <a:ext cx="243840" cy="242316"/>
            </a:xfrm>
            <a:prstGeom prst="rect">
              <a:avLst/>
            </a:prstGeom>
            <a:blipFill>
              <a:blip r:embed="rId7" cstate="print"/>
              <a:stretch>
                <a:fillRect/>
              </a:stretch>
            </a:blipFill>
          </p:spPr>
          <p:txBody>
            <a:bodyPr wrap="square" lIns="0" tIns="0" rIns="0" bIns="0" rtlCol="0"/>
            <a:lstStyle/>
            <a:p>
              <a:endParaRPr/>
            </a:p>
          </p:txBody>
        </p:sp>
        <p:sp>
          <p:nvSpPr>
            <p:cNvPr id="59" name="object 59"/>
            <p:cNvSpPr/>
            <p:nvPr/>
          </p:nvSpPr>
          <p:spPr>
            <a:xfrm>
              <a:off x="9657587" y="1799843"/>
              <a:ext cx="730250" cy="464820"/>
            </a:xfrm>
            <a:custGeom>
              <a:avLst/>
              <a:gdLst/>
              <a:ahLst/>
              <a:cxnLst/>
              <a:rect l="l" t="t" r="r" b="b"/>
              <a:pathLst>
                <a:path w="730250" h="464819">
                  <a:moveTo>
                    <a:pt x="729995" y="323468"/>
                  </a:moveTo>
                  <a:lnTo>
                    <a:pt x="722962" y="278337"/>
                  </a:lnTo>
                  <a:lnTo>
                    <a:pt x="703291" y="239478"/>
                  </a:lnTo>
                  <a:lnTo>
                    <a:pt x="673129" y="209050"/>
                  </a:lnTo>
                  <a:lnTo>
                    <a:pt x="634622" y="189210"/>
                  </a:lnTo>
                  <a:lnTo>
                    <a:pt x="589914" y="182117"/>
                  </a:lnTo>
                  <a:lnTo>
                    <a:pt x="578699" y="132909"/>
                  </a:lnTo>
                  <a:lnTo>
                    <a:pt x="556622" y="89182"/>
                  </a:lnTo>
                  <a:lnTo>
                    <a:pt x="525224" y="52482"/>
                  </a:lnTo>
                  <a:lnTo>
                    <a:pt x="486047" y="24355"/>
                  </a:lnTo>
                  <a:lnTo>
                    <a:pt x="440634" y="6346"/>
                  </a:lnTo>
                  <a:lnTo>
                    <a:pt x="390525" y="0"/>
                  </a:lnTo>
                  <a:lnTo>
                    <a:pt x="338580" y="6935"/>
                  </a:lnTo>
                  <a:lnTo>
                    <a:pt x="292052" y="26527"/>
                  </a:lnTo>
                  <a:lnTo>
                    <a:pt x="252311" y="56953"/>
                  </a:lnTo>
                  <a:lnTo>
                    <a:pt x="220725" y="96392"/>
                  </a:lnTo>
                  <a:lnTo>
                    <a:pt x="211181" y="95144"/>
                  </a:lnTo>
                  <a:lnTo>
                    <a:pt x="201612" y="94503"/>
                  </a:lnTo>
                  <a:lnTo>
                    <a:pt x="192043" y="94267"/>
                  </a:lnTo>
                  <a:lnTo>
                    <a:pt x="182498" y="94233"/>
                  </a:lnTo>
                  <a:lnTo>
                    <a:pt x="134364" y="100740"/>
                  </a:lnTo>
                  <a:lnTo>
                    <a:pt x="90875" y="119149"/>
                  </a:lnTo>
                  <a:lnTo>
                    <a:pt x="53863" y="147796"/>
                  </a:lnTo>
                  <a:lnTo>
                    <a:pt x="25160" y="185015"/>
                  </a:lnTo>
                  <a:lnTo>
                    <a:pt x="6595" y="229142"/>
                  </a:lnTo>
                  <a:lnTo>
                    <a:pt x="0" y="278510"/>
                  </a:lnTo>
                  <a:lnTo>
                    <a:pt x="6595" y="327986"/>
                  </a:lnTo>
                  <a:lnTo>
                    <a:pt x="25160" y="372476"/>
                  </a:lnTo>
                  <a:lnTo>
                    <a:pt x="53863" y="410194"/>
                  </a:lnTo>
                  <a:lnTo>
                    <a:pt x="90875" y="439349"/>
                  </a:lnTo>
                  <a:lnTo>
                    <a:pt x="134364" y="458154"/>
                  </a:lnTo>
                  <a:lnTo>
                    <a:pt x="182498" y="464819"/>
                  </a:lnTo>
                  <a:lnTo>
                    <a:pt x="184657" y="464819"/>
                  </a:lnTo>
                  <a:lnTo>
                    <a:pt x="184657" y="464819"/>
                  </a:lnTo>
                  <a:lnTo>
                    <a:pt x="186689" y="464819"/>
                  </a:lnTo>
                  <a:lnTo>
                    <a:pt x="596264" y="464819"/>
                  </a:lnTo>
                  <a:lnTo>
                    <a:pt x="596264" y="462660"/>
                  </a:lnTo>
                  <a:lnTo>
                    <a:pt x="638702" y="454549"/>
                  </a:lnTo>
                  <a:lnTo>
                    <a:pt x="675433" y="434312"/>
                  </a:lnTo>
                  <a:lnTo>
                    <a:pt x="704319" y="404212"/>
                  </a:lnTo>
                  <a:lnTo>
                    <a:pt x="723220" y="366510"/>
                  </a:lnTo>
                  <a:lnTo>
                    <a:pt x="729995" y="323468"/>
                  </a:lnTo>
                  <a:close/>
                </a:path>
              </a:pathLst>
            </a:custGeom>
            <a:ln w="15240">
              <a:solidFill>
                <a:srgbClr val="0078D6"/>
              </a:solidFill>
            </a:ln>
          </p:spPr>
          <p:txBody>
            <a:bodyPr wrap="square" lIns="0" tIns="0" rIns="0" bIns="0" rtlCol="0"/>
            <a:lstStyle/>
            <a:p>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65797" y="439547"/>
            <a:ext cx="8591715" cy="549782"/>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3675888" y="1275588"/>
            <a:ext cx="6177280" cy="5128260"/>
            <a:chOff x="3675888" y="1275588"/>
            <a:chExt cx="6177280" cy="5128260"/>
          </a:xfrm>
        </p:grpSpPr>
        <p:sp>
          <p:nvSpPr>
            <p:cNvPr id="4" name="object 4"/>
            <p:cNvSpPr/>
            <p:nvPr/>
          </p:nvSpPr>
          <p:spPr>
            <a:xfrm>
              <a:off x="3675888" y="2724912"/>
              <a:ext cx="2505075" cy="2059939"/>
            </a:xfrm>
            <a:custGeom>
              <a:avLst/>
              <a:gdLst/>
              <a:ahLst/>
              <a:cxnLst/>
              <a:rect l="l" t="t" r="r" b="b"/>
              <a:pathLst>
                <a:path w="2505075" h="2059939">
                  <a:moveTo>
                    <a:pt x="108965" y="0"/>
                  </a:moveTo>
                  <a:lnTo>
                    <a:pt x="0" y="2059939"/>
                  </a:lnTo>
                  <a:lnTo>
                    <a:pt x="2505075" y="1381379"/>
                  </a:lnTo>
                  <a:lnTo>
                    <a:pt x="2505075" y="702817"/>
                  </a:lnTo>
                  <a:lnTo>
                    <a:pt x="108965" y="0"/>
                  </a:lnTo>
                  <a:close/>
                </a:path>
              </a:pathLst>
            </a:custGeom>
            <a:solidFill>
              <a:srgbClr val="D9D9D9">
                <a:alpha val="79998"/>
              </a:srgbClr>
            </a:solidFill>
          </p:spPr>
          <p:txBody>
            <a:bodyPr wrap="square" lIns="0" tIns="0" rIns="0" bIns="0" rtlCol="0"/>
            <a:lstStyle/>
            <a:p>
              <a:endParaRPr/>
            </a:p>
          </p:txBody>
        </p:sp>
        <p:sp>
          <p:nvSpPr>
            <p:cNvPr id="5" name="object 5"/>
            <p:cNvSpPr/>
            <p:nvPr/>
          </p:nvSpPr>
          <p:spPr>
            <a:xfrm>
              <a:off x="5865876" y="2417063"/>
              <a:ext cx="2847340" cy="2847340"/>
            </a:xfrm>
            <a:custGeom>
              <a:avLst/>
              <a:gdLst/>
              <a:ahLst/>
              <a:cxnLst/>
              <a:rect l="l" t="t" r="r" b="b"/>
              <a:pathLst>
                <a:path w="2847340" h="2847340">
                  <a:moveTo>
                    <a:pt x="1423416" y="0"/>
                  </a:moveTo>
                  <a:lnTo>
                    <a:pt x="1375475" y="792"/>
                  </a:lnTo>
                  <a:lnTo>
                    <a:pt x="1327932" y="3151"/>
                  </a:lnTo>
                  <a:lnTo>
                    <a:pt x="1280810" y="7054"/>
                  </a:lnTo>
                  <a:lnTo>
                    <a:pt x="1234135" y="12474"/>
                  </a:lnTo>
                  <a:lnTo>
                    <a:pt x="1187932" y="19387"/>
                  </a:lnTo>
                  <a:lnTo>
                    <a:pt x="1142225" y="27769"/>
                  </a:lnTo>
                  <a:lnTo>
                    <a:pt x="1097040" y="37593"/>
                  </a:lnTo>
                  <a:lnTo>
                    <a:pt x="1052400" y="48835"/>
                  </a:lnTo>
                  <a:lnTo>
                    <a:pt x="1008333" y="61471"/>
                  </a:lnTo>
                  <a:lnTo>
                    <a:pt x="964861" y="75475"/>
                  </a:lnTo>
                  <a:lnTo>
                    <a:pt x="922010" y="90823"/>
                  </a:lnTo>
                  <a:lnTo>
                    <a:pt x="879805" y="107489"/>
                  </a:lnTo>
                  <a:lnTo>
                    <a:pt x="838272" y="125449"/>
                  </a:lnTo>
                  <a:lnTo>
                    <a:pt x="797434" y="144677"/>
                  </a:lnTo>
                  <a:lnTo>
                    <a:pt x="757316" y="165150"/>
                  </a:lnTo>
                  <a:lnTo>
                    <a:pt x="717945" y="186841"/>
                  </a:lnTo>
                  <a:lnTo>
                    <a:pt x="679343" y="209726"/>
                  </a:lnTo>
                  <a:lnTo>
                    <a:pt x="641538" y="233780"/>
                  </a:lnTo>
                  <a:lnTo>
                    <a:pt x="604552" y="258979"/>
                  </a:lnTo>
                  <a:lnTo>
                    <a:pt x="568412" y="285296"/>
                  </a:lnTo>
                  <a:lnTo>
                    <a:pt x="533142" y="312708"/>
                  </a:lnTo>
                  <a:lnTo>
                    <a:pt x="498767" y="341190"/>
                  </a:lnTo>
                  <a:lnTo>
                    <a:pt x="465312" y="370716"/>
                  </a:lnTo>
                  <a:lnTo>
                    <a:pt x="432802" y="401261"/>
                  </a:lnTo>
                  <a:lnTo>
                    <a:pt x="401261" y="432802"/>
                  </a:lnTo>
                  <a:lnTo>
                    <a:pt x="370716" y="465312"/>
                  </a:lnTo>
                  <a:lnTo>
                    <a:pt x="341190" y="498767"/>
                  </a:lnTo>
                  <a:lnTo>
                    <a:pt x="312708" y="533142"/>
                  </a:lnTo>
                  <a:lnTo>
                    <a:pt x="285296" y="568412"/>
                  </a:lnTo>
                  <a:lnTo>
                    <a:pt x="258979" y="604552"/>
                  </a:lnTo>
                  <a:lnTo>
                    <a:pt x="233780" y="641538"/>
                  </a:lnTo>
                  <a:lnTo>
                    <a:pt x="209726" y="679343"/>
                  </a:lnTo>
                  <a:lnTo>
                    <a:pt x="186841" y="717945"/>
                  </a:lnTo>
                  <a:lnTo>
                    <a:pt x="165150" y="757316"/>
                  </a:lnTo>
                  <a:lnTo>
                    <a:pt x="144677" y="797434"/>
                  </a:lnTo>
                  <a:lnTo>
                    <a:pt x="125449" y="838272"/>
                  </a:lnTo>
                  <a:lnTo>
                    <a:pt x="107489" y="879805"/>
                  </a:lnTo>
                  <a:lnTo>
                    <a:pt x="90823" y="922010"/>
                  </a:lnTo>
                  <a:lnTo>
                    <a:pt x="75475" y="964861"/>
                  </a:lnTo>
                  <a:lnTo>
                    <a:pt x="61471" y="1008333"/>
                  </a:lnTo>
                  <a:lnTo>
                    <a:pt x="48835" y="1052400"/>
                  </a:lnTo>
                  <a:lnTo>
                    <a:pt x="37593" y="1097040"/>
                  </a:lnTo>
                  <a:lnTo>
                    <a:pt x="27769" y="1142225"/>
                  </a:lnTo>
                  <a:lnTo>
                    <a:pt x="19387" y="1187932"/>
                  </a:lnTo>
                  <a:lnTo>
                    <a:pt x="12474" y="1234135"/>
                  </a:lnTo>
                  <a:lnTo>
                    <a:pt x="7054" y="1280810"/>
                  </a:lnTo>
                  <a:lnTo>
                    <a:pt x="3151" y="1327932"/>
                  </a:lnTo>
                  <a:lnTo>
                    <a:pt x="792" y="1375475"/>
                  </a:lnTo>
                  <a:lnTo>
                    <a:pt x="0" y="1423416"/>
                  </a:lnTo>
                  <a:lnTo>
                    <a:pt x="792" y="1471356"/>
                  </a:lnTo>
                  <a:lnTo>
                    <a:pt x="3151" y="1518899"/>
                  </a:lnTo>
                  <a:lnTo>
                    <a:pt x="7054" y="1566021"/>
                  </a:lnTo>
                  <a:lnTo>
                    <a:pt x="12474" y="1612696"/>
                  </a:lnTo>
                  <a:lnTo>
                    <a:pt x="19387" y="1658899"/>
                  </a:lnTo>
                  <a:lnTo>
                    <a:pt x="27769" y="1704606"/>
                  </a:lnTo>
                  <a:lnTo>
                    <a:pt x="37593" y="1749791"/>
                  </a:lnTo>
                  <a:lnTo>
                    <a:pt x="48835" y="1794431"/>
                  </a:lnTo>
                  <a:lnTo>
                    <a:pt x="61471" y="1838498"/>
                  </a:lnTo>
                  <a:lnTo>
                    <a:pt x="75475" y="1881970"/>
                  </a:lnTo>
                  <a:lnTo>
                    <a:pt x="90823" y="1924821"/>
                  </a:lnTo>
                  <a:lnTo>
                    <a:pt x="107489" y="1967026"/>
                  </a:lnTo>
                  <a:lnTo>
                    <a:pt x="125449" y="2008559"/>
                  </a:lnTo>
                  <a:lnTo>
                    <a:pt x="144677" y="2049397"/>
                  </a:lnTo>
                  <a:lnTo>
                    <a:pt x="165150" y="2089515"/>
                  </a:lnTo>
                  <a:lnTo>
                    <a:pt x="186841" y="2128886"/>
                  </a:lnTo>
                  <a:lnTo>
                    <a:pt x="209726" y="2167488"/>
                  </a:lnTo>
                  <a:lnTo>
                    <a:pt x="233780" y="2205293"/>
                  </a:lnTo>
                  <a:lnTo>
                    <a:pt x="258979" y="2242279"/>
                  </a:lnTo>
                  <a:lnTo>
                    <a:pt x="285296" y="2278419"/>
                  </a:lnTo>
                  <a:lnTo>
                    <a:pt x="312708" y="2313689"/>
                  </a:lnTo>
                  <a:lnTo>
                    <a:pt x="341190" y="2348064"/>
                  </a:lnTo>
                  <a:lnTo>
                    <a:pt x="370716" y="2381519"/>
                  </a:lnTo>
                  <a:lnTo>
                    <a:pt x="401261" y="2414029"/>
                  </a:lnTo>
                  <a:lnTo>
                    <a:pt x="432802" y="2445570"/>
                  </a:lnTo>
                  <a:lnTo>
                    <a:pt x="465312" y="2476115"/>
                  </a:lnTo>
                  <a:lnTo>
                    <a:pt x="498767" y="2505641"/>
                  </a:lnTo>
                  <a:lnTo>
                    <a:pt x="533142" y="2534123"/>
                  </a:lnTo>
                  <a:lnTo>
                    <a:pt x="568412" y="2561535"/>
                  </a:lnTo>
                  <a:lnTo>
                    <a:pt x="604552" y="2587852"/>
                  </a:lnTo>
                  <a:lnTo>
                    <a:pt x="641538" y="2613051"/>
                  </a:lnTo>
                  <a:lnTo>
                    <a:pt x="679343" y="2637105"/>
                  </a:lnTo>
                  <a:lnTo>
                    <a:pt x="717945" y="2659990"/>
                  </a:lnTo>
                  <a:lnTo>
                    <a:pt x="757316" y="2681681"/>
                  </a:lnTo>
                  <a:lnTo>
                    <a:pt x="797434" y="2702154"/>
                  </a:lnTo>
                  <a:lnTo>
                    <a:pt x="838272" y="2721382"/>
                  </a:lnTo>
                  <a:lnTo>
                    <a:pt x="879805" y="2739342"/>
                  </a:lnTo>
                  <a:lnTo>
                    <a:pt x="922010" y="2756008"/>
                  </a:lnTo>
                  <a:lnTo>
                    <a:pt x="964861" y="2771356"/>
                  </a:lnTo>
                  <a:lnTo>
                    <a:pt x="1008333" y="2785360"/>
                  </a:lnTo>
                  <a:lnTo>
                    <a:pt x="1052400" y="2797996"/>
                  </a:lnTo>
                  <a:lnTo>
                    <a:pt x="1097040" y="2809238"/>
                  </a:lnTo>
                  <a:lnTo>
                    <a:pt x="1142225" y="2819062"/>
                  </a:lnTo>
                  <a:lnTo>
                    <a:pt x="1187932" y="2827444"/>
                  </a:lnTo>
                  <a:lnTo>
                    <a:pt x="1234135" y="2834357"/>
                  </a:lnTo>
                  <a:lnTo>
                    <a:pt x="1280810" y="2839777"/>
                  </a:lnTo>
                  <a:lnTo>
                    <a:pt x="1327932" y="2843680"/>
                  </a:lnTo>
                  <a:lnTo>
                    <a:pt x="1375475" y="2846039"/>
                  </a:lnTo>
                  <a:lnTo>
                    <a:pt x="1423416" y="2846832"/>
                  </a:lnTo>
                  <a:lnTo>
                    <a:pt x="1471356" y="2846039"/>
                  </a:lnTo>
                  <a:lnTo>
                    <a:pt x="1518899" y="2843680"/>
                  </a:lnTo>
                  <a:lnTo>
                    <a:pt x="1566021" y="2839777"/>
                  </a:lnTo>
                  <a:lnTo>
                    <a:pt x="1612696" y="2834357"/>
                  </a:lnTo>
                  <a:lnTo>
                    <a:pt x="1658899" y="2827444"/>
                  </a:lnTo>
                  <a:lnTo>
                    <a:pt x="1704606" y="2819062"/>
                  </a:lnTo>
                  <a:lnTo>
                    <a:pt x="1749791" y="2809238"/>
                  </a:lnTo>
                  <a:lnTo>
                    <a:pt x="1794431" y="2797996"/>
                  </a:lnTo>
                  <a:lnTo>
                    <a:pt x="1838498" y="2785360"/>
                  </a:lnTo>
                  <a:lnTo>
                    <a:pt x="1881970" y="2771356"/>
                  </a:lnTo>
                  <a:lnTo>
                    <a:pt x="1924821" y="2756008"/>
                  </a:lnTo>
                  <a:lnTo>
                    <a:pt x="1967026" y="2739342"/>
                  </a:lnTo>
                  <a:lnTo>
                    <a:pt x="2008559" y="2721382"/>
                  </a:lnTo>
                  <a:lnTo>
                    <a:pt x="2049397" y="2702154"/>
                  </a:lnTo>
                  <a:lnTo>
                    <a:pt x="2089515" y="2681681"/>
                  </a:lnTo>
                  <a:lnTo>
                    <a:pt x="2128886" y="2659990"/>
                  </a:lnTo>
                  <a:lnTo>
                    <a:pt x="2167488" y="2637105"/>
                  </a:lnTo>
                  <a:lnTo>
                    <a:pt x="2205293" y="2613051"/>
                  </a:lnTo>
                  <a:lnTo>
                    <a:pt x="2242279" y="2587852"/>
                  </a:lnTo>
                  <a:lnTo>
                    <a:pt x="2278419" y="2561535"/>
                  </a:lnTo>
                  <a:lnTo>
                    <a:pt x="2313689" y="2534123"/>
                  </a:lnTo>
                  <a:lnTo>
                    <a:pt x="2348064" y="2505641"/>
                  </a:lnTo>
                  <a:lnTo>
                    <a:pt x="2381519" y="2476115"/>
                  </a:lnTo>
                  <a:lnTo>
                    <a:pt x="2414029" y="2445570"/>
                  </a:lnTo>
                  <a:lnTo>
                    <a:pt x="2445570" y="2414029"/>
                  </a:lnTo>
                  <a:lnTo>
                    <a:pt x="2476115" y="2381519"/>
                  </a:lnTo>
                  <a:lnTo>
                    <a:pt x="2505641" y="2348064"/>
                  </a:lnTo>
                  <a:lnTo>
                    <a:pt x="2534123" y="2313689"/>
                  </a:lnTo>
                  <a:lnTo>
                    <a:pt x="2561535" y="2278419"/>
                  </a:lnTo>
                  <a:lnTo>
                    <a:pt x="2587852" y="2242279"/>
                  </a:lnTo>
                  <a:lnTo>
                    <a:pt x="2613051" y="2205293"/>
                  </a:lnTo>
                  <a:lnTo>
                    <a:pt x="2637105" y="2167488"/>
                  </a:lnTo>
                  <a:lnTo>
                    <a:pt x="2659990" y="2128886"/>
                  </a:lnTo>
                  <a:lnTo>
                    <a:pt x="2681681" y="2089515"/>
                  </a:lnTo>
                  <a:lnTo>
                    <a:pt x="2702154" y="2049397"/>
                  </a:lnTo>
                  <a:lnTo>
                    <a:pt x="2721382" y="2008559"/>
                  </a:lnTo>
                  <a:lnTo>
                    <a:pt x="2739342" y="1967026"/>
                  </a:lnTo>
                  <a:lnTo>
                    <a:pt x="2756008" y="1924821"/>
                  </a:lnTo>
                  <a:lnTo>
                    <a:pt x="2771356" y="1881970"/>
                  </a:lnTo>
                  <a:lnTo>
                    <a:pt x="2785360" y="1838498"/>
                  </a:lnTo>
                  <a:lnTo>
                    <a:pt x="2797996" y="1794431"/>
                  </a:lnTo>
                  <a:lnTo>
                    <a:pt x="2809238" y="1749791"/>
                  </a:lnTo>
                  <a:lnTo>
                    <a:pt x="2819062" y="1704606"/>
                  </a:lnTo>
                  <a:lnTo>
                    <a:pt x="2827444" y="1658899"/>
                  </a:lnTo>
                  <a:lnTo>
                    <a:pt x="2834357" y="1612696"/>
                  </a:lnTo>
                  <a:lnTo>
                    <a:pt x="2839777" y="1566021"/>
                  </a:lnTo>
                  <a:lnTo>
                    <a:pt x="2843680" y="1518899"/>
                  </a:lnTo>
                  <a:lnTo>
                    <a:pt x="2846039" y="1471356"/>
                  </a:lnTo>
                  <a:lnTo>
                    <a:pt x="2846831" y="1423416"/>
                  </a:lnTo>
                  <a:lnTo>
                    <a:pt x="2846039" y="1375475"/>
                  </a:lnTo>
                  <a:lnTo>
                    <a:pt x="2843680" y="1327932"/>
                  </a:lnTo>
                  <a:lnTo>
                    <a:pt x="2839777" y="1280810"/>
                  </a:lnTo>
                  <a:lnTo>
                    <a:pt x="2834357" y="1234135"/>
                  </a:lnTo>
                  <a:lnTo>
                    <a:pt x="2827444" y="1187932"/>
                  </a:lnTo>
                  <a:lnTo>
                    <a:pt x="2819062" y="1142225"/>
                  </a:lnTo>
                  <a:lnTo>
                    <a:pt x="2809238" y="1097040"/>
                  </a:lnTo>
                  <a:lnTo>
                    <a:pt x="2797996" y="1052400"/>
                  </a:lnTo>
                  <a:lnTo>
                    <a:pt x="2785360" y="1008333"/>
                  </a:lnTo>
                  <a:lnTo>
                    <a:pt x="2771356" y="964861"/>
                  </a:lnTo>
                  <a:lnTo>
                    <a:pt x="2756008" y="922010"/>
                  </a:lnTo>
                  <a:lnTo>
                    <a:pt x="2739342" y="879805"/>
                  </a:lnTo>
                  <a:lnTo>
                    <a:pt x="2721382" y="838272"/>
                  </a:lnTo>
                  <a:lnTo>
                    <a:pt x="2702154" y="797434"/>
                  </a:lnTo>
                  <a:lnTo>
                    <a:pt x="2681681" y="757316"/>
                  </a:lnTo>
                  <a:lnTo>
                    <a:pt x="2659990" y="717945"/>
                  </a:lnTo>
                  <a:lnTo>
                    <a:pt x="2637105" y="679343"/>
                  </a:lnTo>
                  <a:lnTo>
                    <a:pt x="2613051" y="641538"/>
                  </a:lnTo>
                  <a:lnTo>
                    <a:pt x="2587852" y="604552"/>
                  </a:lnTo>
                  <a:lnTo>
                    <a:pt x="2561535" y="568412"/>
                  </a:lnTo>
                  <a:lnTo>
                    <a:pt x="2534123" y="533142"/>
                  </a:lnTo>
                  <a:lnTo>
                    <a:pt x="2505641" y="498767"/>
                  </a:lnTo>
                  <a:lnTo>
                    <a:pt x="2476115" y="465312"/>
                  </a:lnTo>
                  <a:lnTo>
                    <a:pt x="2445570" y="432802"/>
                  </a:lnTo>
                  <a:lnTo>
                    <a:pt x="2414029" y="401261"/>
                  </a:lnTo>
                  <a:lnTo>
                    <a:pt x="2381519" y="370716"/>
                  </a:lnTo>
                  <a:lnTo>
                    <a:pt x="2348064" y="341190"/>
                  </a:lnTo>
                  <a:lnTo>
                    <a:pt x="2313689" y="312708"/>
                  </a:lnTo>
                  <a:lnTo>
                    <a:pt x="2278419" y="285296"/>
                  </a:lnTo>
                  <a:lnTo>
                    <a:pt x="2242279" y="258979"/>
                  </a:lnTo>
                  <a:lnTo>
                    <a:pt x="2205293" y="233780"/>
                  </a:lnTo>
                  <a:lnTo>
                    <a:pt x="2167488" y="209726"/>
                  </a:lnTo>
                  <a:lnTo>
                    <a:pt x="2128886" y="186841"/>
                  </a:lnTo>
                  <a:lnTo>
                    <a:pt x="2089515" y="165150"/>
                  </a:lnTo>
                  <a:lnTo>
                    <a:pt x="2049397" y="144677"/>
                  </a:lnTo>
                  <a:lnTo>
                    <a:pt x="2008559" y="125449"/>
                  </a:lnTo>
                  <a:lnTo>
                    <a:pt x="1967026" y="107489"/>
                  </a:lnTo>
                  <a:lnTo>
                    <a:pt x="1924821" y="90823"/>
                  </a:lnTo>
                  <a:lnTo>
                    <a:pt x="1881970" y="75475"/>
                  </a:lnTo>
                  <a:lnTo>
                    <a:pt x="1838498" y="61471"/>
                  </a:lnTo>
                  <a:lnTo>
                    <a:pt x="1794431" y="48835"/>
                  </a:lnTo>
                  <a:lnTo>
                    <a:pt x="1749791" y="37593"/>
                  </a:lnTo>
                  <a:lnTo>
                    <a:pt x="1704606" y="27769"/>
                  </a:lnTo>
                  <a:lnTo>
                    <a:pt x="1658899" y="19387"/>
                  </a:lnTo>
                  <a:lnTo>
                    <a:pt x="1612696" y="12474"/>
                  </a:lnTo>
                  <a:lnTo>
                    <a:pt x="1566021" y="7054"/>
                  </a:lnTo>
                  <a:lnTo>
                    <a:pt x="1518899" y="3151"/>
                  </a:lnTo>
                  <a:lnTo>
                    <a:pt x="1471356" y="792"/>
                  </a:lnTo>
                  <a:lnTo>
                    <a:pt x="1423416" y="0"/>
                  </a:lnTo>
                  <a:close/>
                </a:path>
              </a:pathLst>
            </a:custGeom>
            <a:solidFill>
              <a:srgbClr val="BCBCBC"/>
            </a:solidFill>
          </p:spPr>
          <p:txBody>
            <a:bodyPr wrap="square" lIns="0" tIns="0" rIns="0" bIns="0" rtlCol="0"/>
            <a:lstStyle/>
            <a:p>
              <a:endParaRPr/>
            </a:p>
          </p:txBody>
        </p:sp>
        <p:sp>
          <p:nvSpPr>
            <p:cNvPr id="6" name="object 6"/>
            <p:cNvSpPr/>
            <p:nvPr/>
          </p:nvSpPr>
          <p:spPr>
            <a:xfrm>
              <a:off x="4730496" y="1280160"/>
              <a:ext cx="5118100" cy="5119370"/>
            </a:xfrm>
            <a:custGeom>
              <a:avLst/>
              <a:gdLst/>
              <a:ahLst/>
              <a:cxnLst/>
              <a:rect l="l" t="t" r="r" b="b"/>
              <a:pathLst>
                <a:path w="5118100" h="5119370">
                  <a:moveTo>
                    <a:pt x="574548" y="2560320"/>
                  </a:moveTo>
                  <a:lnTo>
                    <a:pt x="575122" y="2512109"/>
                  </a:lnTo>
                  <a:lnTo>
                    <a:pt x="576836" y="2464180"/>
                  </a:lnTo>
                  <a:lnTo>
                    <a:pt x="579676" y="2416546"/>
                  </a:lnTo>
                  <a:lnTo>
                    <a:pt x="583631" y="2369221"/>
                  </a:lnTo>
                  <a:lnTo>
                    <a:pt x="588686" y="2322217"/>
                  </a:lnTo>
                  <a:lnTo>
                    <a:pt x="594829" y="2275547"/>
                  </a:lnTo>
                  <a:lnTo>
                    <a:pt x="602047" y="2229225"/>
                  </a:lnTo>
                  <a:lnTo>
                    <a:pt x="610326" y="2183263"/>
                  </a:lnTo>
                  <a:lnTo>
                    <a:pt x="619654" y="2137673"/>
                  </a:lnTo>
                  <a:lnTo>
                    <a:pt x="630018" y="2092471"/>
                  </a:lnTo>
                  <a:lnTo>
                    <a:pt x="641405" y="2047667"/>
                  </a:lnTo>
                  <a:lnTo>
                    <a:pt x="653802" y="2003275"/>
                  </a:lnTo>
                  <a:lnTo>
                    <a:pt x="667195" y="1959309"/>
                  </a:lnTo>
                  <a:lnTo>
                    <a:pt x="681573" y="1915781"/>
                  </a:lnTo>
                  <a:lnTo>
                    <a:pt x="696921" y="1872704"/>
                  </a:lnTo>
                  <a:lnTo>
                    <a:pt x="713227" y="1830091"/>
                  </a:lnTo>
                  <a:lnTo>
                    <a:pt x="730478" y="1787955"/>
                  </a:lnTo>
                  <a:lnTo>
                    <a:pt x="748660" y="1746310"/>
                  </a:lnTo>
                  <a:lnTo>
                    <a:pt x="767762" y="1705167"/>
                  </a:lnTo>
                  <a:lnTo>
                    <a:pt x="787769" y="1664541"/>
                  </a:lnTo>
                  <a:lnTo>
                    <a:pt x="808670" y="1624443"/>
                  </a:lnTo>
                  <a:lnTo>
                    <a:pt x="830450" y="1584888"/>
                  </a:lnTo>
                  <a:lnTo>
                    <a:pt x="853097" y="1545888"/>
                  </a:lnTo>
                  <a:lnTo>
                    <a:pt x="876598" y="1507456"/>
                  </a:lnTo>
                  <a:lnTo>
                    <a:pt x="900940" y="1469605"/>
                  </a:lnTo>
                  <a:lnTo>
                    <a:pt x="926110" y="1432348"/>
                  </a:lnTo>
                  <a:lnTo>
                    <a:pt x="952095" y="1395699"/>
                  </a:lnTo>
                  <a:lnTo>
                    <a:pt x="978882" y="1359669"/>
                  </a:lnTo>
                  <a:lnTo>
                    <a:pt x="1006457" y="1324272"/>
                  </a:lnTo>
                  <a:lnTo>
                    <a:pt x="1034809" y="1289522"/>
                  </a:lnTo>
                  <a:lnTo>
                    <a:pt x="1063924" y="1255430"/>
                  </a:lnTo>
                  <a:lnTo>
                    <a:pt x="1093788" y="1222011"/>
                  </a:lnTo>
                  <a:lnTo>
                    <a:pt x="1124390" y="1189276"/>
                  </a:lnTo>
                  <a:lnTo>
                    <a:pt x="1155715" y="1157239"/>
                  </a:lnTo>
                  <a:lnTo>
                    <a:pt x="1187752" y="1125914"/>
                  </a:lnTo>
                  <a:lnTo>
                    <a:pt x="1220487" y="1095312"/>
                  </a:lnTo>
                  <a:lnTo>
                    <a:pt x="1253906" y="1065448"/>
                  </a:lnTo>
                  <a:lnTo>
                    <a:pt x="1287998" y="1036333"/>
                  </a:lnTo>
                  <a:lnTo>
                    <a:pt x="1322748" y="1007981"/>
                  </a:lnTo>
                  <a:lnTo>
                    <a:pt x="1358145" y="980406"/>
                  </a:lnTo>
                  <a:lnTo>
                    <a:pt x="1394175" y="953619"/>
                  </a:lnTo>
                  <a:lnTo>
                    <a:pt x="1430824" y="927634"/>
                  </a:lnTo>
                  <a:lnTo>
                    <a:pt x="1468081" y="902464"/>
                  </a:lnTo>
                  <a:lnTo>
                    <a:pt x="1505932" y="878122"/>
                  </a:lnTo>
                  <a:lnTo>
                    <a:pt x="1544364" y="854621"/>
                  </a:lnTo>
                  <a:lnTo>
                    <a:pt x="1583364" y="831974"/>
                  </a:lnTo>
                  <a:lnTo>
                    <a:pt x="1622919" y="810194"/>
                  </a:lnTo>
                  <a:lnTo>
                    <a:pt x="1663017" y="789293"/>
                  </a:lnTo>
                  <a:lnTo>
                    <a:pt x="1703643" y="769286"/>
                  </a:lnTo>
                  <a:lnTo>
                    <a:pt x="1744786" y="750184"/>
                  </a:lnTo>
                  <a:lnTo>
                    <a:pt x="1786431" y="732002"/>
                  </a:lnTo>
                  <a:lnTo>
                    <a:pt x="1828567" y="714751"/>
                  </a:lnTo>
                  <a:lnTo>
                    <a:pt x="1871180" y="698445"/>
                  </a:lnTo>
                  <a:lnTo>
                    <a:pt x="1914257" y="683097"/>
                  </a:lnTo>
                  <a:lnTo>
                    <a:pt x="1957785" y="668719"/>
                  </a:lnTo>
                  <a:lnTo>
                    <a:pt x="2001751" y="655326"/>
                  </a:lnTo>
                  <a:lnTo>
                    <a:pt x="2046143" y="642929"/>
                  </a:lnTo>
                  <a:lnTo>
                    <a:pt x="2090947" y="631542"/>
                  </a:lnTo>
                  <a:lnTo>
                    <a:pt x="2136149" y="621178"/>
                  </a:lnTo>
                  <a:lnTo>
                    <a:pt x="2181739" y="611850"/>
                  </a:lnTo>
                  <a:lnTo>
                    <a:pt x="2227701" y="603571"/>
                  </a:lnTo>
                  <a:lnTo>
                    <a:pt x="2274023" y="596353"/>
                  </a:lnTo>
                  <a:lnTo>
                    <a:pt x="2320693" y="590210"/>
                  </a:lnTo>
                  <a:lnTo>
                    <a:pt x="2367697" y="585155"/>
                  </a:lnTo>
                  <a:lnTo>
                    <a:pt x="2415022" y="581200"/>
                  </a:lnTo>
                  <a:lnTo>
                    <a:pt x="2462656" y="578360"/>
                  </a:lnTo>
                  <a:lnTo>
                    <a:pt x="2510585" y="576646"/>
                  </a:lnTo>
                  <a:lnTo>
                    <a:pt x="2558796" y="576072"/>
                  </a:lnTo>
                  <a:lnTo>
                    <a:pt x="2607006" y="576646"/>
                  </a:lnTo>
                  <a:lnTo>
                    <a:pt x="2654935" y="578360"/>
                  </a:lnTo>
                  <a:lnTo>
                    <a:pt x="2702569" y="581200"/>
                  </a:lnTo>
                  <a:lnTo>
                    <a:pt x="2749894" y="585155"/>
                  </a:lnTo>
                  <a:lnTo>
                    <a:pt x="2796898" y="590210"/>
                  </a:lnTo>
                  <a:lnTo>
                    <a:pt x="2843568" y="596353"/>
                  </a:lnTo>
                  <a:lnTo>
                    <a:pt x="2889890" y="603571"/>
                  </a:lnTo>
                  <a:lnTo>
                    <a:pt x="2935852" y="611850"/>
                  </a:lnTo>
                  <a:lnTo>
                    <a:pt x="2981442" y="621178"/>
                  </a:lnTo>
                  <a:lnTo>
                    <a:pt x="3026644" y="631542"/>
                  </a:lnTo>
                  <a:lnTo>
                    <a:pt x="3071448" y="642929"/>
                  </a:lnTo>
                  <a:lnTo>
                    <a:pt x="3115840" y="655326"/>
                  </a:lnTo>
                  <a:lnTo>
                    <a:pt x="3159806" y="668719"/>
                  </a:lnTo>
                  <a:lnTo>
                    <a:pt x="3203334" y="683097"/>
                  </a:lnTo>
                  <a:lnTo>
                    <a:pt x="3246411" y="698445"/>
                  </a:lnTo>
                  <a:lnTo>
                    <a:pt x="3289024" y="714751"/>
                  </a:lnTo>
                  <a:lnTo>
                    <a:pt x="3331160" y="732002"/>
                  </a:lnTo>
                  <a:lnTo>
                    <a:pt x="3372805" y="750184"/>
                  </a:lnTo>
                  <a:lnTo>
                    <a:pt x="3413948" y="769286"/>
                  </a:lnTo>
                  <a:lnTo>
                    <a:pt x="3454574" y="789293"/>
                  </a:lnTo>
                  <a:lnTo>
                    <a:pt x="3494672" y="810194"/>
                  </a:lnTo>
                  <a:lnTo>
                    <a:pt x="3534227" y="831974"/>
                  </a:lnTo>
                  <a:lnTo>
                    <a:pt x="3573227" y="854621"/>
                  </a:lnTo>
                  <a:lnTo>
                    <a:pt x="3611659" y="878122"/>
                  </a:lnTo>
                  <a:lnTo>
                    <a:pt x="3649510" y="902464"/>
                  </a:lnTo>
                  <a:lnTo>
                    <a:pt x="3686767" y="927634"/>
                  </a:lnTo>
                  <a:lnTo>
                    <a:pt x="3723416" y="953619"/>
                  </a:lnTo>
                  <a:lnTo>
                    <a:pt x="3759446" y="980406"/>
                  </a:lnTo>
                  <a:lnTo>
                    <a:pt x="3794843" y="1007981"/>
                  </a:lnTo>
                  <a:lnTo>
                    <a:pt x="3829593" y="1036333"/>
                  </a:lnTo>
                  <a:lnTo>
                    <a:pt x="3863685" y="1065448"/>
                  </a:lnTo>
                  <a:lnTo>
                    <a:pt x="3897104" y="1095312"/>
                  </a:lnTo>
                  <a:lnTo>
                    <a:pt x="3929839" y="1125914"/>
                  </a:lnTo>
                  <a:lnTo>
                    <a:pt x="3961876" y="1157239"/>
                  </a:lnTo>
                  <a:lnTo>
                    <a:pt x="3993201" y="1189276"/>
                  </a:lnTo>
                  <a:lnTo>
                    <a:pt x="4023803" y="1222011"/>
                  </a:lnTo>
                  <a:lnTo>
                    <a:pt x="4053667" y="1255430"/>
                  </a:lnTo>
                  <a:lnTo>
                    <a:pt x="4082782" y="1289522"/>
                  </a:lnTo>
                  <a:lnTo>
                    <a:pt x="4111134" y="1324272"/>
                  </a:lnTo>
                  <a:lnTo>
                    <a:pt x="4138709" y="1359669"/>
                  </a:lnTo>
                  <a:lnTo>
                    <a:pt x="4165496" y="1395699"/>
                  </a:lnTo>
                  <a:lnTo>
                    <a:pt x="4191481" y="1432348"/>
                  </a:lnTo>
                  <a:lnTo>
                    <a:pt x="4216651" y="1469605"/>
                  </a:lnTo>
                  <a:lnTo>
                    <a:pt x="4240993" y="1507456"/>
                  </a:lnTo>
                  <a:lnTo>
                    <a:pt x="4264494" y="1545888"/>
                  </a:lnTo>
                  <a:lnTo>
                    <a:pt x="4287141" y="1584888"/>
                  </a:lnTo>
                  <a:lnTo>
                    <a:pt x="4308921" y="1624443"/>
                  </a:lnTo>
                  <a:lnTo>
                    <a:pt x="4329822" y="1664541"/>
                  </a:lnTo>
                  <a:lnTo>
                    <a:pt x="4349829" y="1705167"/>
                  </a:lnTo>
                  <a:lnTo>
                    <a:pt x="4368931" y="1746310"/>
                  </a:lnTo>
                  <a:lnTo>
                    <a:pt x="4387113" y="1787955"/>
                  </a:lnTo>
                  <a:lnTo>
                    <a:pt x="4404364" y="1830091"/>
                  </a:lnTo>
                  <a:lnTo>
                    <a:pt x="4420670" y="1872704"/>
                  </a:lnTo>
                  <a:lnTo>
                    <a:pt x="4436018" y="1915781"/>
                  </a:lnTo>
                  <a:lnTo>
                    <a:pt x="4450396" y="1959309"/>
                  </a:lnTo>
                  <a:lnTo>
                    <a:pt x="4463789" y="2003275"/>
                  </a:lnTo>
                  <a:lnTo>
                    <a:pt x="4476186" y="2047667"/>
                  </a:lnTo>
                  <a:lnTo>
                    <a:pt x="4487573" y="2092471"/>
                  </a:lnTo>
                  <a:lnTo>
                    <a:pt x="4497937" y="2137673"/>
                  </a:lnTo>
                  <a:lnTo>
                    <a:pt x="4507265" y="2183263"/>
                  </a:lnTo>
                  <a:lnTo>
                    <a:pt x="4515544" y="2229225"/>
                  </a:lnTo>
                  <a:lnTo>
                    <a:pt x="4522762" y="2275547"/>
                  </a:lnTo>
                  <a:lnTo>
                    <a:pt x="4528905" y="2322217"/>
                  </a:lnTo>
                  <a:lnTo>
                    <a:pt x="4533960" y="2369221"/>
                  </a:lnTo>
                  <a:lnTo>
                    <a:pt x="4537915" y="2416546"/>
                  </a:lnTo>
                  <a:lnTo>
                    <a:pt x="4540755" y="2464180"/>
                  </a:lnTo>
                  <a:lnTo>
                    <a:pt x="4542469" y="2512109"/>
                  </a:lnTo>
                  <a:lnTo>
                    <a:pt x="4543044" y="2560320"/>
                  </a:lnTo>
                  <a:lnTo>
                    <a:pt x="4542469" y="2608530"/>
                  </a:lnTo>
                  <a:lnTo>
                    <a:pt x="4540755" y="2656459"/>
                  </a:lnTo>
                  <a:lnTo>
                    <a:pt x="4537915" y="2704093"/>
                  </a:lnTo>
                  <a:lnTo>
                    <a:pt x="4533960" y="2751418"/>
                  </a:lnTo>
                  <a:lnTo>
                    <a:pt x="4528905" y="2798422"/>
                  </a:lnTo>
                  <a:lnTo>
                    <a:pt x="4522762" y="2845092"/>
                  </a:lnTo>
                  <a:lnTo>
                    <a:pt x="4515544" y="2891414"/>
                  </a:lnTo>
                  <a:lnTo>
                    <a:pt x="4507265" y="2937376"/>
                  </a:lnTo>
                  <a:lnTo>
                    <a:pt x="4497937" y="2982966"/>
                  </a:lnTo>
                  <a:lnTo>
                    <a:pt x="4487573" y="3028168"/>
                  </a:lnTo>
                  <a:lnTo>
                    <a:pt x="4476186" y="3072972"/>
                  </a:lnTo>
                  <a:lnTo>
                    <a:pt x="4463789" y="3117364"/>
                  </a:lnTo>
                  <a:lnTo>
                    <a:pt x="4450396" y="3161330"/>
                  </a:lnTo>
                  <a:lnTo>
                    <a:pt x="4436018" y="3204858"/>
                  </a:lnTo>
                  <a:lnTo>
                    <a:pt x="4420670" y="3247935"/>
                  </a:lnTo>
                  <a:lnTo>
                    <a:pt x="4404364" y="3290548"/>
                  </a:lnTo>
                  <a:lnTo>
                    <a:pt x="4387113" y="3332684"/>
                  </a:lnTo>
                  <a:lnTo>
                    <a:pt x="4368931" y="3374329"/>
                  </a:lnTo>
                  <a:lnTo>
                    <a:pt x="4349829" y="3415472"/>
                  </a:lnTo>
                  <a:lnTo>
                    <a:pt x="4329822" y="3456098"/>
                  </a:lnTo>
                  <a:lnTo>
                    <a:pt x="4308921" y="3496196"/>
                  </a:lnTo>
                  <a:lnTo>
                    <a:pt x="4287141" y="3535751"/>
                  </a:lnTo>
                  <a:lnTo>
                    <a:pt x="4264494" y="3574751"/>
                  </a:lnTo>
                  <a:lnTo>
                    <a:pt x="4240993" y="3613183"/>
                  </a:lnTo>
                  <a:lnTo>
                    <a:pt x="4216651" y="3651034"/>
                  </a:lnTo>
                  <a:lnTo>
                    <a:pt x="4191481" y="3688291"/>
                  </a:lnTo>
                  <a:lnTo>
                    <a:pt x="4165496" y="3724940"/>
                  </a:lnTo>
                  <a:lnTo>
                    <a:pt x="4138709" y="3760970"/>
                  </a:lnTo>
                  <a:lnTo>
                    <a:pt x="4111134" y="3796367"/>
                  </a:lnTo>
                  <a:lnTo>
                    <a:pt x="4082782" y="3831117"/>
                  </a:lnTo>
                  <a:lnTo>
                    <a:pt x="4053667" y="3865209"/>
                  </a:lnTo>
                  <a:lnTo>
                    <a:pt x="4023803" y="3898628"/>
                  </a:lnTo>
                  <a:lnTo>
                    <a:pt x="3993201" y="3931363"/>
                  </a:lnTo>
                  <a:lnTo>
                    <a:pt x="3961876" y="3963400"/>
                  </a:lnTo>
                  <a:lnTo>
                    <a:pt x="3929839" y="3994725"/>
                  </a:lnTo>
                  <a:lnTo>
                    <a:pt x="3897104" y="4025327"/>
                  </a:lnTo>
                  <a:lnTo>
                    <a:pt x="3863685" y="4055191"/>
                  </a:lnTo>
                  <a:lnTo>
                    <a:pt x="3829593" y="4084306"/>
                  </a:lnTo>
                  <a:lnTo>
                    <a:pt x="3794843" y="4112658"/>
                  </a:lnTo>
                  <a:lnTo>
                    <a:pt x="3759446" y="4140233"/>
                  </a:lnTo>
                  <a:lnTo>
                    <a:pt x="3723416" y="4167020"/>
                  </a:lnTo>
                  <a:lnTo>
                    <a:pt x="3686767" y="4193005"/>
                  </a:lnTo>
                  <a:lnTo>
                    <a:pt x="3649510" y="4218175"/>
                  </a:lnTo>
                  <a:lnTo>
                    <a:pt x="3611659" y="4242517"/>
                  </a:lnTo>
                  <a:lnTo>
                    <a:pt x="3573227" y="4266018"/>
                  </a:lnTo>
                  <a:lnTo>
                    <a:pt x="3534227" y="4288665"/>
                  </a:lnTo>
                  <a:lnTo>
                    <a:pt x="3494672" y="4310445"/>
                  </a:lnTo>
                  <a:lnTo>
                    <a:pt x="3454574" y="4331346"/>
                  </a:lnTo>
                  <a:lnTo>
                    <a:pt x="3413948" y="4351353"/>
                  </a:lnTo>
                  <a:lnTo>
                    <a:pt x="3372805" y="4370455"/>
                  </a:lnTo>
                  <a:lnTo>
                    <a:pt x="3331160" y="4388637"/>
                  </a:lnTo>
                  <a:lnTo>
                    <a:pt x="3289024" y="4405888"/>
                  </a:lnTo>
                  <a:lnTo>
                    <a:pt x="3246411" y="4422194"/>
                  </a:lnTo>
                  <a:lnTo>
                    <a:pt x="3203334" y="4437542"/>
                  </a:lnTo>
                  <a:lnTo>
                    <a:pt x="3159806" y="4451920"/>
                  </a:lnTo>
                  <a:lnTo>
                    <a:pt x="3115840" y="4465313"/>
                  </a:lnTo>
                  <a:lnTo>
                    <a:pt x="3071448" y="4477710"/>
                  </a:lnTo>
                  <a:lnTo>
                    <a:pt x="3026644" y="4489097"/>
                  </a:lnTo>
                  <a:lnTo>
                    <a:pt x="2981442" y="4499461"/>
                  </a:lnTo>
                  <a:lnTo>
                    <a:pt x="2935852" y="4508789"/>
                  </a:lnTo>
                  <a:lnTo>
                    <a:pt x="2889890" y="4517068"/>
                  </a:lnTo>
                  <a:lnTo>
                    <a:pt x="2843568" y="4524286"/>
                  </a:lnTo>
                  <a:lnTo>
                    <a:pt x="2796898" y="4530429"/>
                  </a:lnTo>
                  <a:lnTo>
                    <a:pt x="2749894" y="4535484"/>
                  </a:lnTo>
                  <a:lnTo>
                    <a:pt x="2702569" y="4539439"/>
                  </a:lnTo>
                  <a:lnTo>
                    <a:pt x="2654935" y="4542279"/>
                  </a:lnTo>
                  <a:lnTo>
                    <a:pt x="2607006" y="4543993"/>
                  </a:lnTo>
                  <a:lnTo>
                    <a:pt x="2558796" y="4544568"/>
                  </a:lnTo>
                  <a:lnTo>
                    <a:pt x="2510585" y="4543993"/>
                  </a:lnTo>
                  <a:lnTo>
                    <a:pt x="2462656" y="4542279"/>
                  </a:lnTo>
                  <a:lnTo>
                    <a:pt x="2415022" y="4539439"/>
                  </a:lnTo>
                  <a:lnTo>
                    <a:pt x="2367697" y="4535484"/>
                  </a:lnTo>
                  <a:lnTo>
                    <a:pt x="2320693" y="4530429"/>
                  </a:lnTo>
                  <a:lnTo>
                    <a:pt x="2274023" y="4524286"/>
                  </a:lnTo>
                  <a:lnTo>
                    <a:pt x="2227701" y="4517068"/>
                  </a:lnTo>
                  <a:lnTo>
                    <a:pt x="2181739" y="4508789"/>
                  </a:lnTo>
                  <a:lnTo>
                    <a:pt x="2136149" y="4499461"/>
                  </a:lnTo>
                  <a:lnTo>
                    <a:pt x="2090947" y="4489097"/>
                  </a:lnTo>
                  <a:lnTo>
                    <a:pt x="2046143" y="4477710"/>
                  </a:lnTo>
                  <a:lnTo>
                    <a:pt x="2001751" y="4465313"/>
                  </a:lnTo>
                  <a:lnTo>
                    <a:pt x="1957785" y="4451920"/>
                  </a:lnTo>
                  <a:lnTo>
                    <a:pt x="1914257" y="4437542"/>
                  </a:lnTo>
                  <a:lnTo>
                    <a:pt x="1871180" y="4422194"/>
                  </a:lnTo>
                  <a:lnTo>
                    <a:pt x="1828567" y="4405888"/>
                  </a:lnTo>
                  <a:lnTo>
                    <a:pt x="1786431" y="4388637"/>
                  </a:lnTo>
                  <a:lnTo>
                    <a:pt x="1744786" y="4370455"/>
                  </a:lnTo>
                  <a:lnTo>
                    <a:pt x="1703643" y="4351353"/>
                  </a:lnTo>
                  <a:lnTo>
                    <a:pt x="1663017" y="4331346"/>
                  </a:lnTo>
                  <a:lnTo>
                    <a:pt x="1622919" y="4310445"/>
                  </a:lnTo>
                  <a:lnTo>
                    <a:pt x="1583364" y="4288665"/>
                  </a:lnTo>
                  <a:lnTo>
                    <a:pt x="1544364" y="4266018"/>
                  </a:lnTo>
                  <a:lnTo>
                    <a:pt x="1505932" y="4242517"/>
                  </a:lnTo>
                  <a:lnTo>
                    <a:pt x="1468081" y="4218175"/>
                  </a:lnTo>
                  <a:lnTo>
                    <a:pt x="1430824" y="4193005"/>
                  </a:lnTo>
                  <a:lnTo>
                    <a:pt x="1394175" y="4167020"/>
                  </a:lnTo>
                  <a:lnTo>
                    <a:pt x="1358145" y="4140233"/>
                  </a:lnTo>
                  <a:lnTo>
                    <a:pt x="1322748" y="4112658"/>
                  </a:lnTo>
                  <a:lnTo>
                    <a:pt x="1287998" y="4084306"/>
                  </a:lnTo>
                  <a:lnTo>
                    <a:pt x="1253906" y="4055191"/>
                  </a:lnTo>
                  <a:lnTo>
                    <a:pt x="1220487" y="4025327"/>
                  </a:lnTo>
                  <a:lnTo>
                    <a:pt x="1187752" y="3994725"/>
                  </a:lnTo>
                  <a:lnTo>
                    <a:pt x="1155715" y="3963400"/>
                  </a:lnTo>
                  <a:lnTo>
                    <a:pt x="1124390" y="3931363"/>
                  </a:lnTo>
                  <a:lnTo>
                    <a:pt x="1093788" y="3898628"/>
                  </a:lnTo>
                  <a:lnTo>
                    <a:pt x="1063924" y="3865209"/>
                  </a:lnTo>
                  <a:lnTo>
                    <a:pt x="1034809" y="3831117"/>
                  </a:lnTo>
                  <a:lnTo>
                    <a:pt x="1006457" y="3796367"/>
                  </a:lnTo>
                  <a:lnTo>
                    <a:pt x="978882" y="3760970"/>
                  </a:lnTo>
                  <a:lnTo>
                    <a:pt x="952095" y="3724940"/>
                  </a:lnTo>
                  <a:lnTo>
                    <a:pt x="926110" y="3688291"/>
                  </a:lnTo>
                  <a:lnTo>
                    <a:pt x="900940" y="3651034"/>
                  </a:lnTo>
                  <a:lnTo>
                    <a:pt x="876598" y="3613183"/>
                  </a:lnTo>
                  <a:lnTo>
                    <a:pt x="853097" y="3574751"/>
                  </a:lnTo>
                  <a:lnTo>
                    <a:pt x="830450" y="3535751"/>
                  </a:lnTo>
                  <a:lnTo>
                    <a:pt x="808670" y="3496196"/>
                  </a:lnTo>
                  <a:lnTo>
                    <a:pt x="787769" y="3456098"/>
                  </a:lnTo>
                  <a:lnTo>
                    <a:pt x="767762" y="3415472"/>
                  </a:lnTo>
                  <a:lnTo>
                    <a:pt x="748660" y="3374329"/>
                  </a:lnTo>
                  <a:lnTo>
                    <a:pt x="730478" y="3332684"/>
                  </a:lnTo>
                  <a:lnTo>
                    <a:pt x="713227" y="3290548"/>
                  </a:lnTo>
                  <a:lnTo>
                    <a:pt x="696921" y="3247935"/>
                  </a:lnTo>
                  <a:lnTo>
                    <a:pt x="681573" y="3204858"/>
                  </a:lnTo>
                  <a:lnTo>
                    <a:pt x="667195" y="3161330"/>
                  </a:lnTo>
                  <a:lnTo>
                    <a:pt x="653802" y="3117364"/>
                  </a:lnTo>
                  <a:lnTo>
                    <a:pt x="641405" y="3072972"/>
                  </a:lnTo>
                  <a:lnTo>
                    <a:pt x="630018" y="3028168"/>
                  </a:lnTo>
                  <a:lnTo>
                    <a:pt x="619654" y="2982966"/>
                  </a:lnTo>
                  <a:lnTo>
                    <a:pt x="610326" y="2937376"/>
                  </a:lnTo>
                  <a:lnTo>
                    <a:pt x="602047" y="2891414"/>
                  </a:lnTo>
                  <a:lnTo>
                    <a:pt x="594829" y="2845092"/>
                  </a:lnTo>
                  <a:lnTo>
                    <a:pt x="588686" y="2798422"/>
                  </a:lnTo>
                  <a:lnTo>
                    <a:pt x="583631" y="2751418"/>
                  </a:lnTo>
                  <a:lnTo>
                    <a:pt x="579676" y="2704093"/>
                  </a:lnTo>
                  <a:lnTo>
                    <a:pt x="576836" y="2656459"/>
                  </a:lnTo>
                  <a:lnTo>
                    <a:pt x="575122" y="2608530"/>
                  </a:lnTo>
                  <a:lnTo>
                    <a:pt x="574548" y="2560320"/>
                  </a:lnTo>
                  <a:close/>
                </a:path>
                <a:path w="5118100" h="5119370">
                  <a:moveTo>
                    <a:pt x="0" y="2559558"/>
                  </a:moveTo>
                  <a:lnTo>
                    <a:pt x="442" y="2511470"/>
                  </a:lnTo>
                  <a:lnTo>
                    <a:pt x="1765" y="2463598"/>
                  </a:lnTo>
                  <a:lnTo>
                    <a:pt x="3959" y="2415949"/>
                  </a:lnTo>
                  <a:lnTo>
                    <a:pt x="7018" y="2368531"/>
                  </a:lnTo>
                  <a:lnTo>
                    <a:pt x="10934" y="2321351"/>
                  </a:lnTo>
                  <a:lnTo>
                    <a:pt x="15699" y="2274416"/>
                  </a:lnTo>
                  <a:lnTo>
                    <a:pt x="21305" y="2227736"/>
                  </a:lnTo>
                  <a:lnTo>
                    <a:pt x="27745" y="2181318"/>
                  </a:lnTo>
                  <a:lnTo>
                    <a:pt x="35010" y="2135168"/>
                  </a:lnTo>
                  <a:lnTo>
                    <a:pt x="43094" y="2089296"/>
                  </a:lnTo>
                  <a:lnTo>
                    <a:pt x="51987" y="2043708"/>
                  </a:lnTo>
                  <a:lnTo>
                    <a:pt x="61684" y="1998413"/>
                  </a:lnTo>
                  <a:lnTo>
                    <a:pt x="72175" y="1953418"/>
                  </a:lnTo>
                  <a:lnTo>
                    <a:pt x="83454" y="1908731"/>
                  </a:lnTo>
                  <a:lnTo>
                    <a:pt x="95511" y="1864360"/>
                  </a:lnTo>
                  <a:lnTo>
                    <a:pt x="108341" y="1820312"/>
                  </a:lnTo>
                  <a:lnTo>
                    <a:pt x="121934" y="1776595"/>
                  </a:lnTo>
                  <a:lnTo>
                    <a:pt x="136284" y="1733217"/>
                  </a:lnTo>
                  <a:lnTo>
                    <a:pt x="151382" y="1690186"/>
                  </a:lnTo>
                  <a:lnTo>
                    <a:pt x="167221" y="1647509"/>
                  </a:lnTo>
                  <a:lnTo>
                    <a:pt x="183793" y="1605194"/>
                  </a:lnTo>
                  <a:lnTo>
                    <a:pt x="201090" y="1563248"/>
                  </a:lnTo>
                  <a:lnTo>
                    <a:pt x="219105" y="1521681"/>
                  </a:lnTo>
                  <a:lnTo>
                    <a:pt x="237829" y="1480499"/>
                  </a:lnTo>
                  <a:lnTo>
                    <a:pt x="257256" y="1439709"/>
                  </a:lnTo>
                  <a:lnTo>
                    <a:pt x="277377" y="1399321"/>
                  </a:lnTo>
                  <a:lnTo>
                    <a:pt x="298185" y="1359340"/>
                  </a:lnTo>
                  <a:lnTo>
                    <a:pt x="319671" y="1319776"/>
                  </a:lnTo>
                  <a:lnTo>
                    <a:pt x="341829" y="1280636"/>
                  </a:lnTo>
                  <a:lnTo>
                    <a:pt x="364650" y="1241928"/>
                  </a:lnTo>
                  <a:lnTo>
                    <a:pt x="388127" y="1203659"/>
                  </a:lnTo>
                  <a:lnTo>
                    <a:pt x="412251" y="1165837"/>
                  </a:lnTo>
                  <a:lnTo>
                    <a:pt x="437016" y="1128470"/>
                  </a:lnTo>
                  <a:lnTo>
                    <a:pt x="462414" y="1091566"/>
                  </a:lnTo>
                  <a:lnTo>
                    <a:pt x="488436" y="1055132"/>
                  </a:lnTo>
                  <a:lnTo>
                    <a:pt x="515075" y="1019176"/>
                  </a:lnTo>
                  <a:lnTo>
                    <a:pt x="542324" y="983705"/>
                  </a:lnTo>
                  <a:lnTo>
                    <a:pt x="570174" y="948728"/>
                  </a:lnTo>
                  <a:lnTo>
                    <a:pt x="598618" y="914253"/>
                  </a:lnTo>
                  <a:lnTo>
                    <a:pt x="627648" y="880286"/>
                  </a:lnTo>
                  <a:lnTo>
                    <a:pt x="657256" y="846837"/>
                  </a:lnTo>
                  <a:lnTo>
                    <a:pt x="687435" y="813911"/>
                  </a:lnTo>
                  <a:lnTo>
                    <a:pt x="718177" y="781518"/>
                  </a:lnTo>
                  <a:lnTo>
                    <a:pt x="749474" y="749665"/>
                  </a:lnTo>
                  <a:lnTo>
                    <a:pt x="781319" y="718359"/>
                  </a:lnTo>
                  <a:lnTo>
                    <a:pt x="813703" y="687609"/>
                  </a:lnTo>
                  <a:lnTo>
                    <a:pt x="846619" y="657421"/>
                  </a:lnTo>
                  <a:lnTo>
                    <a:pt x="880060" y="627805"/>
                  </a:lnTo>
                  <a:lnTo>
                    <a:pt x="914017" y="598767"/>
                  </a:lnTo>
                  <a:lnTo>
                    <a:pt x="948482" y="570316"/>
                  </a:lnTo>
                  <a:lnTo>
                    <a:pt x="983449" y="542458"/>
                  </a:lnTo>
                  <a:lnTo>
                    <a:pt x="1018909" y="515203"/>
                  </a:lnTo>
                  <a:lnTo>
                    <a:pt x="1054855" y="488556"/>
                  </a:lnTo>
                  <a:lnTo>
                    <a:pt x="1091279" y="462527"/>
                  </a:lnTo>
                  <a:lnTo>
                    <a:pt x="1128172" y="437123"/>
                  </a:lnTo>
                  <a:lnTo>
                    <a:pt x="1165529" y="412352"/>
                  </a:lnTo>
                  <a:lnTo>
                    <a:pt x="1203339" y="388221"/>
                  </a:lnTo>
                  <a:lnTo>
                    <a:pt x="1241597" y="364738"/>
                  </a:lnTo>
                  <a:lnTo>
                    <a:pt x="1280294" y="341911"/>
                  </a:lnTo>
                  <a:lnTo>
                    <a:pt x="1319422" y="319748"/>
                  </a:lnTo>
                  <a:lnTo>
                    <a:pt x="1358974" y="298256"/>
                  </a:lnTo>
                  <a:lnTo>
                    <a:pt x="1398942" y="277443"/>
                  </a:lnTo>
                  <a:lnTo>
                    <a:pt x="1439319" y="257317"/>
                  </a:lnTo>
                  <a:lnTo>
                    <a:pt x="1480095" y="237886"/>
                  </a:lnTo>
                  <a:lnTo>
                    <a:pt x="1521265" y="219157"/>
                  </a:lnTo>
                  <a:lnTo>
                    <a:pt x="1562820" y="201138"/>
                  </a:lnTo>
                  <a:lnTo>
                    <a:pt x="1604752" y="183836"/>
                  </a:lnTo>
                  <a:lnTo>
                    <a:pt x="1647054" y="167260"/>
                  </a:lnTo>
                  <a:lnTo>
                    <a:pt x="1689717" y="151418"/>
                  </a:lnTo>
                  <a:lnTo>
                    <a:pt x="1732735" y="136316"/>
                  </a:lnTo>
                  <a:lnTo>
                    <a:pt x="1776099" y="121963"/>
                  </a:lnTo>
                  <a:lnTo>
                    <a:pt x="1819801" y="108366"/>
                  </a:lnTo>
                  <a:lnTo>
                    <a:pt x="1863835" y="95534"/>
                  </a:lnTo>
                  <a:lnTo>
                    <a:pt x="1908192" y="83473"/>
                  </a:lnTo>
                  <a:lnTo>
                    <a:pt x="1952864" y="72192"/>
                  </a:lnTo>
                  <a:lnTo>
                    <a:pt x="1997845" y="61698"/>
                  </a:lnTo>
                  <a:lnTo>
                    <a:pt x="2043125" y="51999"/>
                  </a:lnTo>
                  <a:lnTo>
                    <a:pt x="2088697" y="43103"/>
                  </a:lnTo>
                  <a:lnTo>
                    <a:pt x="2134554" y="35018"/>
                  </a:lnTo>
                  <a:lnTo>
                    <a:pt x="2180688" y="27751"/>
                  </a:lnTo>
                  <a:lnTo>
                    <a:pt x="2227091" y="21310"/>
                  </a:lnTo>
                  <a:lnTo>
                    <a:pt x="2273755" y="15702"/>
                  </a:lnTo>
                  <a:lnTo>
                    <a:pt x="2320673" y="10937"/>
                  </a:lnTo>
                  <a:lnTo>
                    <a:pt x="2367836" y="7020"/>
                  </a:lnTo>
                  <a:lnTo>
                    <a:pt x="2415238" y="3960"/>
                  </a:lnTo>
                  <a:lnTo>
                    <a:pt x="2462871" y="1765"/>
                  </a:lnTo>
                  <a:lnTo>
                    <a:pt x="2510726" y="442"/>
                  </a:lnTo>
                  <a:lnTo>
                    <a:pt x="2558796" y="0"/>
                  </a:lnTo>
                  <a:lnTo>
                    <a:pt x="2606865" y="442"/>
                  </a:lnTo>
                  <a:lnTo>
                    <a:pt x="2654720" y="1765"/>
                  </a:lnTo>
                  <a:lnTo>
                    <a:pt x="2702353" y="3960"/>
                  </a:lnTo>
                  <a:lnTo>
                    <a:pt x="2749755" y="7020"/>
                  </a:lnTo>
                  <a:lnTo>
                    <a:pt x="2796918" y="10937"/>
                  </a:lnTo>
                  <a:lnTo>
                    <a:pt x="2843836" y="15702"/>
                  </a:lnTo>
                  <a:lnTo>
                    <a:pt x="2890500" y="21310"/>
                  </a:lnTo>
                  <a:lnTo>
                    <a:pt x="2936903" y="27751"/>
                  </a:lnTo>
                  <a:lnTo>
                    <a:pt x="2983037" y="35018"/>
                  </a:lnTo>
                  <a:lnTo>
                    <a:pt x="3028894" y="43103"/>
                  </a:lnTo>
                  <a:lnTo>
                    <a:pt x="3074466" y="51999"/>
                  </a:lnTo>
                  <a:lnTo>
                    <a:pt x="3119746" y="61698"/>
                  </a:lnTo>
                  <a:lnTo>
                    <a:pt x="3164727" y="72192"/>
                  </a:lnTo>
                  <a:lnTo>
                    <a:pt x="3209399" y="83473"/>
                  </a:lnTo>
                  <a:lnTo>
                    <a:pt x="3253756" y="95534"/>
                  </a:lnTo>
                  <a:lnTo>
                    <a:pt x="3297790" y="108366"/>
                  </a:lnTo>
                  <a:lnTo>
                    <a:pt x="3341492" y="121963"/>
                  </a:lnTo>
                  <a:lnTo>
                    <a:pt x="3384856" y="136316"/>
                  </a:lnTo>
                  <a:lnTo>
                    <a:pt x="3427874" y="151418"/>
                  </a:lnTo>
                  <a:lnTo>
                    <a:pt x="3470537" y="167260"/>
                  </a:lnTo>
                  <a:lnTo>
                    <a:pt x="3512839" y="183836"/>
                  </a:lnTo>
                  <a:lnTo>
                    <a:pt x="3554771" y="201138"/>
                  </a:lnTo>
                  <a:lnTo>
                    <a:pt x="3596326" y="219157"/>
                  </a:lnTo>
                  <a:lnTo>
                    <a:pt x="3637496" y="237886"/>
                  </a:lnTo>
                  <a:lnTo>
                    <a:pt x="3678272" y="257317"/>
                  </a:lnTo>
                  <a:lnTo>
                    <a:pt x="3718649" y="277443"/>
                  </a:lnTo>
                  <a:lnTo>
                    <a:pt x="3758617" y="298256"/>
                  </a:lnTo>
                  <a:lnTo>
                    <a:pt x="3798169" y="319748"/>
                  </a:lnTo>
                  <a:lnTo>
                    <a:pt x="3837297" y="341911"/>
                  </a:lnTo>
                  <a:lnTo>
                    <a:pt x="3875994" y="364738"/>
                  </a:lnTo>
                  <a:lnTo>
                    <a:pt x="3914252" y="388221"/>
                  </a:lnTo>
                  <a:lnTo>
                    <a:pt x="3952062" y="412352"/>
                  </a:lnTo>
                  <a:lnTo>
                    <a:pt x="3989419" y="437123"/>
                  </a:lnTo>
                  <a:lnTo>
                    <a:pt x="4026312" y="462527"/>
                  </a:lnTo>
                  <a:lnTo>
                    <a:pt x="4062736" y="488556"/>
                  </a:lnTo>
                  <a:lnTo>
                    <a:pt x="4098682" y="515203"/>
                  </a:lnTo>
                  <a:lnTo>
                    <a:pt x="4134142" y="542458"/>
                  </a:lnTo>
                  <a:lnTo>
                    <a:pt x="4169109" y="570316"/>
                  </a:lnTo>
                  <a:lnTo>
                    <a:pt x="4203574" y="598767"/>
                  </a:lnTo>
                  <a:lnTo>
                    <a:pt x="4237531" y="627805"/>
                  </a:lnTo>
                  <a:lnTo>
                    <a:pt x="4270972" y="657421"/>
                  </a:lnTo>
                  <a:lnTo>
                    <a:pt x="4303888" y="687609"/>
                  </a:lnTo>
                  <a:lnTo>
                    <a:pt x="4336272" y="718359"/>
                  </a:lnTo>
                  <a:lnTo>
                    <a:pt x="4368117" y="749665"/>
                  </a:lnTo>
                  <a:lnTo>
                    <a:pt x="4399414" y="781518"/>
                  </a:lnTo>
                  <a:lnTo>
                    <a:pt x="4430156" y="813911"/>
                  </a:lnTo>
                  <a:lnTo>
                    <a:pt x="4460335" y="846837"/>
                  </a:lnTo>
                  <a:lnTo>
                    <a:pt x="4489943" y="880286"/>
                  </a:lnTo>
                  <a:lnTo>
                    <a:pt x="4518973" y="914253"/>
                  </a:lnTo>
                  <a:lnTo>
                    <a:pt x="4547417" y="948728"/>
                  </a:lnTo>
                  <a:lnTo>
                    <a:pt x="4575267" y="983705"/>
                  </a:lnTo>
                  <a:lnTo>
                    <a:pt x="4602516" y="1019176"/>
                  </a:lnTo>
                  <a:lnTo>
                    <a:pt x="4629155" y="1055132"/>
                  </a:lnTo>
                  <a:lnTo>
                    <a:pt x="4655177" y="1091566"/>
                  </a:lnTo>
                  <a:lnTo>
                    <a:pt x="4680575" y="1128470"/>
                  </a:lnTo>
                  <a:lnTo>
                    <a:pt x="4705340" y="1165837"/>
                  </a:lnTo>
                  <a:lnTo>
                    <a:pt x="4729464" y="1203659"/>
                  </a:lnTo>
                  <a:lnTo>
                    <a:pt x="4752941" y="1241928"/>
                  </a:lnTo>
                  <a:lnTo>
                    <a:pt x="4775762" y="1280636"/>
                  </a:lnTo>
                  <a:lnTo>
                    <a:pt x="4797920" y="1319776"/>
                  </a:lnTo>
                  <a:lnTo>
                    <a:pt x="4819406" y="1359340"/>
                  </a:lnTo>
                  <a:lnTo>
                    <a:pt x="4840214" y="1399321"/>
                  </a:lnTo>
                  <a:lnTo>
                    <a:pt x="4860335" y="1439709"/>
                  </a:lnTo>
                  <a:lnTo>
                    <a:pt x="4879762" y="1480499"/>
                  </a:lnTo>
                  <a:lnTo>
                    <a:pt x="4898486" y="1521681"/>
                  </a:lnTo>
                  <a:lnTo>
                    <a:pt x="4916501" y="1563248"/>
                  </a:lnTo>
                  <a:lnTo>
                    <a:pt x="4933798" y="1605194"/>
                  </a:lnTo>
                  <a:lnTo>
                    <a:pt x="4950370" y="1647509"/>
                  </a:lnTo>
                  <a:lnTo>
                    <a:pt x="4966209" y="1690186"/>
                  </a:lnTo>
                  <a:lnTo>
                    <a:pt x="4981307" y="1733217"/>
                  </a:lnTo>
                  <a:lnTo>
                    <a:pt x="4995657" y="1776595"/>
                  </a:lnTo>
                  <a:lnTo>
                    <a:pt x="5009250" y="1820312"/>
                  </a:lnTo>
                  <a:lnTo>
                    <a:pt x="5022080" y="1864360"/>
                  </a:lnTo>
                  <a:lnTo>
                    <a:pt x="5034137" y="1908731"/>
                  </a:lnTo>
                  <a:lnTo>
                    <a:pt x="5045416" y="1953418"/>
                  </a:lnTo>
                  <a:lnTo>
                    <a:pt x="5055907" y="1998413"/>
                  </a:lnTo>
                  <a:lnTo>
                    <a:pt x="5065604" y="2043708"/>
                  </a:lnTo>
                  <a:lnTo>
                    <a:pt x="5074497" y="2089296"/>
                  </a:lnTo>
                  <a:lnTo>
                    <a:pt x="5082581" y="2135168"/>
                  </a:lnTo>
                  <a:lnTo>
                    <a:pt x="5089846" y="2181318"/>
                  </a:lnTo>
                  <a:lnTo>
                    <a:pt x="5096286" y="2227736"/>
                  </a:lnTo>
                  <a:lnTo>
                    <a:pt x="5101892" y="2274416"/>
                  </a:lnTo>
                  <a:lnTo>
                    <a:pt x="5106657" y="2321351"/>
                  </a:lnTo>
                  <a:lnTo>
                    <a:pt x="5110573" y="2368531"/>
                  </a:lnTo>
                  <a:lnTo>
                    <a:pt x="5113632" y="2415949"/>
                  </a:lnTo>
                  <a:lnTo>
                    <a:pt x="5115826" y="2463598"/>
                  </a:lnTo>
                  <a:lnTo>
                    <a:pt x="5117149" y="2511470"/>
                  </a:lnTo>
                  <a:lnTo>
                    <a:pt x="5117592" y="2559558"/>
                  </a:lnTo>
                  <a:lnTo>
                    <a:pt x="5117149" y="2607645"/>
                  </a:lnTo>
                  <a:lnTo>
                    <a:pt x="5115826" y="2655517"/>
                  </a:lnTo>
                  <a:lnTo>
                    <a:pt x="5113632" y="2703166"/>
                  </a:lnTo>
                  <a:lnTo>
                    <a:pt x="5110573" y="2750584"/>
                  </a:lnTo>
                  <a:lnTo>
                    <a:pt x="5106657" y="2797764"/>
                  </a:lnTo>
                  <a:lnTo>
                    <a:pt x="5101892" y="2844699"/>
                  </a:lnTo>
                  <a:lnTo>
                    <a:pt x="5096286" y="2891379"/>
                  </a:lnTo>
                  <a:lnTo>
                    <a:pt x="5089846" y="2937797"/>
                  </a:lnTo>
                  <a:lnTo>
                    <a:pt x="5082581" y="2983947"/>
                  </a:lnTo>
                  <a:lnTo>
                    <a:pt x="5074497" y="3029819"/>
                  </a:lnTo>
                  <a:lnTo>
                    <a:pt x="5065604" y="3075407"/>
                  </a:lnTo>
                  <a:lnTo>
                    <a:pt x="5055907" y="3120702"/>
                  </a:lnTo>
                  <a:lnTo>
                    <a:pt x="5045416" y="3165697"/>
                  </a:lnTo>
                  <a:lnTo>
                    <a:pt x="5034137" y="3210384"/>
                  </a:lnTo>
                  <a:lnTo>
                    <a:pt x="5022080" y="3254755"/>
                  </a:lnTo>
                  <a:lnTo>
                    <a:pt x="5009250" y="3298803"/>
                  </a:lnTo>
                  <a:lnTo>
                    <a:pt x="4995657" y="3342520"/>
                  </a:lnTo>
                  <a:lnTo>
                    <a:pt x="4981307" y="3385898"/>
                  </a:lnTo>
                  <a:lnTo>
                    <a:pt x="4966209" y="3428929"/>
                  </a:lnTo>
                  <a:lnTo>
                    <a:pt x="4950370" y="3471606"/>
                  </a:lnTo>
                  <a:lnTo>
                    <a:pt x="4933798" y="3513921"/>
                  </a:lnTo>
                  <a:lnTo>
                    <a:pt x="4916501" y="3555867"/>
                  </a:lnTo>
                  <a:lnTo>
                    <a:pt x="4898486" y="3597434"/>
                  </a:lnTo>
                  <a:lnTo>
                    <a:pt x="4879762" y="3638616"/>
                  </a:lnTo>
                  <a:lnTo>
                    <a:pt x="4860335" y="3679406"/>
                  </a:lnTo>
                  <a:lnTo>
                    <a:pt x="4840214" y="3719794"/>
                  </a:lnTo>
                  <a:lnTo>
                    <a:pt x="4819406" y="3759775"/>
                  </a:lnTo>
                  <a:lnTo>
                    <a:pt x="4797920" y="3799339"/>
                  </a:lnTo>
                  <a:lnTo>
                    <a:pt x="4775762" y="3838479"/>
                  </a:lnTo>
                  <a:lnTo>
                    <a:pt x="4752941" y="3877187"/>
                  </a:lnTo>
                  <a:lnTo>
                    <a:pt x="4729464" y="3915456"/>
                  </a:lnTo>
                  <a:lnTo>
                    <a:pt x="4705340" y="3953278"/>
                  </a:lnTo>
                  <a:lnTo>
                    <a:pt x="4680575" y="3990645"/>
                  </a:lnTo>
                  <a:lnTo>
                    <a:pt x="4655177" y="4027549"/>
                  </a:lnTo>
                  <a:lnTo>
                    <a:pt x="4629155" y="4063983"/>
                  </a:lnTo>
                  <a:lnTo>
                    <a:pt x="4602516" y="4099939"/>
                  </a:lnTo>
                  <a:lnTo>
                    <a:pt x="4575267" y="4135410"/>
                  </a:lnTo>
                  <a:lnTo>
                    <a:pt x="4547417" y="4170387"/>
                  </a:lnTo>
                  <a:lnTo>
                    <a:pt x="4518973" y="4204862"/>
                  </a:lnTo>
                  <a:lnTo>
                    <a:pt x="4489943" y="4238829"/>
                  </a:lnTo>
                  <a:lnTo>
                    <a:pt x="4460335" y="4272278"/>
                  </a:lnTo>
                  <a:lnTo>
                    <a:pt x="4430156" y="4305204"/>
                  </a:lnTo>
                  <a:lnTo>
                    <a:pt x="4399414" y="4337597"/>
                  </a:lnTo>
                  <a:lnTo>
                    <a:pt x="4368117" y="4369450"/>
                  </a:lnTo>
                  <a:lnTo>
                    <a:pt x="4336272" y="4400756"/>
                  </a:lnTo>
                  <a:lnTo>
                    <a:pt x="4303888" y="4431506"/>
                  </a:lnTo>
                  <a:lnTo>
                    <a:pt x="4270972" y="4461694"/>
                  </a:lnTo>
                  <a:lnTo>
                    <a:pt x="4237531" y="4491310"/>
                  </a:lnTo>
                  <a:lnTo>
                    <a:pt x="4203574" y="4520348"/>
                  </a:lnTo>
                  <a:lnTo>
                    <a:pt x="4169109" y="4548799"/>
                  </a:lnTo>
                  <a:lnTo>
                    <a:pt x="4134142" y="4576657"/>
                  </a:lnTo>
                  <a:lnTo>
                    <a:pt x="4098682" y="4603912"/>
                  </a:lnTo>
                  <a:lnTo>
                    <a:pt x="4062736" y="4630559"/>
                  </a:lnTo>
                  <a:lnTo>
                    <a:pt x="4026312" y="4656588"/>
                  </a:lnTo>
                  <a:lnTo>
                    <a:pt x="3989419" y="4681992"/>
                  </a:lnTo>
                  <a:lnTo>
                    <a:pt x="3952062" y="4706763"/>
                  </a:lnTo>
                  <a:lnTo>
                    <a:pt x="3914252" y="4730894"/>
                  </a:lnTo>
                  <a:lnTo>
                    <a:pt x="3875994" y="4754377"/>
                  </a:lnTo>
                  <a:lnTo>
                    <a:pt x="3837297" y="4777204"/>
                  </a:lnTo>
                  <a:lnTo>
                    <a:pt x="3798169" y="4799367"/>
                  </a:lnTo>
                  <a:lnTo>
                    <a:pt x="3758617" y="4820859"/>
                  </a:lnTo>
                  <a:lnTo>
                    <a:pt x="3718649" y="4841672"/>
                  </a:lnTo>
                  <a:lnTo>
                    <a:pt x="3678272" y="4861798"/>
                  </a:lnTo>
                  <a:lnTo>
                    <a:pt x="3637496" y="4881229"/>
                  </a:lnTo>
                  <a:lnTo>
                    <a:pt x="3596326" y="4899958"/>
                  </a:lnTo>
                  <a:lnTo>
                    <a:pt x="3554771" y="4917977"/>
                  </a:lnTo>
                  <a:lnTo>
                    <a:pt x="3512839" y="4935279"/>
                  </a:lnTo>
                  <a:lnTo>
                    <a:pt x="3470537" y="4951855"/>
                  </a:lnTo>
                  <a:lnTo>
                    <a:pt x="3427874" y="4967697"/>
                  </a:lnTo>
                  <a:lnTo>
                    <a:pt x="3384856" y="4982799"/>
                  </a:lnTo>
                  <a:lnTo>
                    <a:pt x="3341492" y="4997152"/>
                  </a:lnTo>
                  <a:lnTo>
                    <a:pt x="3297790" y="5010749"/>
                  </a:lnTo>
                  <a:lnTo>
                    <a:pt x="3253756" y="5023581"/>
                  </a:lnTo>
                  <a:lnTo>
                    <a:pt x="3209399" y="5035642"/>
                  </a:lnTo>
                  <a:lnTo>
                    <a:pt x="3164727" y="5046923"/>
                  </a:lnTo>
                  <a:lnTo>
                    <a:pt x="3119746" y="5057417"/>
                  </a:lnTo>
                  <a:lnTo>
                    <a:pt x="3074466" y="5067116"/>
                  </a:lnTo>
                  <a:lnTo>
                    <a:pt x="3028894" y="5076012"/>
                  </a:lnTo>
                  <a:lnTo>
                    <a:pt x="2983037" y="5084097"/>
                  </a:lnTo>
                  <a:lnTo>
                    <a:pt x="2936903" y="5091364"/>
                  </a:lnTo>
                  <a:lnTo>
                    <a:pt x="2890500" y="5097805"/>
                  </a:lnTo>
                  <a:lnTo>
                    <a:pt x="2843836" y="5103413"/>
                  </a:lnTo>
                  <a:lnTo>
                    <a:pt x="2796918" y="5108178"/>
                  </a:lnTo>
                  <a:lnTo>
                    <a:pt x="2749755" y="5112095"/>
                  </a:lnTo>
                  <a:lnTo>
                    <a:pt x="2702353" y="5115155"/>
                  </a:lnTo>
                  <a:lnTo>
                    <a:pt x="2654720" y="5117350"/>
                  </a:lnTo>
                  <a:lnTo>
                    <a:pt x="2606865" y="5118673"/>
                  </a:lnTo>
                  <a:lnTo>
                    <a:pt x="2558796" y="5119116"/>
                  </a:lnTo>
                  <a:lnTo>
                    <a:pt x="2510726" y="5118673"/>
                  </a:lnTo>
                  <a:lnTo>
                    <a:pt x="2462871" y="5117350"/>
                  </a:lnTo>
                  <a:lnTo>
                    <a:pt x="2415238" y="5115155"/>
                  </a:lnTo>
                  <a:lnTo>
                    <a:pt x="2367836" y="5112095"/>
                  </a:lnTo>
                  <a:lnTo>
                    <a:pt x="2320673" y="5108178"/>
                  </a:lnTo>
                  <a:lnTo>
                    <a:pt x="2273755" y="5103413"/>
                  </a:lnTo>
                  <a:lnTo>
                    <a:pt x="2227091" y="5097805"/>
                  </a:lnTo>
                  <a:lnTo>
                    <a:pt x="2180688" y="5091364"/>
                  </a:lnTo>
                  <a:lnTo>
                    <a:pt x="2134554" y="5084097"/>
                  </a:lnTo>
                  <a:lnTo>
                    <a:pt x="2088697" y="5076012"/>
                  </a:lnTo>
                  <a:lnTo>
                    <a:pt x="2043125" y="5067116"/>
                  </a:lnTo>
                  <a:lnTo>
                    <a:pt x="1997845" y="5057417"/>
                  </a:lnTo>
                  <a:lnTo>
                    <a:pt x="1952864" y="5046923"/>
                  </a:lnTo>
                  <a:lnTo>
                    <a:pt x="1908192" y="5035642"/>
                  </a:lnTo>
                  <a:lnTo>
                    <a:pt x="1863835" y="5023581"/>
                  </a:lnTo>
                  <a:lnTo>
                    <a:pt x="1819801" y="5010749"/>
                  </a:lnTo>
                  <a:lnTo>
                    <a:pt x="1776099" y="4997152"/>
                  </a:lnTo>
                  <a:lnTo>
                    <a:pt x="1732735" y="4982799"/>
                  </a:lnTo>
                  <a:lnTo>
                    <a:pt x="1689717" y="4967697"/>
                  </a:lnTo>
                  <a:lnTo>
                    <a:pt x="1647054" y="4951855"/>
                  </a:lnTo>
                  <a:lnTo>
                    <a:pt x="1604752" y="4935279"/>
                  </a:lnTo>
                  <a:lnTo>
                    <a:pt x="1562820" y="4917977"/>
                  </a:lnTo>
                  <a:lnTo>
                    <a:pt x="1521265" y="4899958"/>
                  </a:lnTo>
                  <a:lnTo>
                    <a:pt x="1480095" y="4881229"/>
                  </a:lnTo>
                  <a:lnTo>
                    <a:pt x="1439319" y="4861798"/>
                  </a:lnTo>
                  <a:lnTo>
                    <a:pt x="1398942" y="4841672"/>
                  </a:lnTo>
                  <a:lnTo>
                    <a:pt x="1358974" y="4820859"/>
                  </a:lnTo>
                  <a:lnTo>
                    <a:pt x="1319422" y="4799367"/>
                  </a:lnTo>
                  <a:lnTo>
                    <a:pt x="1280294" y="4777204"/>
                  </a:lnTo>
                  <a:lnTo>
                    <a:pt x="1241597" y="4754377"/>
                  </a:lnTo>
                  <a:lnTo>
                    <a:pt x="1203339" y="4730894"/>
                  </a:lnTo>
                  <a:lnTo>
                    <a:pt x="1165529" y="4706763"/>
                  </a:lnTo>
                  <a:lnTo>
                    <a:pt x="1128172" y="4681992"/>
                  </a:lnTo>
                  <a:lnTo>
                    <a:pt x="1091279" y="4656588"/>
                  </a:lnTo>
                  <a:lnTo>
                    <a:pt x="1054855" y="4630559"/>
                  </a:lnTo>
                  <a:lnTo>
                    <a:pt x="1018909" y="4603912"/>
                  </a:lnTo>
                  <a:lnTo>
                    <a:pt x="983449" y="4576657"/>
                  </a:lnTo>
                  <a:lnTo>
                    <a:pt x="948482" y="4548799"/>
                  </a:lnTo>
                  <a:lnTo>
                    <a:pt x="914017" y="4520348"/>
                  </a:lnTo>
                  <a:lnTo>
                    <a:pt x="880060" y="4491310"/>
                  </a:lnTo>
                  <a:lnTo>
                    <a:pt x="846619" y="4461694"/>
                  </a:lnTo>
                  <a:lnTo>
                    <a:pt x="813703" y="4431506"/>
                  </a:lnTo>
                  <a:lnTo>
                    <a:pt x="781319" y="4400756"/>
                  </a:lnTo>
                  <a:lnTo>
                    <a:pt x="749474" y="4369450"/>
                  </a:lnTo>
                  <a:lnTo>
                    <a:pt x="718177" y="4337597"/>
                  </a:lnTo>
                  <a:lnTo>
                    <a:pt x="687435" y="4305204"/>
                  </a:lnTo>
                  <a:lnTo>
                    <a:pt x="657256" y="4272278"/>
                  </a:lnTo>
                  <a:lnTo>
                    <a:pt x="627648" y="4238829"/>
                  </a:lnTo>
                  <a:lnTo>
                    <a:pt x="598618" y="4204862"/>
                  </a:lnTo>
                  <a:lnTo>
                    <a:pt x="570174" y="4170387"/>
                  </a:lnTo>
                  <a:lnTo>
                    <a:pt x="542324" y="4135410"/>
                  </a:lnTo>
                  <a:lnTo>
                    <a:pt x="515075" y="4099939"/>
                  </a:lnTo>
                  <a:lnTo>
                    <a:pt x="488436" y="4063983"/>
                  </a:lnTo>
                  <a:lnTo>
                    <a:pt x="462414" y="4027549"/>
                  </a:lnTo>
                  <a:lnTo>
                    <a:pt x="437016" y="3990645"/>
                  </a:lnTo>
                  <a:lnTo>
                    <a:pt x="412251" y="3953278"/>
                  </a:lnTo>
                  <a:lnTo>
                    <a:pt x="388127" y="3915456"/>
                  </a:lnTo>
                  <a:lnTo>
                    <a:pt x="364650" y="3877187"/>
                  </a:lnTo>
                  <a:lnTo>
                    <a:pt x="341829" y="3838479"/>
                  </a:lnTo>
                  <a:lnTo>
                    <a:pt x="319671" y="3799339"/>
                  </a:lnTo>
                  <a:lnTo>
                    <a:pt x="298185" y="3759775"/>
                  </a:lnTo>
                  <a:lnTo>
                    <a:pt x="277377" y="3719794"/>
                  </a:lnTo>
                  <a:lnTo>
                    <a:pt x="257256" y="3679406"/>
                  </a:lnTo>
                  <a:lnTo>
                    <a:pt x="237829" y="3638616"/>
                  </a:lnTo>
                  <a:lnTo>
                    <a:pt x="219105" y="3597434"/>
                  </a:lnTo>
                  <a:lnTo>
                    <a:pt x="201090" y="3555867"/>
                  </a:lnTo>
                  <a:lnTo>
                    <a:pt x="183793" y="3513921"/>
                  </a:lnTo>
                  <a:lnTo>
                    <a:pt x="167221" y="3471606"/>
                  </a:lnTo>
                  <a:lnTo>
                    <a:pt x="151382" y="3428929"/>
                  </a:lnTo>
                  <a:lnTo>
                    <a:pt x="136284" y="3385898"/>
                  </a:lnTo>
                  <a:lnTo>
                    <a:pt x="121934" y="3342520"/>
                  </a:lnTo>
                  <a:lnTo>
                    <a:pt x="108341" y="3298803"/>
                  </a:lnTo>
                  <a:lnTo>
                    <a:pt x="95511" y="3254755"/>
                  </a:lnTo>
                  <a:lnTo>
                    <a:pt x="83454" y="3210384"/>
                  </a:lnTo>
                  <a:lnTo>
                    <a:pt x="72175" y="3165697"/>
                  </a:lnTo>
                  <a:lnTo>
                    <a:pt x="61684" y="3120702"/>
                  </a:lnTo>
                  <a:lnTo>
                    <a:pt x="51987" y="3075407"/>
                  </a:lnTo>
                  <a:lnTo>
                    <a:pt x="43094" y="3029819"/>
                  </a:lnTo>
                  <a:lnTo>
                    <a:pt x="35010" y="2983947"/>
                  </a:lnTo>
                  <a:lnTo>
                    <a:pt x="27745" y="2937797"/>
                  </a:lnTo>
                  <a:lnTo>
                    <a:pt x="21305" y="2891379"/>
                  </a:lnTo>
                  <a:lnTo>
                    <a:pt x="15699" y="2844699"/>
                  </a:lnTo>
                  <a:lnTo>
                    <a:pt x="10934" y="2797764"/>
                  </a:lnTo>
                  <a:lnTo>
                    <a:pt x="7018" y="2750584"/>
                  </a:lnTo>
                  <a:lnTo>
                    <a:pt x="3959" y="2703166"/>
                  </a:lnTo>
                  <a:lnTo>
                    <a:pt x="1765" y="2655517"/>
                  </a:lnTo>
                  <a:lnTo>
                    <a:pt x="442" y="2607645"/>
                  </a:lnTo>
                  <a:lnTo>
                    <a:pt x="0" y="2559558"/>
                  </a:lnTo>
                  <a:close/>
                </a:path>
              </a:pathLst>
            </a:custGeom>
            <a:ln w="9144">
              <a:solidFill>
                <a:srgbClr val="696969"/>
              </a:solidFill>
              <a:prstDash val="dot"/>
            </a:ln>
          </p:spPr>
          <p:txBody>
            <a:bodyPr wrap="square" lIns="0" tIns="0" rIns="0" bIns="0" rtlCol="0"/>
            <a:lstStyle/>
            <a:p>
              <a:endParaRPr/>
            </a:p>
          </p:txBody>
        </p:sp>
      </p:grpSp>
      <p:sp>
        <p:nvSpPr>
          <p:cNvPr id="7" name="object 7"/>
          <p:cNvSpPr/>
          <p:nvPr/>
        </p:nvSpPr>
        <p:spPr>
          <a:xfrm>
            <a:off x="722376" y="3845052"/>
            <a:ext cx="2604770" cy="1040765"/>
          </a:xfrm>
          <a:custGeom>
            <a:avLst/>
            <a:gdLst/>
            <a:ahLst/>
            <a:cxnLst/>
            <a:rect l="l" t="t" r="r" b="b"/>
            <a:pathLst>
              <a:path w="2604770" h="1040764">
                <a:moveTo>
                  <a:pt x="0" y="1040511"/>
                </a:moveTo>
                <a:lnTo>
                  <a:pt x="0" y="0"/>
                </a:lnTo>
                <a:lnTo>
                  <a:pt x="2604389" y="0"/>
                </a:lnTo>
              </a:path>
            </a:pathLst>
          </a:custGeom>
          <a:ln w="12191">
            <a:solidFill>
              <a:srgbClr val="151515"/>
            </a:solidFill>
            <a:prstDash val="sysDash"/>
          </a:ln>
        </p:spPr>
        <p:txBody>
          <a:bodyPr wrap="square" lIns="0" tIns="0" rIns="0" bIns="0" rtlCol="0"/>
          <a:lstStyle/>
          <a:p>
            <a:endParaRPr/>
          </a:p>
        </p:txBody>
      </p:sp>
      <p:sp>
        <p:nvSpPr>
          <p:cNvPr id="8" name="object 8"/>
          <p:cNvSpPr/>
          <p:nvPr/>
        </p:nvSpPr>
        <p:spPr>
          <a:xfrm>
            <a:off x="3502152" y="5570220"/>
            <a:ext cx="1398905" cy="215265"/>
          </a:xfrm>
          <a:custGeom>
            <a:avLst/>
            <a:gdLst/>
            <a:ahLst/>
            <a:cxnLst/>
            <a:rect l="l" t="t" r="r" b="b"/>
            <a:pathLst>
              <a:path w="1398904" h="215264">
                <a:moveTo>
                  <a:pt x="0" y="214756"/>
                </a:moveTo>
                <a:lnTo>
                  <a:pt x="243839" y="0"/>
                </a:lnTo>
                <a:lnTo>
                  <a:pt x="1398777" y="0"/>
                </a:lnTo>
              </a:path>
            </a:pathLst>
          </a:custGeom>
          <a:ln w="9144">
            <a:solidFill>
              <a:srgbClr val="505050"/>
            </a:solidFill>
          </a:ln>
        </p:spPr>
        <p:txBody>
          <a:bodyPr wrap="square" lIns="0" tIns="0" rIns="0" bIns="0" rtlCol="0"/>
          <a:lstStyle/>
          <a:p>
            <a:endParaRPr/>
          </a:p>
        </p:txBody>
      </p:sp>
      <p:sp>
        <p:nvSpPr>
          <p:cNvPr id="9" name="object 9"/>
          <p:cNvSpPr/>
          <p:nvPr/>
        </p:nvSpPr>
        <p:spPr>
          <a:xfrm>
            <a:off x="3447288" y="1495044"/>
            <a:ext cx="1821180" cy="243840"/>
          </a:xfrm>
          <a:custGeom>
            <a:avLst/>
            <a:gdLst/>
            <a:ahLst/>
            <a:cxnLst/>
            <a:rect l="l" t="t" r="r" b="b"/>
            <a:pathLst>
              <a:path w="1821179" h="243839">
                <a:moveTo>
                  <a:pt x="0" y="0"/>
                </a:moveTo>
                <a:lnTo>
                  <a:pt x="243712" y="243585"/>
                </a:lnTo>
                <a:lnTo>
                  <a:pt x="1821052" y="243585"/>
                </a:lnTo>
              </a:path>
            </a:pathLst>
          </a:custGeom>
          <a:ln w="12192">
            <a:solidFill>
              <a:srgbClr val="C4C4C4"/>
            </a:solidFill>
          </a:ln>
        </p:spPr>
        <p:txBody>
          <a:bodyPr wrap="square" lIns="0" tIns="0" rIns="0" bIns="0" rtlCol="0"/>
          <a:lstStyle/>
          <a:p>
            <a:endParaRPr/>
          </a:p>
        </p:txBody>
      </p:sp>
      <p:sp>
        <p:nvSpPr>
          <p:cNvPr id="10" name="object 10"/>
          <p:cNvSpPr/>
          <p:nvPr/>
        </p:nvSpPr>
        <p:spPr>
          <a:xfrm>
            <a:off x="3275076" y="1682495"/>
            <a:ext cx="0" cy="1153795"/>
          </a:xfrm>
          <a:custGeom>
            <a:avLst/>
            <a:gdLst/>
            <a:ahLst/>
            <a:cxnLst/>
            <a:rect l="l" t="t" r="r" b="b"/>
            <a:pathLst>
              <a:path h="1153795">
                <a:moveTo>
                  <a:pt x="0" y="0"/>
                </a:moveTo>
                <a:lnTo>
                  <a:pt x="0" y="1153414"/>
                </a:lnTo>
              </a:path>
            </a:pathLst>
          </a:custGeom>
          <a:ln w="12192">
            <a:solidFill>
              <a:srgbClr val="505050"/>
            </a:solidFill>
          </a:ln>
        </p:spPr>
        <p:txBody>
          <a:bodyPr wrap="square" lIns="0" tIns="0" rIns="0" bIns="0" rtlCol="0"/>
          <a:lstStyle/>
          <a:p>
            <a:endParaRPr/>
          </a:p>
        </p:txBody>
      </p:sp>
      <p:grpSp>
        <p:nvGrpSpPr>
          <p:cNvPr id="11" name="object 11"/>
          <p:cNvGrpSpPr/>
          <p:nvPr/>
        </p:nvGrpSpPr>
        <p:grpSpPr>
          <a:xfrm>
            <a:off x="2950464" y="4500371"/>
            <a:ext cx="681355" cy="1616710"/>
            <a:chOff x="2950464" y="4500371"/>
            <a:chExt cx="681355" cy="1616710"/>
          </a:xfrm>
        </p:grpSpPr>
        <p:sp>
          <p:nvSpPr>
            <p:cNvPr id="12" name="object 12"/>
            <p:cNvSpPr/>
            <p:nvPr/>
          </p:nvSpPr>
          <p:spPr>
            <a:xfrm>
              <a:off x="3304032" y="4500371"/>
              <a:ext cx="0" cy="1374775"/>
            </a:xfrm>
            <a:custGeom>
              <a:avLst/>
              <a:gdLst/>
              <a:ahLst/>
              <a:cxnLst/>
              <a:rect l="l" t="t" r="r" b="b"/>
              <a:pathLst>
                <a:path h="1374775">
                  <a:moveTo>
                    <a:pt x="0" y="0"/>
                  </a:moveTo>
                  <a:lnTo>
                    <a:pt x="0" y="1374330"/>
                  </a:lnTo>
                </a:path>
              </a:pathLst>
            </a:custGeom>
            <a:ln w="12192">
              <a:solidFill>
                <a:srgbClr val="505050"/>
              </a:solidFill>
            </a:ln>
          </p:spPr>
          <p:txBody>
            <a:bodyPr wrap="square" lIns="0" tIns="0" rIns="0" bIns="0" rtlCol="0"/>
            <a:lstStyle/>
            <a:p>
              <a:endParaRPr/>
            </a:p>
          </p:txBody>
        </p:sp>
        <p:sp>
          <p:nvSpPr>
            <p:cNvPr id="13" name="object 13"/>
            <p:cNvSpPr/>
            <p:nvPr/>
          </p:nvSpPr>
          <p:spPr>
            <a:xfrm>
              <a:off x="2955036" y="5440679"/>
              <a:ext cx="671830" cy="671830"/>
            </a:xfrm>
            <a:custGeom>
              <a:avLst/>
              <a:gdLst/>
              <a:ahLst/>
              <a:cxnLst/>
              <a:rect l="l" t="t" r="r" b="b"/>
              <a:pathLst>
                <a:path w="671829" h="671829">
                  <a:moveTo>
                    <a:pt x="335914" y="0"/>
                  </a:moveTo>
                  <a:lnTo>
                    <a:pt x="268224" y="6858"/>
                  </a:lnTo>
                  <a:lnTo>
                    <a:pt x="205105" y="26416"/>
                  </a:lnTo>
                  <a:lnTo>
                    <a:pt x="148081" y="57404"/>
                  </a:lnTo>
                  <a:lnTo>
                    <a:pt x="98425" y="98425"/>
                  </a:lnTo>
                  <a:lnTo>
                    <a:pt x="57403" y="148082"/>
                  </a:lnTo>
                  <a:lnTo>
                    <a:pt x="26415" y="205130"/>
                  </a:lnTo>
                  <a:lnTo>
                    <a:pt x="6857" y="268173"/>
                  </a:lnTo>
                  <a:lnTo>
                    <a:pt x="0" y="335851"/>
                  </a:lnTo>
                  <a:lnTo>
                    <a:pt x="1777" y="370192"/>
                  </a:lnTo>
                  <a:lnTo>
                    <a:pt x="15112" y="435724"/>
                  </a:lnTo>
                  <a:lnTo>
                    <a:pt x="40512" y="495935"/>
                  </a:lnTo>
                  <a:lnTo>
                    <a:pt x="76707" y="549490"/>
                  </a:lnTo>
                  <a:lnTo>
                    <a:pt x="122174" y="595020"/>
                  </a:lnTo>
                  <a:lnTo>
                    <a:pt x="175768" y="631177"/>
                  </a:lnTo>
                  <a:lnTo>
                    <a:pt x="235965" y="656602"/>
                  </a:lnTo>
                  <a:lnTo>
                    <a:pt x="301498" y="669975"/>
                  </a:lnTo>
                  <a:lnTo>
                    <a:pt x="335914" y="671703"/>
                  </a:lnTo>
                  <a:lnTo>
                    <a:pt x="370204" y="669975"/>
                  </a:lnTo>
                  <a:lnTo>
                    <a:pt x="435737" y="656602"/>
                  </a:lnTo>
                  <a:lnTo>
                    <a:pt x="495935" y="631177"/>
                  </a:lnTo>
                  <a:lnTo>
                    <a:pt x="549528" y="595020"/>
                  </a:lnTo>
                  <a:lnTo>
                    <a:pt x="594994" y="549490"/>
                  </a:lnTo>
                  <a:lnTo>
                    <a:pt x="631189" y="495935"/>
                  </a:lnTo>
                  <a:lnTo>
                    <a:pt x="656589" y="435724"/>
                  </a:lnTo>
                  <a:lnTo>
                    <a:pt x="669925" y="370192"/>
                  </a:lnTo>
                  <a:lnTo>
                    <a:pt x="671702" y="335851"/>
                  </a:lnTo>
                  <a:lnTo>
                    <a:pt x="669925" y="301510"/>
                  </a:lnTo>
                  <a:lnTo>
                    <a:pt x="656589" y="235978"/>
                  </a:lnTo>
                  <a:lnTo>
                    <a:pt x="631189" y="175768"/>
                  </a:lnTo>
                  <a:lnTo>
                    <a:pt x="594994" y="122174"/>
                  </a:lnTo>
                  <a:lnTo>
                    <a:pt x="549528" y="76708"/>
                  </a:lnTo>
                  <a:lnTo>
                    <a:pt x="495935" y="40513"/>
                  </a:lnTo>
                  <a:lnTo>
                    <a:pt x="435737" y="15113"/>
                  </a:lnTo>
                  <a:lnTo>
                    <a:pt x="370204" y="1778"/>
                  </a:lnTo>
                  <a:lnTo>
                    <a:pt x="335914" y="0"/>
                  </a:lnTo>
                  <a:close/>
                </a:path>
              </a:pathLst>
            </a:custGeom>
            <a:solidFill>
              <a:srgbClr val="FFFFFF"/>
            </a:solidFill>
          </p:spPr>
          <p:txBody>
            <a:bodyPr wrap="square" lIns="0" tIns="0" rIns="0" bIns="0" rtlCol="0"/>
            <a:lstStyle/>
            <a:p>
              <a:endParaRPr/>
            </a:p>
          </p:txBody>
        </p:sp>
        <p:sp>
          <p:nvSpPr>
            <p:cNvPr id="14" name="object 14"/>
            <p:cNvSpPr/>
            <p:nvPr/>
          </p:nvSpPr>
          <p:spPr>
            <a:xfrm>
              <a:off x="2955036" y="5440679"/>
              <a:ext cx="671830" cy="671830"/>
            </a:xfrm>
            <a:custGeom>
              <a:avLst/>
              <a:gdLst/>
              <a:ahLst/>
              <a:cxnLst/>
              <a:rect l="l" t="t" r="r" b="b"/>
              <a:pathLst>
                <a:path w="671829" h="671829">
                  <a:moveTo>
                    <a:pt x="335914" y="0"/>
                  </a:moveTo>
                  <a:lnTo>
                    <a:pt x="268224" y="6858"/>
                  </a:lnTo>
                  <a:lnTo>
                    <a:pt x="205105" y="26416"/>
                  </a:lnTo>
                  <a:lnTo>
                    <a:pt x="148081" y="57404"/>
                  </a:lnTo>
                  <a:lnTo>
                    <a:pt x="98425" y="98425"/>
                  </a:lnTo>
                  <a:lnTo>
                    <a:pt x="57403" y="148082"/>
                  </a:lnTo>
                  <a:lnTo>
                    <a:pt x="26415" y="205130"/>
                  </a:lnTo>
                  <a:lnTo>
                    <a:pt x="6857" y="268173"/>
                  </a:lnTo>
                  <a:lnTo>
                    <a:pt x="0" y="335851"/>
                  </a:lnTo>
                  <a:lnTo>
                    <a:pt x="1777" y="370192"/>
                  </a:lnTo>
                  <a:lnTo>
                    <a:pt x="15112" y="435724"/>
                  </a:lnTo>
                  <a:lnTo>
                    <a:pt x="40512" y="495935"/>
                  </a:lnTo>
                  <a:lnTo>
                    <a:pt x="76707" y="549490"/>
                  </a:lnTo>
                  <a:lnTo>
                    <a:pt x="122174" y="595020"/>
                  </a:lnTo>
                  <a:lnTo>
                    <a:pt x="175768" y="631177"/>
                  </a:lnTo>
                  <a:lnTo>
                    <a:pt x="235965" y="656602"/>
                  </a:lnTo>
                  <a:lnTo>
                    <a:pt x="301498" y="669975"/>
                  </a:lnTo>
                  <a:lnTo>
                    <a:pt x="335914" y="671703"/>
                  </a:lnTo>
                  <a:lnTo>
                    <a:pt x="370204" y="669975"/>
                  </a:lnTo>
                  <a:lnTo>
                    <a:pt x="435737" y="656602"/>
                  </a:lnTo>
                  <a:lnTo>
                    <a:pt x="495935" y="631177"/>
                  </a:lnTo>
                  <a:lnTo>
                    <a:pt x="549528" y="595020"/>
                  </a:lnTo>
                  <a:lnTo>
                    <a:pt x="594994" y="549490"/>
                  </a:lnTo>
                  <a:lnTo>
                    <a:pt x="631189" y="495935"/>
                  </a:lnTo>
                  <a:lnTo>
                    <a:pt x="656589" y="435724"/>
                  </a:lnTo>
                  <a:lnTo>
                    <a:pt x="669925" y="370192"/>
                  </a:lnTo>
                  <a:lnTo>
                    <a:pt x="671702" y="335851"/>
                  </a:lnTo>
                  <a:lnTo>
                    <a:pt x="669925" y="301510"/>
                  </a:lnTo>
                  <a:lnTo>
                    <a:pt x="656589" y="235978"/>
                  </a:lnTo>
                  <a:lnTo>
                    <a:pt x="631189" y="175768"/>
                  </a:lnTo>
                  <a:lnTo>
                    <a:pt x="594994" y="122174"/>
                  </a:lnTo>
                  <a:lnTo>
                    <a:pt x="549528" y="76708"/>
                  </a:lnTo>
                  <a:lnTo>
                    <a:pt x="495935" y="40513"/>
                  </a:lnTo>
                  <a:lnTo>
                    <a:pt x="435737" y="15113"/>
                  </a:lnTo>
                  <a:lnTo>
                    <a:pt x="370204" y="1778"/>
                  </a:lnTo>
                  <a:lnTo>
                    <a:pt x="335914" y="0"/>
                  </a:lnTo>
                  <a:close/>
                </a:path>
              </a:pathLst>
            </a:custGeom>
            <a:ln w="9144">
              <a:solidFill>
                <a:srgbClr val="505050"/>
              </a:solidFill>
            </a:ln>
          </p:spPr>
          <p:txBody>
            <a:bodyPr wrap="square" lIns="0" tIns="0" rIns="0" bIns="0" rtlCol="0"/>
            <a:lstStyle/>
            <a:p>
              <a:endParaRPr/>
            </a:p>
          </p:txBody>
        </p:sp>
      </p:grpSp>
      <p:grpSp>
        <p:nvGrpSpPr>
          <p:cNvPr id="15" name="object 15"/>
          <p:cNvGrpSpPr/>
          <p:nvPr/>
        </p:nvGrpSpPr>
        <p:grpSpPr>
          <a:xfrm>
            <a:off x="5585459" y="1005839"/>
            <a:ext cx="1455420" cy="939165"/>
            <a:chOff x="5585459" y="1005839"/>
            <a:chExt cx="1455420" cy="939165"/>
          </a:xfrm>
        </p:grpSpPr>
        <p:sp>
          <p:nvSpPr>
            <p:cNvPr id="16" name="object 16"/>
            <p:cNvSpPr/>
            <p:nvPr/>
          </p:nvSpPr>
          <p:spPr>
            <a:xfrm>
              <a:off x="5603748" y="1024127"/>
              <a:ext cx="1417320" cy="901065"/>
            </a:xfrm>
            <a:custGeom>
              <a:avLst/>
              <a:gdLst/>
              <a:ahLst/>
              <a:cxnLst/>
              <a:rect l="l" t="t" r="r" b="b"/>
              <a:pathLst>
                <a:path w="1417320" h="901064">
                  <a:moveTo>
                    <a:pt x="1417320" y="569722"/>
                  </a:moveTo>
                  <a:lnTo>
                    <a:pt x="1409573" y="499364"/>
                  </a:lnTo>
                  <a:lnTo>
                    <a:pt x="1387475" y="434213"/>
                  </a:lnTo>
                  <a:lnTo>
                    <a:pt x="1352677" y="375793"/>
                  </a:lnTo>
                  <a:lnTo>
                    <a:pt x="1340104" y="360680"/>
                  </a:lnTo>
                  <a:lnTo>
                    <a:pt x="1331087" y="349758"/>
                  </a:lnTo>
                  <a:lnTo>
                    <a:pt x="1280414" y="304673"/>
                  </a:lnTo>
                  <a:lnTo>
                    <a:pt x="1221105" y="270383"/>
                  </a:lnTo>
                  <a:lnTo>
                    <a:pt x="1154811" y="248539"/>
                  </a:lnTo>
                  <a:lnTo>
                    <a:pt x="1119632" y="242824"/>
                  </a:lnTo>
                  <a:lnTo>
                    <a:pt x="1115568" y="206629"/>
                  </a:lnTo>
                  <a:lnTo>
                    <a:pt x="1092835" y="139954"/>
                  </a:lnTo>
                  <a:lnTo>
                    <a:pt x="1053071" y="83058"/>
                  </a:lnTo>
                  <a:lnTo>
                    <a:pt x="999490" y="38862"/>
                  </a:lnTo>
                  <a:lnTo>
                    <a:pt x="934974" y="10160"/>
                  </a:lnTo>
                  <a:lnTo>
                    <a:pt x="862711" y="0"/>
                  </a:lnTo>
                  <a:lnTo>
                    <a:pt x="825881" y="2540"/>
                  </a:lnTo>
                  <a:lnTo>
                    <a:pt x="757809" y="21336"/>
                  </a:lnTo>
                  <a:lnTo>
                    <a:pt x="699135" y="56642"/>
                  </a:lnTo>
                  <a:lnTo>
                    <a:pt x="652272" y="105537"/>
                  </a:lnTo>
                  <a:lnTo>
                    <a:pt x="633984" y="134239"/>
                  </a:lnTo>
                  <a:lnTo>
                    <a:pt x="613791" y="127508"/>
                  </a:lnTo>
                  <a:lnTo>
                    <a:pt x="593598" y="122682"/>
                  </a:lnTo>
                  <a:lnTo>
                    <a:pt x="573278" y="119761"/>
                  </a:lnTo>
                  <a:lnTo>
                    <a:pt x="552577" y="118872"/>
                  </a:lnTo>
                  <a:lnTo>
                    <a:pt x="516509" y="121412"/>
                  </a:lnTo>
                  <a:lnTo>
                    <a:pt x="449961" y="141224"/>
                  </a:lnTo>
                  <a:lnTo>
                    <a:pt x="393192" y="177800"/>
                  </a:lnTo>
                  <a:lnTo>
                    <a:pt x="348996" y="228219"/>
                  </a:lnTo>
                  <a:lnTo>
                    <a:pt x="320294" y="289433"/>
                  </a:lnTo>
                  <a:lnTo>
                    <a:pt x="310134" y="358648"/>
                  </a:lnTo>
                  <a:lnTo>
                    <a:pt x="310134" y="360680"/>
                  </a:lnTo>
                  <a:lnTo>
                    <a:pt x="300482" y="359537"/>
                  </a:lnTo>
                  <a:lnTo>
                    <a:pt x="291719" y="358902"/>
                  </a:lnTo>
                  <a:lnTo>
                    <a:pt x="275717" y="358648"/>
                  </a:lnTo>
                  <a:lnTo>
                    <a:pt x="241173" y="360680"/>
                  </a:lnTo>
                  <a:lnTo>
                    <a:pt x="176022" y="376809"/>
                  </a:lnTo>
                  <a:lnTo>
                    <a:pt x="118110" y="407035"/>
                  </a:lnTo>
                  <a:lnTo>
                    <a:pt x="69469" y="449453"/>
                  </a:lnTo>
                  <a:lnTo>
                    <a:pt x="32258" y="501904"/>
                  </a:lnTo>
                  <a:lnTo>
                    <a:pt x="8382" y="562483"/>
                  </a:lnTo>
                  <a:lnTo>
                    <a:pt x="0" y="629158"/>
                  </a:lnTo>
                  <a:lnTo>
                    <a:pt x="2159" y="663067"/>
                  </a:lnTo>
                  <a:lnTo>
                    <a:pt x="18542" y="727075"/>
                  </a:lnTo>
                  <a:lnTo>
                    <a:pt x="49403" y="784098"/>
                  </a:lnTo>
                  <a:lnTo>
                    <a:pt x="92583" y="831977"/>
                  </a:lnTo>
                  <a:lnTo>
                    <a:pt x="146050" y="868680"/>
                  </a:lnTo>
                  <a:lnTo>
                    <a:pt x="207772" y="892302"/>
                  </a:lnTo>
                  <a:lnTo>
                    <a:pt x="275717" y="900684"/>
                  </a:lnTo>
                  <a:lnTo>
                    <a:pt x="1081024" y="900684"/>
                  </a:lnTo>
                  <a:lnTo>
                    <a:pt x="1081024" y="899541"/>
                  </a:lnTo>
                  <a:lnTo>
                    <a:pt x="1117473" y="897636"/>
                  </a:lnTo>
                  <a:lnTo>
                    <a:pt x="1186942" y="882777"/>
                  </a:lnTo>
                  <a:lnTo>
                    <a:pt x="1250315" y="854583"/>
                  </a:lnTo>
                  <a:lnTo>
                    <a:pt x="1305941" y="814705"/>
                  </a:lnTo>
                  <a:lnTo>
                    <a:pt x="1352169" y="764667"/>
                  </a:lnTo>
                  <a:lnTo>
                    <a:pt x="1387221" y="705993"/>
                  </a:lnTo>
                  <a:lnTo>
                    <a:pt x="1409446" y="640461"/>
                  </a:lnTo>
                  <a:lnTo>
                    <a:pt x="1415288" y="605663"/>
                  </a:lnTo>
                  <a:lnTo>
                    <a:pt x="1417320" y="569722"/>
                  </a:lnTo>
                  <a:close/>
                </a:path>
              </a:pathLst>
            </a:custGeom>
            <a:solidFill>
              <a:srgbClr val="FFFFFF"/>
            </a:solidFill>
          </p:spPr>
          <p:txBody>
            <a:bodyPr wrap="square" lIns="0" tIns="0" rIns="0" bIns="0" rtlCol="0"/>
            <a:lstStyle/>
            <a:p>
              <a:endParaRPr/>
            </a:p>
          </p:txBody>
        </p:sp>
        <p:sp>
          <p:nvSpPr>
            <p:cNvPr id="17" name="object 17"/>
            <p:cNvSpPr/>
            <p:nvPr/>
          </p:nvSpPr>
          <p:spPr>
            <a:xfrm>
              <a:off x="5604509" y="1024889"/>
              <a:ext cx="1417320" cy="901065"/>
            </a:xfrm>
            <a:custGeom>
              <a:avLst/>
              <a:gdLst/>
              <a:ahLst/>
              <a:cxnLst/>
              <a:rect l="l" t="t" r="r" b="b"/>
              <a:pathLst>
                <a:path w="1417320" h="901064">
                  <a:moveTo>
                    <a:pt x="1081023" y="899540"/>
                  </a:moveTo>
                  <a:lnTo>
                    <a:pt x="1152906" y="892048"/>
                  </a:lnTo>
                  <a:lnTo>
                    <a:pt x="1219581" y="870204"/>
                  </a:lnTo>
                  <a:lnTo>
                    <a:pt x="1279270" y="836040"/>
                  </a:lnTo>
                  <a:lnTo>
                    <a:pt x="1330324" y="790829"/>
                  </a:lnTo>
                  <a:lnTo>
                    <a:pt x="1371218" y="736219"/>
                  </a:lnTo>
                  <a:lnTo>
                    <a:pt x="1400047" y="673988"/>
                  </a:lnTo>
                  <a:lnTo>
                    <a:pt x="1415288" y="605663"/>
                  </a:lnTo>
                  <a:lnTo>
                    <a:pt x="1417319" y="569722"/>
                  </a:lnTo>
                  <a:lnTo>
                    <a:pt x="1415288" y="533908"/>
                  </a:lnTo>
                  <a:lnTo>
                    <a:pt x="1400174" y="465963"/>
                  </a:lnTo>
                  <a:lnTo>
                    <a:pt x="1371599" y="404113"/>
                  </a:lnTo>
                  <a:lnTo>
                    <a:pt x="1331087" y="349758"/>
                  </a:lnTo>
                  <a:lnTo>
                    <a:pt x="1280414" y="304673"/>
                  </a:lnTo>
                  <a:lnTo>
                    <a:pt x="1221105" y="270383"/>
                  </a:lnTo>
                  <a:lnTo>
                    <a:pt x="1154811" y="248538"/>
                  </a:lnTo>
                  <a:lnTo>
                    <a:pt x="1119632" y="242824"/>
                  </a:lnTo>
                  <a:lnTo>
                    <a:pt x="1115567" y="206629"/>
                  </a:lnTo>
                  <a:lnTo>
                    <a:pt x="1092835" y="139954"/>
                  </a:lnTo>
                  <a:lnTo>
                    <a:pt x="1053084" y="83058"/>
                  </a:lnTo>
                  <a:lnTo>
                    <a:pt x="999489" y="38862"/>
                  </a:lnTo>
                  <a:lnTo>
                    <a:pt x="934973" y="10160"/>
                  </a:lnTo>
                  <a:lnTo>
                    <a:pt x="862711" y="0"/>
                  </a:lnTo>
                  <a:lnTo>
                    <a:pt x="825880" y="2539"/>
                  </a:lnTo>
                  <a:lnTo>
                    <a:pt x="757809" y="21336"/>
                  </a:lnTo>
                  <a:lnTo>
                    <a:pt x="699135" y="56642"/>
                  </a:lnTo>
                  <a:lnTo>
                    <a:pt x="652272" y="105537"/>
                  </a:lnTo>
                  <a:lnTo>
                    <a:pt x="633984" y="134238"/>
                  </a:lnTo>
                  <a:lnTo>
                    <a:pt x="613790" y="127508"/>
                  </a:lnTo>
                  <a:lnTo>
                    <a:pt x="593598" y="122682"/>
                  </a:lnTo>
                  <a:lnTo>
                    <a:pt x="573277" y="119761"/>
                  </a:lnTo>
                  <a:lnTo>
                    <a:pt x="552576" y="118872"/>
                  </a:lnTo>
                  <a:lnTo>
                    <a:pt x="516509" y="121412"/>
                  </a:lnTo>
                  <a:lnTo>
                    <a:pt x="449961" y="141224"/>
                  </a:lnTo>
                  <a:lnTo>
                    <a:pt x="393191" y="177800"/>
                  </a:lnTo>
                  <a:lnTo>
                    <a:pt x="348995" y="228219"/>
                  </a:lnTo>
                  <a:lnTo>
                    <a:pt x="320293" y="289433"/>
                  </a:lnTo>
                  <a:lnTo>
                    <a:pt x="310134" y="358648"/>
                  </a:lnTo>
                  <a:lnTo>
                    <a:pt x="310134" y="360680"/>
                  </a:lnTo>
                  <a:lnTo>
                    <a:pt x="300481" y="359537"/>
                  </a:lnTo>
                  <a:lnTo>
                    <a:pt x="291718" y="358901"/>
                  </a:lnTo>
                  <a:lnTo>
                    <a:pt x="283590" y="358648"/>
                  </a:lnTo>
                  <a:lnTo>
                    <a:pt x="275716" y="358648"/>
                  </a:lnTo>
                  <a:lnTo>
                    <a:pt x="207772" y="366902"/>
                  </a:lnTo>
                  <a:lnTo>
                    <a:pt x="146050" y="390271"/>
                  </a:lnTo>
                  <a:lnTo>
                    <a:pt x="92582" y="426847"/>
                  </a:lnTo>
                  <a:lnTo>
                    <a:pt x="49402" y="474472"/>
                  </a:lnTo>
                  <a:lnTo>
                    <a:pt x="18541" y="531240"/>
                  </a:lnTo>
                  <a:lnTo>
                    <a:pt x="2159" y="595122"/>
                  </a:lnTo>
                  <a:lnTo>
                    <a:pt x="0" y="629158"/>
                  </a:lnTo>
                  <a:lnTo>
                    <a:pt x="2159" y="663067"/>
                  </a:lnTo>
                  <a:lnTo>
                    <a:pt x="18541" y="727075"/>
                  </a:lnTo>
                  <a:lnTo>
                    <a:pt x="49402" y="784098"/>
                  </a:lnTo>
                  <a:lnTo>
                    <a:pt x="92582" y="831976"/>
                  </a:lnTo>
                  <a:lnTo>
                    <a:pt x="146050" y="868680"/>
                  </a:lnTo>
                  <a:lnTo>
                    <a:pt x="207772" y="892301"/>
                  </a:lnTo>
                  <a:lnTo>
                    <a:pt x="275716" y="900684"/>
                  </a:lnTo>
                  <a:lnTo>
                    <a:pt x="1081023" y="900684"/>
                  </a:lnTo>
                  <a:lnTo>
                    <a:pt x="1081023" y="899540"/>
                  </a:lnTo>
                  <a:close/>
                </a:path>
              </a:pathLst>
            </a:custGeom>
            <a:ln w="38100">
              <a:solidFill>
                <a:srgbClr val="E6E6E6"/>
              </a:solidFill>
            </a:ln>
          </p:spPr>
          <p:txBody>
            <a:bodyPr wrap="square" lIns="0" tIns="0" rIns="0" bIns="0" rtlCol="0"/>
            <a:lstStyle/>
            <a:p>
              <a:endParaRPr/>
            </a:p>
          </p:txBody>
        </p:sp>
      </p:grpSp>
      <p:grpSp>
        <p:nvGrpSpPr>
          <p:cNvPr id="18" name="object 18"/>
          <p:cNvGrpSpPr/>
          <p:nvPr/>
        </p:nvGrpSpPr>
        <p:grpSpPr>
          <a:xfrm>
            <a:off x="2549461" y="2820733"/>
            <a:ext cx="1390650" cy="1979930"/>
            <a:chOff x="2549461" y="2820733"/>
            <a:chExt cx="1390650" cy="1979930"/>
          </a:xfrm>
        </p:grpSpPr>
        <p:sp>
          <p:nvSpPr>
            <p:cNvPr id="19" name="object 19"/>
            <p:cNvSpPr/>
            <p:nvPr/>
          </p:nvSpPr>
          <p:spPr>
            <a:xfrm>
              <a:off x="2554223" y="2825495"/>
              <a:ext cx="1381125" cy="1970405"/>
            </a:xfrm>
            <a:custGeom>
              <a:avLst/>
              <a:gdLst/>
              <a:ahLst/>
              <a:cxnLst/>
              <a:rect l="l" t="t" r="r" b="b"/>
              <a:pathLst>
                <a:path w="1381125" h="1970404">
                  <a:moveTo>
                    <a:pt x="1268095" y="0"/>
                  </a:moveTo>
                  <a:lnTo>
                    <a:pt x="112521" y="0"/>
                  </a:lnTo>
                  <a:lnTo>
                    <a:pt x="77088" y="5714"/>
                  </a:lnTo>
                  <a:lnTo>
                    <a:pt x="46100" y="21716"/>
                  </a:lnTo>
                  <a:lnTo>
                    <a:pt x="21717" y="46100"/>
                  </a:lnTo>
                  <a:lnTo>
                    <a:pt x="5714" y="76962"/>
                  </a:lnTo>
                  <a:lnTo>
                    <a:pt x="0" y="112394"/>
                  </a:lnTo>
                  <a:lnTo>
                    <a:pt x="0" y="1857755"/>
                  </a:lnTo>
                  <a:lnTo>
                    <a:pt x="21717" y="1924049"/>
                  </a:lnTo>
                  <a:lnTo>
                    <a:pt x="77088" y="1964435"/>
                  </a:lnTo>
                  <a:lnTo>
                    <a:pt x="112521" y="1970277"/>
                  </a:lnTo>
                  <a:lnTo>
                    <a:pt x="1268095" y="1970277"/>
                  </a:lnTo>
                  <a:lnTo>
                    <a:pt x="1334515" y="1948433"/>
                  </a:lnTo>
                  <a:lnTo>
                    <a:pt x="1374902" y="1893189"/>
                  </a:lnTo>
                  <a:lnTo>
                    <a:pt x="1380616" y="1857755"/>
                  </a:lnTo>
                  <a:lnTo>
                    <a:pt x="1380616" y="112394"/>
                  </a:lnTo>
                  <a:lnTo>
                    <a:pt x="1358900" y="46100"/>
                  </a:lnTo>
                  <a:lnTo>
                    <a:pt x="1303654" y="5714"/>
                  </a:lnTo>
                  <a:lnTo>
                    <a:pt x="1268095" y="0"/>
                  </a:lnTo>
                  <a:close/>
                </a:path>
              </a:pathLst>
            </a:custGeom>
            <a:solidFill>
              <a:srgbClr val="FFFFFF"/>
            </a:solidFill>
          </p:spPr>
          <p:txBody>
            <a:bodyPr wrap="square" lIns="0" tIns="0" rIns="0" bIns="0" rtlCol="0"/>
            <a:lstStyle/>
            <a:p>
              <a:endParaRPr/>
            </a:p>
          </p:txBody>
        </p:sp>
        <p:sp>
          <p:nvSpPr>
            <p:cNvPr id="20" name="object 20"/>
            <p:cNvSpPr/>
            <p:nvPr/>
          </p:nvSpPr>
          <p:spPr>
            <a:xfrm>
              <a:off x="2554223" y="2825495"/>
              <a:ext cx="1381125" cy="1970405"/>
            </a:xfrm>
            <a:custGeom>
              <a:avLst/>
              <a:gdLst/>
              <a:ahLst/>
              <a:cxnLst/>
              <a:rect l="l" t="t" r="r" b="b"/>
              <a:pathLst>
                <a:path w="1381125" h="1970404">
                  <a:moveTo>
                    <a:pt x="1268095" y="0"/>
                  </a:moveTo>
                  <a:lnTo>
                    <a:pt x="112521" y="0"/>
                  </a:lnTo>
                  <a:lnTo>
                    <a:pt x="77088" y="5714"/>
                  </a:lnTo>
                  <a:lnTo>
                    <a:pt x="46100" y="21716"/>
                  </a:lnTo>
                  <a:lnTo>
                    <a:pt x="21717" y="46100"/>
                  </a:lnTo>
                  <a:lnTo>
                    <a:pt x="5714" y="76962"/>
                  </a:lnTo>
                  <a:lnTo>
                    <a:pt x="0" y="112394"/>
                  </a:lnTo>
                  <a:lnTo>
                    <a:pt x="0" y="1857755"/>
                  </a:lnTo>
                  <a:lnTo>
                    <a:pt x="21717" y="1924049"/>
                  </a:lnTo>
                  <a:lnTo>
                    <a:pt x="77088" y="1964435"/>
                  </a:lnTo>
                  <a:lnTo>
                    <a:pt x="112521" y="1970277"/>
                  </a:lnTo>
                  <a:lnTo>
                    <a:pt x="1268095" y="1970277"/>
                  </a:lnTo>
                  <a:lnTo>
                    <a:pt x="1334515" y="1948433"/>
                  </a:lnTo>
                  <a:lnTo>
                    <a:pt x="1374902" y="1893189"/>
                  </a:lnTo>
                  <a:lnTo>
                    <a:pt x="1380616" y="1857755"/>
                  </a:lnTo>
                  <a:lnTo>
                    <a:pt x="1380616" y="112394"/>
                  </a:lnTo>
                  <a:lnTo>
                    <a:pt x="1358900" y="46100"/>
                  </a:lnTo>
                  <a:lnTo>
                    <a:pt x="1303654" y="5714"/>
                  </a:lnTo>
                  <a:lnTo>
                    <a:pt x="1268095" y="0"/>
                  </a:lnTo>
                  <a:close/>
                </a:path>
                <a:path w="1381125" h="1970404">
                  <a:moveTo>
                    <a:pt x="352551" y="726948"/>
                  </a:moveTo>
                  <a:lnTo>
                    <a:pt x="288925" y="739775"/>
                  </a:lnTo>
                  <a:lnTo>
                    <a:pt x="236855" y="774826"/>
                  </a:lnTo>
                  <a:lnTo>
                    <a:pt x="201802" y="826896"/>
                  </a:lnTo>
                  <a:lnTo>
                    <a:pt x="188975" y="890523"/>
                  </a:lnTo>
                  <a:lnTo>
                    <a:pt x="192277" y="923543"/>
                  </a:lnTo>
                  <a:lnTo>
                    <a:pt x="216915" y="981963"/>
                  </a:lnTo>
                  <a:lnTo>
                    <a:pt x="261112" y="1026159"/>
                  </a:lnTo>
                  <a:lnTo>
                    <a:pt x="319658" y="1050797"/>
                  </a:lnTo>
                  <a:lnTo>
                    <a:pt x="352551" y="1054099"/>
                  </a:lnTo>
                  <a:lnTo>
                    <a:pt x="385571" y="1050797"/>
                  </a:lnTo>
                  <a:lnTo>
                    <a:pt x="443992" y="1026159"/>
                  </a:lnTo>
                  <a:lnTo>
                    <a:pt x="488188" y="981963"/>
                  </a:lnTo>
                  <a:lnTo>
                    <a:pt x="512825" y="923543"/>
                  </a:lnTo>
                  <a:lnTo>
                    <a:pt x="516127" y="890523"/>
                  </a:lnTo>
                  <a:lnTo>
                    <a:pt x="512825" y="857630"/>
                  </a:lnTo>
                  <a:lnTo>
                    <a:pt x="488188" y="799083"/>
                  </a:lnTo>
                  <a:lnTo>
                    <a:pt x="443992" y="754888"/>
                  </a:lnTo>
                  <a:lnTo>
                    <a:pt x="385571" y="730250"/>
                  </a:lnTo>
                  <a:lnTo>
                    <a:pt x="352551" y="726948"/>
                  </a:lnTo>
                  <a:close/>
                </a:path>
              </a:pathLst>
            </a:custGeom>
            <a:ln w="9144">
              <a:solidFill>
                <a:srgbClr val="505050"/>
              </a:solidFill>
            </a:ln>
          </p:spPr>
          <p:txBody>
            <a:bodyPr wrap="square" lIns="0" tIns="0" rIns="0" bIns="0" rtlCol="0"/>
            <a:lstStyle/>
            <a:p>
              <a:endParaRPr/>
            </a:p>
          </p:txBody>
        </p:sp>
        <p:sp>
          <p:nvSpPr>
            <p:cNvPr id="21" name="object 21"/>
            <p:cNvSpPr/>
            <p:nvPr/>
          </p:nvSpPr>
          <p:spPr>
            <a:xfrm>
              <a:off x="2814827" y="3616451"/>
              <a:ext cx="181356" cy="197739"/>
            </a:xfrm>
            <a:prstGeom prst="rect">
              <a:avLst/>
            </a:prstGeom>
            <a:blipFill>
              <a:blip r:embed="rId3" cstate="print"/>
              <a:stretch>
                <a:fillRect/>
              </a:stretch>
            </a:blipFill>
          </p:spPr>
          <p:txBody>
            <a:bodyPr wrap="square" lIns="0" tIns="0" rIns="0" bIns="0" rtlCol="0"/>
            <a:lstStyle/>
            <a:p>
              <a:endParaRPr/>
            </a:p>
          </p:txBody>
        </p:sp>
      </p:grpSp>
      <p:sp>
        <p:nvSpPr>
          <p:cNvPr id="22" name="object 22"/>
          <p:cNvSpPr txBox="1"/>
          <p:nvPr/>
        </p:nvSpPr>
        <p:spPr>
          <a:xfrm>
            <a:off x="3210560" y="3631184"/>
            <a:ext cx="307975" cy="177800"/>
          </a:xfrm>
          <a:prstGeom prst="rect">
            <a:avLst/>
          </a:prstGeom>
        </p:spPr>
        <p:txBody>
          <a:bodyPr vert="horz" wrap="square" lIns="0" tIns="12065" rIns="0" bIns="0" rtlCol="0">
            <a:spAutoFit/>
          </a:bodyPr>
          <a:lstStyle/>
          <a:p>
            <a:pPr marL="12700">
              <a:lnSpc>
                <a:spcPct val="100000"/>
              </a:lnSpc>
              <a:spcBef>
                <a:spcPts val="95"/>
              </a:spcBef>
            </a:pPr>
            <a:r>
              <a:rPr sz="1000" spc="-150" dirty="0">
                <a:solidFill>
                  <a:srgbClr val="505050"/>
                </a:solidFill>
                <a:latin typeface="Arial Black"/>
                <a:cs typeface="Arial Black"/>
              </a:rPr>
              <a:t>A</a:t>
            </a:r>
            <a:r>
              <a:rPr sz="1000" spc="-95" dirty="0">
                <a:solidFill>
                  <a:srgbClr val="505050"/>
                </a:solidFill>
                <a:latin typeface="Arial Black"/>
                <a:cs typeface="Arial Black"/>
              </a:rPr>
              <a:t>p</a:t>
            </a:r>
            <a:r>
              <a:rPr sz="1000" spc="-85" dirty="0">
                <a:solidFill>
                  <a:srgbClr val="505050"/>
                </a:solidFill>
                <a:latin typeface="Arial Black"/>
                <a:cs typeface="Arial Black"/>
              </a:rPr>
              <a:t>p</a:t>
            </a:r>
            <a:r>
              <a:rPr sz="1000" spc="-190" dirty="0">
                <a:solidFill>
                  <a:srgbClr val="505050"/>
                </a:solidFill>
                <a:latin typeface="Arial Black"/>
                <a:cs typeface="Arial Black"/>
              </a:rPr>
              <a:t>s</a:t>
            </a:r>
            <a:endParaRPr sz="1000">
              <a:latin typeface="Arial Black"/>
              <a:cs typeface="Arial Black"/>
            </a:endParaRPr>
          </a:p>
        </p:txBody>
      </p:sp>
      <p:grpSp>
        <p:nvGrpSpPr>
          <p:cNvPr id="23" name="object 23"/>
          <p:cNvGrpSpPr/>
          <p:nvPr/>
        </p:nvGrpSpPr>
        <p:grpSpPr>
          <a:xfrm>
            <a:off x="1755394" y="1523746"/>
            <a:ext cx="1320165" cy="2772410"/>
            <a:chOff x="1755394" y="1523746"/>
            <a:chExt cx="1320165" cy="2772410"/>
          </a:xfrm>
        </p:grpSpPr>
        <p:sp>
          <p:nvSpPr>
            <p:cNvPr id="24" name="object 24"/>
            <p:cNvSpPr/>
            <p:nvPr/>
          </p:nvSpPr>
          <p:spPr>
            <a:xfrm>
              <a:off x="2743200" y="3140963"/>
              <a:ext cx="327660" cy="327660"/>
            </a:xfrm>
            <a:custGeom>
              <a:avLst/>
              <a:gdLst/>
              <a:ahLst/>
              <a:cxnLst/>
              <a:rect l="l" t="t" r="r" b="b"/>
              <a:pathLst>
                <a:path w="327660" h="327660">
                  <a:moveTo>
                    <a:pt x="163702" y="0"/>
                  </a:moveTo>
                  <a:lnTo>
                    <a:pt x="99949" y="12826"/>
                  </a:lnTo>
                  <a:lnTo>
                    <a:pt x="48006" y="48006"/>
                  </a:lnTo>
                  <a:lnTo>
                    <a:pt x="12826" y="99949"/>
                  </a:lnTo>
                  <a:lnTo>
                    <a:pt x="0" y="163702"/>
                  </a:lnTo>
                  <a:lnTo>
                    <a:pt x="3301" y="196723"/>
                  </a:lnTo>
                  <a:lnTo>
                    <a:pt x="27939" y="255270"/>
                  </a:lnTo>
                  <a:lnTo>
                    <a:pt x="72136" y="299465"/>
                  </a:lnTo>
                  <a:lnTo>
                    <a:pt x="130682" y="324103"/>
                  </a:lnTo>
                  <a:lnTo>
                    <a:pt x="163702" y="327406"/>
                  </a:lnTo>
                  <a:lnTo>
                    <a:pt x="196723" y="324103"/>
                  </a:lnTo>
                  <a:lnTo>
                    <a:pt x="255269" y="299465"/>
                  </a:lnTo>
                  <a:lnTo>
                    <a:pt x="299466" y="255270"/>
                  </a:lnTo>
                  <a:lnTo>
                    <a:pt x="324104" y="196723"/>
                  </a:lnTo>
                  <a:lnTo>
                    <a:pt x="327406" y="163702"/>
                  </a:lnTo>
                  <a:lnTo>
                    <a:pt x="324104" y="130683"/>
                  </a:lnTo>
                  <a:lnTo>
                    <a:pt x="299466" y="72136"/>
                  </a:lnTo>
                  <a:lnTo>
                    <a:pt x="255269" y="27939"/>
                  </a:lnTo>
                  <a:lnTo>
                    <a:pt x="196723" y="3301"/>
                  </a:lnTo>
                  <a:lnTo>
                    <a:pt x="163702" y="0"/>
                  </a:lnTo>
                  <a:close/>
                </a:path>
              </a:pathLst>
            </a:custGeom>
            <a:ln w="9144">
              <a:solidFill>
                <a:srgbClr val="505050"/>
              </a:solidFill>
            </a:ln>
          </p:spPr>
          <p:txBody>
            <a:bodyPr wrap="square" lIns="0" tIns="0" rIns="0" bIns="0" rtlCol="0"/>
            <a:lstStyle/>
            <a:p>
              <a:endParaRPr/>
            </a:p>
          </p:txBody>
        </p:sp>
        <p:sp>
          <p:nvSpPr>
            <p:cNvPr id="25" name="object 25"/>
            <p:cNvSpPr/>
            <p:nvPr/>
          </p:nvSpPr>
          <p:spPr>
            <a:xfrm>
              <a:off x="2839211" y="3183763"/>
              <a:ext cx="130937" cy="237362"/>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2740152" y="3962400"/>
              <a:ext cx="327660" cy="328930"/>
            </a:xfrm>
            <a:custGeom>
              <a:avLst/>
              <a:gdLst/>
              <a:ahLst/>
              <a:cxnLst/>
              <a:rect l="l" t="t" r="r" b="b"/>
              <a:pathLst>
                <a:path w="327660" h="328929">
                  <a:moveTo>
                    <a:pt x="163575" y="0"/>
                  </a:moveTo>
                  <a:lnTo>
                    <a:pt x="99949" y="12954"/>
                  </a:lnTo>
                  <a:lnTo>
                    <a:pt x="47879" y="48132"/>
                  </a:lnTo>
                  <a:lnTo>
                    <a:pt x="12827" y="100456"/>
                  </a:lnTo>
                  <a:lnTo>
                    <a:pt x="0" y="164337"/>
                  </a:lnTo>
                  <a:lnTo>
                    <a:pt x="3302" y="197485"/>
                  </a:lnTo>
                  <a:lnTo>
                    <a:pt x="27940" y="256286"/>
                  </a:lnTo>
                  <a:lnTo>
                    <a:pt x="72136" y="300736"/>
                  </a:lnTo>
                  <a:lnTo>
                    <a:pt x="130683" y="325374"/>
                  </a:lnTo>
                  <a:lnTo>
                    <a:pt x="163575" y="328802"/>
                  </a:lnTo>
                  <a:lnTo>
                    <a:pt x="196596" y="325374"/>
                  </a:lnTo>
                  <a:lnTo>
                    <a:pt x="255143" y="300736"/>
                  </a:lnTo>
                  <a:lnTo>
                    <a:pt x="299339" y="256286"/>
                  </a:lnTo>
                  <a:lnTo>
                    <a:pt x="323850" y="197485"/>
                  </a:lnTo>
                  <a:lnTo>
                    <a:pt x="327279" y="164337"/>
                  </a:lnTo>
                  <a:lnTo>
                    <a:pt x="323850" y="131191"/>
                  </a:lnTo>
                  <a:lnTo>
                    <a:pt x="299339" y="72517"/>
                  </a:lnTo>
                  <a:lnTo>
                    <a:pt x="255143" y="28067"/>
                  </a:lnTo>
                  <a:lnTo>
                    <a:pt x="196596" y="3301"/>
                  </a:lnTo>
                  <a:lnTo>
                    <a:pt x="163575" y="0"/>
                  </a:lnTo>
                  <a:close/>
                </a:path>
              </a:pathLst>
            </a:custGeom>
            <a:ln w="9144">
              <a:solidFill>
                <a:srgbClr val="505050"/>
              </a:solidFill>
            </a:ln>
          </p:spPr>
          <p:txBody>
            <a:bodyPr wrap="square" lIns="0" tIns="0" rIns="0" bIns="0" rtlCol="0"/>
            <a:lstStyle/>
            <a:p>
              <a:endParaRPr/>
            </a:p>
          </p:txBody>
        </p:sp>
        <p:sp>
          <p:nvSpPr>
            <p:cNvPr id="27" name="object 27"/>
            <p:cNvSpPr/>
            <p:nvPr/>
          </p:nvSpPr>
          <p:spPr>
            <a:xfrm>
              <a:off x="2802636" y="4020312"/>
              <a:ext cx="201168" cy="179705"/>
            </a:xfrm>
            <a:prstGeom prst="rect">
              <a:avLst/>
            </a:prstGeom>
            <a:blipFill>
              <a:blip r:embed="rId5" cstate="print"/>
              <a:stretch>
                <a:fillRect/>
              </a:stretch>
            </a:blipFill>
          </p:spPr>
          <p:txBody>
            <a:bodyPr wrap="square" lIns="0" tIns="0" rIns="0" bIns="0" rtlCol="0"/>
            <a:lstStyle/>
            <a:p>
              <a:endParaRPr/>
            </a:p>
          </p:txBody>
        </p:sp>
        <p:sp>
          <p:nvSpPr>
            <p:cNvPr id="28" name="object 28"/>
            <p:cNvSpPr/>
            <p:nvPr/>
          </p:nvSpPr>
          <p:spPr>
            <a:xfrm>
              <a:off x="1761744" y="1530096"/>
              <a:ext cx="1216025" cy="0"/>
            </a:xfrm>
            <a:custGeom>
              <a:avLst/>
              <a:gdLst/>
              <a:ahLst/>
              <a:cxnLst/>
              <a:rect l="l" t="t" r="r" b="b"/>
              <a:pathLst>
                <a:path w="1216025">
                  <a:moveTo>
                    <a:pt x="0" y="0"/>
                  </a:moveTo>
                  <a:lnTo>
                    <a:pt x="1215644" y="0"/>
                  </a:lnTo>
                </a:path>
              </a:pathLst>
            </a:custGeom>
            <a:ln w="12192">
              <a:solidFill>
                <a:srgbClr val="151515"/>
              </a:solidFill>
              <a:prstDash val="sysDash"/>
            </a:ln>
          </p:spPr>
          <p:txBody>
            <a:bodyPr wrap="square" lIns="0" tIns="0" rIns="0" bIns="0" rtlCol="0"/>
            <a:lstStyle/>
            <a:p>
              <a:endParaRPr/>
            </a:p>
          </p:txBody>
        </p:sp>
      </p:grpSp>
      <p:sp>
        <p:nvSpPr>
          <p:cNvPr id="29" name="object 29"/>
          <p:cNvSpPr txBox="1"/>
          <p:nvPr/>
        </p:nvSpPr>
        <p:spPr>
          <a:xfrm>
            <a:off x="3747261" y="1459986"/>
            <a:ext cx="1453515" cy="926465"/>
          </a:xfrm>
          <a:prstGeom prst="rect">
            <a:avLst/>
          </a:prstGeom>
        </p:spPr>
        <p:txBody>
          <a:bodyPr vert="horz" wrap="square" lIns="0" tIns="92710" rIns="0" bIns="0" rtlCol="0">
            <a:spAutoFit/>
          </a:bodyPr>
          <a:lstStyle/>
          <a:p>
            <a:pPr marL="17145">
              <a:lnSpc>
                <a:spcPct val="100000"/>
              </a:lnSpc>
              <a:spcBef>
                <a:spcPts val="730"/>
              </a:spcBef>
            </a:pPr>
            <a:r>
              <a:rPr sz="1000" b="1" spc="-20" dirty="0">
                <a:solidFill>
                  <a:srgbClr val="505050"/>
                </a:solidFill>
                <a:latin typeface="Arial"/>
                <a:cs typeface="Arial"/>
              </a:rPr>
              <a:t>MICROSOFT</a:t>
            </a:r>
            <a:r>
              <a:rPr sz="1000" b="1" spc="-70" dirty="0">
                <a:solidFill>
                  <a:srgbClr val="505050"/>
                </a:solidFill>
                <a:latin typeface="Arial"/>
                <a:cs typeface="Arial"/>
              </a:rPr>
              <a:t> </a:t>
            </a:r>
            <a:r>
              <a:rPr sz="1000" b="1" spc="10" dirty="0">
                <a:solidFill>
                  <a:srgbClr val="505050"/>
                </a:solidFill>
                <a:latin typeface="Arial"/>
                <a:cs typeface="Arial"/>
              </a:rPr>
              <a:t>INTUNE</a:t>
            </a:r>
            <a:endParaRPr sz="1000">
              <a:latin typeface="Arial"/>
              <a:cs typeface="Arial"/>
            </a:endParaRPr>
          </a:p>
          <a:p>
            <a:pPr marL="12700" marR="5080">
              <a:lnSpc>
                <a:spcPct val="109600"/>
              </a:lnSpc>
              <a:spcBef>
                <a:spcPts val="515"/>
              </a:spcBef>
            </a:pPr>
            <a:r>
              <a:rPr sz="900" spc="-105" dirty="0">
                <a:solidFill>
                  <a:srgbClr val="505050"/>
                </a:solidFill>
                <a:latin typeface="Arial Black"/>
                <a:cs typeface="Arial Black"/>
              </a:rPr>
              <a:t>Make </a:t>
            </a:r>
            <a:r>
              <a:rPr sz="900" spc="-114" dirty="0">
                <a:solidFill>
                  <a:srgbClr val="505050"/>
                </a:solidFill>
                <a:latin typeface="Arial Black"/>
                <a:cs typeface="Arial Black"/>
              </a:rPr>
              <a:t>sure </a:t>
            </a:r>
            <a:r>
              <a:rPr sz="900" spc="-85" dirty="0">
                <a:solidFill>
                  <a:srgbClr val="505050"/>
                </a:solidFill>
                <a:latin typeface="Arial Black"/>
                <a:cs typeface="Arial Black"/>
              </a:rPr>
              <a:t>your </a:t>
            </a:r>
            <a:r>
              <a:rPr sz="900" spc="-125" dirty="0">
                <a:solidFill>
                  <a:srgbClr val="505050"/>
                </a:solidFill>
                <a:latin typeface="Arial Black"/>
                <a:cs typeface="Arial Black"/>
              </a:rPr>
              <a:t>devices </a:t>
            </a:r>
            <a:r>
              <a:rPr sz="900" spc="-114" dirty="0">
                <a:solidFill>
                  <a:srgbClr val="505050"/>
                </a:solidFill>
                <a:latin typeface="Arial Black"/>
                <a:cs typeface="Arial Black"/>
              </a:rPr>
              <a:t>are  </a:t>
            </a:r>
            <a:r>
              <a:rPr sz="900" spc="-100" dirty="0">
                <a:solidFill>
                  <a:srgbClr val="505050"/>
                </a:solidFill>
                <a:latin typeface="Arial Black"/>
                <a:cs typeface="Arial Black"/>
              </a:rPr>
              <a:t>compliant </a:t>
            </a:r>
            <a:r>
              <a:rPr sz="900" spc="-85" dirty="0">
                <a:solidFill>
                  <a:srgbClr val="505050"/>
                </a:solidFill>
                <a:latin typeface="Arial Black"/>
                <a:cs typeface="Arial Black"/>
              </a:rPr>
              <a:t>and </a:t>
            </a:r>
            <a:r>
              <a:rPr sz="900" spc="-125" dirty="0">
                <a:solidFill>
                  <a:srgbClr val="505050"/>
                </a:solidFill>
                <a:latin typeface="Arial Black"/>
                <a:cs typeface="Arial Black"/>
              </a:rPr>
              <a:t>secure, </a:t>
            </a:r>
            <a:r>
              <a:rPr sz="900" spc="-114" dirty="0">
                <a:solidFill>
                  <a:srgbClr val="505050"/>
                </a:solidFill>
                <a:latin typeface="Arial Black"/>
                <a:cs typeface="Arial Black"/>
              </a:rPr>
              <a:t>while  </a:t>
            </a:r>
            <a:r>
              <a:rPr sz="900" spc="-95" dirty="0">
                <a:solidFill>
                  <a:srgbClr val="505050"/>
                </a:solidFill>
                <a:latin typeface="Arial Black"/>
                <a:cs typeface="Arial Black"/>
              </a:rPr>
              <a:t>protecting </a:t>
            </a:r>
            <a:r>
              <a:rPr sz="900" spc="-100" dirty="0">
                <a:solidFill>
                  <a:srgbClr val="505050"/>
                </a:solidFill>
                <a:latin typeface="Arial Black"/>
                <a:cs typeface="Arial Black"/>
              </a:rPr>
              <a:t>data </a:t>
            </a:r>
            <a:r>
              <a:rPr sz="900" spc="-105" dirty="0">
                <a:solidFill>
                  <a:srgbClr val="505050"/>
                </a:solidFill>
                <a:latin typeface="Arial Black"/>
                <a:cs typeface="Arial Black"/>
              </a:rPr>
              <a:t>at </a:t>
            </a:r>
            <a:r>
              <a:rPr sz="900" spc="-95" dirty="0">
                <a:solidFill>
                  <a:srgbClr val="505050"/>
                </a:solidFill>
                <a:latin typeface="Arial Black"/>
                <a:cs typeface="Arial Black"/>
              </a:rPr>
              <a:t>the  </a:t>
            </a:r>
            <a:r>
              <a:rPr sz="900" spc="-100" dirty="0">
                <a:solidFill>
                  <a:srgbClr val="505050"/>
                </a:solidFill>
                <a:latin typeface="Arial Black"/>
                <a:cs typeface="Arial Black"/>
              </a:rPr>
              <a:t>application</a:t>
            </a:r>
            <a:r>
              <a:rPr sz="900" spc="-95" dirty="0">
                <a:solidFill>
                  <a:srgbClr val="505050"/>
                </a:solidFill>
                <a:latin typeface="Arial Black"/>
                <a:cs typeface="Arial Black"/>
              </a:rPr>
              <a:t> </a:t>
            </a:r>
            <a:r>
              <a:rPr sz="900" spc="-105" dirty="0">
                <a:solidFill>
                  <a:srgbClr val="505050"/>
                </a:solidFill>
                <a:latin typeface="Arial Black"/>
                <a:cs typeface="Arial Black"/>
              </a:rPr>
              <a:t>level</a:t>
            </a:r>
            <a:endParaRPr sz="900">
              <a:latin typeface="Arial Black"/>
              <a:cs typeface="Arial Black"/>
            </a:endParaRPr>
          </a:p>
        </p:txBody>
      </p:sp>
      <p:sp>
        <p:nvSpPr>
          <p:cNvPr id="30" name="object 30"/>
          <p:cNvSpPr txBox="1"/>
          <p:nvPr/>
        </p:nvSpPr>
        <p:spPr>
          <a:xfrm>
            <a:off x="3752850" y="5215890"/>
            <a:ext cx="1327785" cy="1149985"/>
          </a:xfrm>
          <a:prstGeom prst="rect">
            <a:avLst/>
          </a:prstGeom>
        </p:spPr>
        <p:txBody>
          <a:bodyPr vert="horz" wrap="square" lIns="0" tIns="13335" rIns="0" bIns="0" rtlCol="0">
            <a:spAutoFit/>
          </a:bodyPr>
          <a:lstStyle/>
          <a:p>
            <a:pPr marL="12700" marR="414020">
              <a:lnSpc>
                <a:spcPct val="100000"/>
              </a:lnSpc>
              <a:spcBef>
                <a:spcPts val="105"/>
              </a:spcBef>
            </a:pPr>
            <a:r>
              <a:rPr sz="1000" b="1" spc="-35" dirty="0">
                <a:solidFill>
                  <a:srgbClr val="505050"/>
                </a:solidFill>
                <a:latin typeface="Arial"/>
                <a:cs typeface="Arial"/>
              </a:rPr>
              <a:t>AZURE</a:t>
            </a:r>
            <a:r>
              <a:rPr sz="1000" b="1" spc="-60" dirty="0">
                <a:solidFill>
                  <a:srgbClr val="505050"/>
                </a:solidFill>
                <a:latin typeface="Arial"/>
                <a:cs typeface="Arial"/>
              </a:rPr>
              <a:t> </a:t>
            </a:r>
            <a:r>
              <a:rPr sz="1000" b="1" spc="-40" dirty="0">
                <a:solidFill>
                  <a:srgbClr val="505050"/>
                </a:solidFill>
                <a:latin typeface="Arial"/>
                <a:cs typeface="Arial"/>
              </a:rPr>
              <a:t>ACTIVE  </a:t>
            </a:r>
            <a:r>
              <a:rPr sz="1000" b="1" spc="-45" dirty="0">
                <a:solidFill>
                  <a:srgbClr val="505050"/>
                </a:solidFill>
                <a:latin typeface="Arial"/>
                <a:cs typeface="Arial"/>
              </a:rPr>
              <a:t>DIRECTORY</a:t>
            </a:r>
            <a:endParaRPr sz="1000">
              <a:latin typeface="Arial"/>
              <a:cs typeface="Arial"/>
            </a:endParaRPr>
          </a:p>
          <a:p>
            <a:pPr marL="17145" marR="5080">
              <a:lnSpc>
                <a:spcPct val="109700"/>
              </a:lnSpc>
              <a:spcBef>
                <a:spcPts val="515"/>
              </a:spcBef>
            </a:pPr>
            <a:r>
              <a:rPr sz="900" spc="-125" dirty="0">
                <a:solidFill>
                  <a:srgbClr val="505050"/>
                </a:solidFill>
                <a:latin typeface="Arial Black"/>
                <a:cs typeface="Arial Black"/>
              </a:rPr>
              <a:t>Ensure </a:t>
            </a:r>
            <a:r>
              <a:rPr sz="900" spc="-75" dirty="0">
                <a:solidFill>
                  <a:srgbClr val="505050"/>
                </a:solidFill>
                <a:latin typeface="Arial Black"/>
                <a:cs typeface="Arial Black"/>
              </a:rPr>
              <a:t>only </a:t>
            </a:r>
            <a:r>
              <a:rPr sz="900" spc="-95" dirty="0">
                <a:solidFill>
                  <a:srgbClr val="505050"/>
                </a:solidFill>
                <a:latin typeface="Arial Black"/>
                <a:cs typeface="Arial Black"/>
              </a:rPr>
              <a:t>authorized  </a:t>
            </a:r>
            <a:r>
              <a:rPr sz="900" spc="-114" dirty="0">
                <a:solidFill>
                  <a:srgbClr val="505050"/>
                </a:solidFill>
                <a:latin typeface="Arial Black"/>
                <a:cs typeface="Arial Black"/>
              </a:rPr>
              <a:t>users </a:t>
            </a:r>
            <a:r>
              <a:rPr sz="900" spc="-105" dirty="0">
                <a:solidFill>
                  <a:srgbClr val="505050"/>
                </a:solidFill>
                <a:latin typeface="Arial Black"/>
                <a:cs typeface="Arial Black"/>
              </a:rPr>
              <a:t>are </a:t>
            </a:r>
            <a:r>
              <a:rPr sz="900" spc="-95" dirty="0">
                <a:solidFill>
                  <a:srgbClr val="505050"/>
                </a:solidFill>
                <a:latin typeface="Arial Black"/>
                <a:cs typeface="Arial Black"/>
              </a:rPr>
              <a:t>granted </a:t>
            </a:r>
            <a:r>
              <a:rPr sz="900" spc="-160" dirty="0">
                <a:solidFill>
                  <a:srgbClr val="505050"/>
                </a:solidFill>
                <a:latin typeface="Arial Black"/>
                <a:cs typeface="Arial Black"/>
              </a:rPr>
              <a:t>access  </a:t>
            </a:r>
            <a:r>
              <a:rPr sz="900" spc="-75" dirty="0">
                <a:solidFill>
                  <a:srgbClr val="505050"/>
                </a:solidFill>
                <a:latin typeface="Arial Black"/>
                <a:cs typeface="Arial Black"/>
              </a:rPr>
              <a:t>to </a:t>
            </a:r>
            <a:r>
              <a:rPr sz="900" spc="-90" dirty="0">
                <a:solidFill>
                  <a:srgbClr val="505050"/>
                </a:solidFill>
                <a:latin typeface="Arial Black"/>
                <a:cs typeface="Arial Black"/>
              </a:rPr>
              <a:t>personal </a:t>
            </a:r>
            <a:r>
              <a:rPr sz="900" spc="-100" dirty="0">
                <a:solidFill>
                  <a:srgbClr val="505050"/>
                </a:solidFill>
                <a:latin typeface="Arial Black"/>
                <a:cs typeface="Arial Black"/>
              </a:rPr>
              <a:t>data using  risk-based </a:t>
            </a:r>
            <a:r>
              <a:rPr sz="900" spc="-95" dirty="0">
                <a:solidFill>
                  <a:srgbClr val="505050"/>
                </a:solidFill>
                <a:latin typeface="Arial Black"/>
                <a:cs typeface="Arial Black"/>
              </a:rPr>
              <a:t>conditional  </a:t>
            </a:r>
            <a:r>
              <a:rPr sz="900" spc="-160" dirty="0">
                <a:solidFill>
                  <a:srgbClr val="505050"/>
                </a:solidFill>
                <a:latin typeface="Arial Black"/>
                <a:cs typeface="Arial Black"/>
              </a:rPr>
              <a:t>access</a:t>
            </a:r>
            <a:endParaRPr sz="900">
              <a:latin typeface="Arial Black"/>
              <a:cs typeface="Arial Black"/>
            </a:endParaRPr>
          </a:p>
        </p:txBody>
      </p:sp>
      <p:sp>
        <p:nvSpPr>
          <p:cNvPr id="31" name="object 31"/>
          <p:cNvSpPr txBox="1"/>
          <p:nvPr/>
        </p:nvSpPr>
        <p:spPr>
          <a:xfrm>
            <a:off x="9447656" y="1483613"/>
            <a:ext cx="1386840" cy="999490"/>
          </a:xfrm>
          <a:prstGeom prst="rect">
            <a:avLst/>
          </a:prstGeom>
        </p:spPr>
        <p:txBody>
          <a:bodyPr vert="horz" wrap="square" lIns="0" tIns="13335" rIns="0" bIns="0" rtlCol="0">
            <a:spAutoFit/>
          </a:bodyPr>
          <a:lstStyle/>
          <a:p>
            <a:pPr marL="30480" marR="142240">
              <a:lnSpc>
                <a:spcPct val="100000"/>
              </a:lnSpc>
              <a:spcBef>
                <a:spcPts val="105"/>
              </a:spcBef>
            </a:pPr>
            <a:r>
              <a:rPr sz="1000" b="1" spc="-20" dirty="0">
                <a:solidFill>
                  <a:srgbClr val="505050"/>
                </a:solidFill>
                <a:latin typeface="Arial"/>
                <a:cs typeface="Arial"/>
              </a:rPr>
              <a:t>MICROSOFT</a:t>
            </a:r>
            <a:r>
              <a:rPr sz="1000" b="1" spc="-90" dirty="0">
                <a:solidFill>
                  <a:srgbClr val="505050"/>
                </a:solidFill>
                <a:latin typeface="Arial"/>
                <a:cs typeface="Arial"/>
              </a:rPr>
              <a:t> </a:t>
            </a:r>
            <a:r>
              <a:rPr sz="1000" b="1" spc="-40" dirty="0">
                <a:solidFill>
                  <a:srgbClr val="505050"/>
                </a:solidFill>
                <a:latin typeface="Arial"/>
                <a:cs typeface="Arial"/>
              </a:rPr>
              <a:t>CLOUD  </a:t>
            </a:r>
            <a:r>
              <a:rPr sz="1000" b="1" spc="-30" dirty="0">
                <a:solidFill>
                  <a:srgbClr val="505050"/>
                </a:solidFill>
                <a:latin typeface="Arial"/>
                <a:cs typeface="Arial"/>
              </a:rPr>
              <a:t>APP</a:t>
            </a:r>
            <a:r>
              <a:rPr sz="1000" b="1" spc="-80" dirty="0">
                <a:solidFill>
                  <a:srgbClr val="505050"/>
                </a:solidFill>
                <a:latin typeface="Arial"/>
                <a:cs typeface="Arial"/>
              </a:rPr>
              <a:t> </a:t>
            </a:r>
            <a:r>
              <a:rPr sz="1000" b="1" spc="-45" dirty="0">
                <a:solidFill>
                  <a:srgbClr val="505050"/>
                </a:solidFill>
                <a:latin typeface="Arial"/>
                <a:cs typeface="Arial"/>
              </a:rPr>
              <a:t>SECURITY</a:t>
            </a:r>
            <a:endParaRPr sz="1000">
              <a:latin typeface="Arial"/>
              <a:cs typeface="Arial"/>
            </a:endParaRPr>
          </a:p>
          <a:p>
            <a:pPr marL="12700" marR="5080">
              <a:lnSpc>
                <a:spcPct val="109700"/>
              </a:lnSpc>
              <a:spcBef>
                <a:spcPts val="515"/>
              </a:spcBef>
            </a:pPr>
            <a:r>
              <a:rPr sz="900" spc="-105" dirty="0">
                <a:solidFill>
                  <a:srgbClr val="505050"/>
                </a:solidFill>
                <a:latin typeface="Arial Black"/>
                <a:cs typeface="Arial Black"/>
              </a:rPr>
              <a:t>Gain </a:t>
            </a:r>
            <a:r>
              <a:rPr sz="900" spc="-80" dirty="0">
                <a:solidFill>
                  <a:srgbClr val="505050"/>
                </a:solidFill>
                <a:latin typeface="Arial Black"/>
                <a:cs typeface="Arial Black"/>
              </a:rPr>
              <a:t>deep </a:t>
            </a:r>
            <a:r>
              <a:rPr sz="900" spc="-100" dirty="0">
                <a:solidFill>
                  <a:srgbClr val="505050"/>
                </a:solidFill>
                <a:latin typeface="Arial Black"/>
                <a:cs typeface="Arial Black"/>
              </a:rPr>
              <a:t>visibility, </a:t>
            </a:r>
            <a:r>
              <a:rPr sz="900" spc="-85" dirty="0">
                <a:solidFill>
                  <a:srgbClr val="505050"/>
                </a:solidFill>
                <a:latin typeface="Arial Black"/>
                <a:cs typeface="Arial Black"/>
              </a:rPr>
              <a:t>strong  </a:t>
            </a:r>
            <a:r>
              <a:rPr sz="900" spc="-105" dirty="0">
                <a:solidFill>
                  <a:srgbClr val="505050"/>
                </a:solidFill>
                <a:latin typeface="Arial Black"/>
                <a:cs typeface="Arial Black"/>
              </a:rPr>
              <a:t>controls </a:t>
            </a:r>
            <a:r>
              <a:rPr sz="900" spc="-85" dirty="0">
                <a:solidFill>
                  <a:srgbClr val="505050"/>
                </a:solidFill>
                <a:latin typeface="Arial Black"/>
                <a:cs typeface="Arial Black"/>
              </a:rPr>
              <a:t>and </a:t>
            </a:r>
            <a:r>
              <a:rPr sz="900" spc="-100" dirty="0">
                <a:solidFill>
                  <a:srgbClr val="505050"/>
                </a:solidFill>
                <a:latin typeface="Arial Black"/>
                <a:cs typeface="Arial Black"/>
              </a:rPr>
              <a:t>enhanced  </a:t>
            </a:r>
            <a:r>
              <a:rPr sz="900" spc="-105" dirty="0">
                <a:solidFill>
                  <a:srgbClr val="505050"/>
                </a:solidFill>
                <a:latin typeface="Arial Black"/>
                <a:cs typeface="Arial Black"/>
              </a:rPr>
              <a:t>threat </a:t>
            </a:r>
            <a:r>
              <a:rPr sz="900" spc="-95" dirty="0">
                <a:solidFill>
                  <a:srgbClr val="505050"/>
                </a:solidFill>
                <a:latin typeface="Arial Black"/>
                <a:cs typeface="Arial Black"/>
              </a:rPr>
              <a:t>protection </a:t>
            </a:r>
            <a:r>
              <a:rPr sz="900" spc="-65" dirty="0">
                <a:solidFill>
                  <a:srgbClr val="505050"/>
                </a:solidFill>
                <a:latin typeface="Arial Black"/>
                <a:cs typeface="Arial Black"/>
              </a:rPr>
              <a:t>for </a:t>
            </a:r>
            <a:r>
              <a:rPr sz="900" spc="-100" dirty="0">
                <a:solidFill>
                  <a:srgbClr val="505050"/>
                </a:solidFill>
                <a:latin typeface="Arial Black"/>
                <a:cs typeface="Arial Black"/>
              </a:rPr>
              <a:t>data  </a:t>
            </a:r>
            <a:r>
              <a:rPr sz="900" spc="-90" dirty="0">
                <a:solidFill>
                  <a:srgbClr val="505050"/>
                </a:solidFill>
                <a:latin typeface="Arial Black"/>
                <a:cs typeface="Arial Black"/>
              </a:rPr>
              <a:t>stored </a:t>
            </a:r>
            <a:r>
              <a:rPr sz="900" spc="-75" dirty="0">
                <a:solidFill>
                  <a:srgbClr val="505050"/>
                </a:solidFill>
                <a:latin typeface="Arial Black"/>
                <a:cs typeface="Arial Black"/>
              </a:rPr>
              <a:t>in </a:t>
            </a:r>
            <a:r>
              <a:rPr sz="900" spc="-95" dirty="0">
                <a:solidFill>
                  <a:srgbClr val="505050"/>
                </a:solidFill>
                <a:latin typeface="Arial Black"/>
                <a:cs typeface="Arial Black"/>
              </a:rPr>
              <a:t>cloud</a:t>
            </a:r>
            <a:r>
              <a:rPr sz="900" spc="-65" dirty="0">
                <a:solidFill>
                  <a:srgbClr val="505050"/>
                </a:solidFill>
                <a:latin typeface="Arial Black"/>
                <a:cs typeface="Arial Black"/>
              </a:rPr>
              <a:t> </a:t>
            </a:r>
            <a:r>
              <a:rPr sz="900" spc="-95" dirty="0">
                <a:solidFill>
                  <a:srgbClr val="505050"/>
                </a:solidFill>
                <a:latin typeface="Arial Black"/>
                <a:cs typeface="Arial Black"/>
              </a:rPr>
              <a:t>apps</a:t>
            </a:r>
            <a:endParaRPr sz="900">
              <a:latin typeface="Arial Black"/>
              <a:cs typeface="Arial Black"/>
            </a:endParaRPr>
          </a:p>
        </p:txBody>
      </p:sp>
      <p:sp>
        <p:nvSpPr>
          <p:cNvPr id="32" name="object 32"/>
          <p:cNvSpPr/>
          <p:nvPr/>
        </p:nvSpPr>
        <p:spPr>
          <a:xfrm>
            <a:off x="8930640" y="2886455"/>
            <a:ext cx="1546860" cy="1012190"/>
          </a:xfrm>
          <a:custGeom>
            <a:avLst/>
            <a:gdLst/>
            <a:ahLst/>
            <a:cxnLst/>
            <a:rect l="l" t="t" r="r" b="b"/>
            <a:pathLst>
              <a:path w="1546859" h="1012189">
                <a:moveTo>
                  <a:pt x="1546859" y="0"/>
                </a:moveTo>
                <a:lnTo>
                  <a:pt x="0" y="0"/>
                </a:lnTo>
                <a:lnTo>
                  <a:pt x="0" y="1011936"/>
                </a:lnTo>
                <a:lnTo>
                  <a:pt x="1546859" y="1011936"/>
                </a:lnTo>
                <a:lnTo>
                  <a:pt x="1546859" y="0"/>
                </a:lnTo>
                <a:close/>
              </a:path>
            </a:pathLst>
          </a:custGeom>
          <a:solidFill>
            <a:srgbClr val="FFFFFF"/>
          </a:solidFill>
        </p:spPr>
        <p:txBody>
          <a:bodyPr wrap="square" lIns="0" tIns="0" rIns="0" bIns="0" rtlCol="0"/>
          <a:lstStyle/>
          <a:p>
            <a:endParaRPr/>
          </a:p>
        </p:txBody>
      </p:sp>
      <p:sp>
        <p:nvSpPr>
          <p:cNvPr id="33" name="object 33"/>
          <p:cNvSpPr txBox="1"/>
          <p:nvPr/>
        </p:nvSpPr>
        <p:spPr>
          <a:xfrm>
            <a:off x="8927083" y="2888995"/>
            <a:ext cx="1407160" cy="998855"/>
          </a:xfrm>
          <a:prstGeom prst="rect">
            <a:avLst/>
          </a:prstGeom>
        </p:spPr>
        <p:txBody>
          <a:bodyPr vert="horz" wrap="square" lIns="0" tIns="13335" rIns="0" bIns="0" rtlCol="0">
            <a:spAutoFit/>
          </a:bodyPr>
          <a:lstStyle/>
          <a:p>
            <a:pPr marL="12700" marR="5080">
              <a:lnSpc>
                <a:spcPct val="100000"/>
              </a:lnSpc>
              <a:spcBef>
                <a:spcPts val="105"/>
              </a:spcBef>
            </a:pPr>
            <a:r>
              <a:rPr sz="1000" b="1" spc="-35" dirty="0">
                <a:solidFill>
                  <a:srgbClr val="505050"/>
                </a:solidFill>
                <a:latin typeface="Arial"/>
                <a:cs typeface="Arial"/>
              </a:rPr>
              <a:t>AZURE</a:t>
            </a:r>
            <a:r>
              <a:rPr sz="1000" b="1" spc="-65" dirty="0">
                <a:solidFill>
                  <a:srgbClr val="505050"/>
                </a:solidFill>
                <a:latin typeface="Arial"/>
                <a:cs typeface="Arial"/>
              </a:rPr>
              <a:t> </a:t>
            </a:r>
            <a:r>
              <a:rPr sz="1000" b="1" spc="20" dirty="0">
                <a:solidFill>
                  <a:srgbClr val="505050"/>
                </a:solidFill>
                <a:latin typeface="Arial"/>
                <a:cs typeface="Arial"/>
              </a:rPr>
              <a:t>INFORMATION  </a:t>
            </a:r>
            <a:r>
              <a:rPr sz="1000" b="1" spc="-25" dirty="0">
                <a:solidFill>
                  <a:srgbClr val="505050"/>
                </a:solidFill>
                <a:latin typeface="Arial"/>
                <a:cs typeface="Arial"/>
              </a:rPr>
              <a:t>PROTECTION</a:t>
            </a:r>
            <a:endParaRPr sz="1000">
              <a:latin typeface="Arial"/>
              <a:cs typeface="Arial"/>
            </a:endParaRPr>
          </a:p>
          <a:p>
            <a:pPr marL="26034" marR="35560">
              <a:lnSpc>
                <a:spcPct val="109600"/>
              </a:lnSpc>
              <a:spcBef>
                <a:spcPts val="515"/>
              </a:spcBef>
            </a:pPr>
            <a:r>
              <a:rPr sz="900" spc="-120" dirty="0">
                <a:solidFill>
                  <a:srgbClr val="505050"/>
                </a:solidFill>
                <a:latin typeface="Arial Black"/>
                <a:cs typeface="Arial Black"/>
              </a:rPr>
              <a:t>Classify, </a:t>
            </a:r>
            <a:r>
              <a:rPr sz="900" spc="-100" dirty="0">
                <a:solidFill>
                  <a:srgbClr val="505050"/>
                </a:solidFill>
                <a:latin typeface="Arial Black"/>
                <a:cs typeface="Arial Black"/>
              </a:rPr>
              <a:t>label, </a:t>
            </a:r>
            <a:r>
              <a:rPr sz="900" spc="-90" dirty="0">
                <a:solidFill>
                  <a:srgbClr val="505050"/>
                </a:solidFill>
                <a:latin typeface="Arial Black"/>
                <a:cs typeface="Arial Black"/>
              </a:rPr>
              <a:t>protect </a:t>
            </a:r>
            <a:r>
              <a:rPr sz="900" spc="-85" dirty="0">
                <a:solidFill>
                  <a:srgbClr val="505050"/>
                </a:solidFill>
                <a:latin typeface="Arial Black"/>
                <a:cs typeface="Arial Black"/>
              </a:rPr>
              <a:t>and  </a:t>
            </a:r>
            <a:r>
              <a:rPr sz="900" spc="-95" dirty="0">
                <a:solidFill>
                  <a:srgbClr val="505050"/>
                </a:solidFill>
                <a:latin typeface="Arial Black"/>
                <a:cs typeface="Arial Black"/>
              </a:rPr>
              <a:t>audit </a:t>
            </a:r>
            <a:r>
              <a:rPr sz="900" spc="-100" dirty="0">
                <a:solidFill>
                  <a:srgbClr val="505050"/>
                </a:solidFill>
                <a:latin typeface="Arial Black"/>
                <a:cs typeface="Arial Black"/>
              </a:rPr>
              <a:t>data </a:t>
            </a:r>
            <a:r>
              <a:rPr sz="900" spc="-65" dirty="0">
                <a:solidFill>
                  <a:srgbClr val="505050"/>
                </a:solidFill>
                <a:latin typeface="Arial Black"/>
                <a:cs typeface="Arial Black"/>
              </a:rPr>
              <a:t>for </a:t>
            </a:r>
            <a:r>
              <a:rPr sz="900" spc="-110" dirty="0">
                <a:solidFill>
                  <a:srgbClr val="505050"/>
                </a:solidFill>
                <a:latin typeface="Arial Black"/>
                <a:cs typeface="Arial Black"/>
              </a:rPr>
              <a:t>persistent  security </a:t>
            </a:r>
            <a:r>
              <a:rPr sz="900" spc="-80" dirty="0">
                <a:solidFill>
                  <a:srgbClr val="505050"/>
                </a:solidFill>
                <a:latin typeface="Arial Black"/>
                <a:cs typeface="Arial Black"/>
              </a:rPr>
              <a:t>throughout </a:t>
            </a:r>
            <a:r>
              <a:rPr sz="900" spc="-95" dirty="0">
                <a:solidFill>
                  <a:srgbClr val="505050"/>
                </a:solidFill>
                <a:latin typeface="Arial Black"/>
                <a:cs typeface="Arial Black"/>
              </a:rPr>
              <a:t>the  </a:t>
            </a:r>
            <a:r>
              <a:rPr sz="900" spc="-110" dirty="0">
                <a:solidFill>
                  <a:srgbClr val="505050"/>
                </a:solidFill>
                <a:latin typeface="Arial Black"/>
                <a:cs typeface="Arial Black"/>
              </a:rPr>
              <a:t>complete </a:t>
            </a:r>
            <a:r>
              <a:rPr sz="900" spc="-100" dirty="0">
                <a:solidFill>
                  <a:srgbClr val="505050"/>
                </a:solidFill>
                <a:latin typeface="Arial Black"/>
                <a:cs typeface="Arial Black"/>
              </a:rPr>
              <a:t>data</a:t>
            </a:r>
            <a:r>
              <a:rPr sz="900" spc="-240" dirty="0">
                <a:solidFill>
                  <a:srgbClr val="505050"/>
                </a:solidFill>
                <a:latin typeface="Arial Black"/>
                <a:cs typeface="Arial Black"/>
              </a:rPr>
              <a:t> </a:t>
            </a:r>
            <a:r>
              <a:rPr sz="900" spc="-120" dirty="0">
                <a:solidFill>
                  <a:srgbClr val="505050"/>
                </a:solidFill>
                <a:latin typeface="Arial Black"/>
                <a:cs typeface="Arial Black"/>
              </a:rPr>
              <a:t>lifecycle</a:t>
            </a:r>
            <a:endParaRPr sz="900">
              <a:latin typeface="Arial Black"/>
              <a:cs typeface="Arial Black"/>
            </a:endParaRPr>
          </a:p>
        </p:txBody>
      </p:sp>
      <p:grpSp>
        <p:nvGrpSpPr>
          <p:cNvPr id="34" name="object 34"/>
          <p:cNvGrpSpPr/>
          <p:nvPr/>
        </p:nvGrpSpPr>
        <p:grpSpPr>
          <a:xfrm>
            <a:off x="7691373" y="4267200"/>
            <a:ext cx="3760470" cy="2334895"/>
            <a:chOff x="7691373" y="4267200"/>
            <a:chExt cx="3760470" cy="2334895"/>
          </a:xfrm>
        </p:grpSpPr>
        <p:sp>
          <p:nvSpPr>
            <p:cNvPr id="35" name="object 35"/>
            <p:cNvSpPr/>
            <p:nvPr/>
          </p:nvSpPr>
          <p:spPr>
            <a:xfrm>
              <a:off x="9188195" y="4267200"/>
              <a:ext cx="1927860" cy="1380490"/>
            </a:xfrm>
            <a:custGeom>
              <a:avLst/>
              <a:gdLst/>
              <a:ahLst/>
              <a:cxnLst/>
              <a:rect l="l" t="t" r="r" b="b"/>
              <a:pathLst>
                <a:path w="1927859" h="1380489">
                  <a:moveTo>
                    <a:pt x="1422653" y="0"/>
                  </a:moveTo>
                  <a:lnTo>
                    <a:pt x="0" y="1004188"/>
                  </a:lnTo>
                  <a:lnTo>
                    <a:pt x="284479" y="1380401"/>
                  </a:lnTo>
                  <a:lnTo>
                    <a:pt x="1927478" y="597407"/>
                  </a:lnTo>
                  <a:lnTo>
                    <a:pt x="1422653" y="0"/>
                  </a:lnTo>
                  <a:close/>
                </a:path>
              </a:pathLst>
            </a:custGeom>
            <a:solidFill>
              <a:srgbClr val="D9D9D9">
                <a:alpha val="79998"/>
              </a:srgbClr>
            </a:solidFill>
          </p:spPr>
          <p:txBody>
            <a:bodyPr wrap="square" lIns="0" tIns="0" rIns="0" bIns="0" rtlCol="0"/>
            <a:lstStyle/>
            <a:p>
              <a:endParaRPr/>
            </a:p>
          </p:txBody>
        </p:sp>
        <p:sp>
          <p:nvSpPr>
            <p:cNvPr id="36" name="object 36"/>
            <p:cNvSpPr/>
            <p:nvPr/>
          </p:nvSpPr>
          <p:spPr>
            <a:xfrm>
              <a:off x="7697723" y="5442203"/>
              <a:ext cx="1635760" cy="749935"/>
            </a:xfrm>
            <a:custGeom>
              <a:avLst/>
              <a:gdLst/>
              <a:ahLst/>
              <a:cxnLst/>
              <a:rect l="l" t="t" r="r" b="b"/>
              <a:pathLst>
                <a:path w="1635759" h="749935">
                  <a:moveTo>
                    <a:pt x="0" y="749681"/>
                  </a:moveTo>
                  <a:lnTo>
                    <a:pt x="1635252" y="749681"/>
                  </a:lnTo>
                  <a:lnTo>
                    <a:pt x="1635252" y="0"/>
                  </a:lnTo>
                </a:path>
              </a:pathLst>
            </a:custGeom>
            <a:ln w="12192">
              <a:solidFill>
                <a:srgbClr val="151515"/>
              </a:solidFill>
              <a:prstDash val="sysDash"/>
            </a:ln>
          </p:spPr>
          <p:txBody>
            <a:bodyPr wrap="square" lIns="0" tIns="0" rIns="0" bIns="0" rtlCol="0"/>
            <a:lstStyle/>
            <a:p>
              <a:endParaRPr/>
            </a:p>
          </p:txBody>
        </p:sp>
        <p:sp>
          <p:nvSpPr>
            <p:cNvPr id="37" name="object 37"/>
            <p:cNvSpPr/>
            <p:nvPr/>
          </p:nvSpPr>
          <p:spPr>
            <a:xfrm>
              <a:off x="9779507" y="5294375"/>
              <a:ext cx="1671955" cy="1308100"/>
            </a:xfrm>
            <a:custGeom>
              <a:avLst/>
              <a:gdLst/>
              <a:ahLst/>
              <a:cxnLst/>
              <a:rect l="l" t="t" r="r" b="b"/>
              <a:pathLst>
                <a:path w="1671954" h="1308100">
                  <a:moveTo>
                    <a:pt x="1671827" y="0"/>
                  </a:moveTo>
                  <a:lnTo>
                    <a:pt x="0" y="0"/>
                  </a:lnTo>
                  <a:lnTo>
                    <a:pt x="0" y="1307592"/>
                  </a:lnTo>
                  <a:lnTo>
                    <a:pt x="1671827" y="1307592"/>
                  </a:lnTo>
                  <a:lnTo>
                    <a:pt x="1671827" y="0"/>
                  </a:lnTo>
                  <a:close/>
                </a:path>
              </a:pathLst>
            </a:custGeom>
            <a:solidFill>
              <a:srgbClr val="FFFFFF"/>
            </a:solidFill>
          </p:spPr>
          <p:txBody>
            <a:bodyPr wrap="square" lIns="0" tIns="0" rIns="0" bIns="0" rtlCol="0"/>
            <a:lstStyle/>
            <a:p>
              <a:endParaRPr/>
            </a:p>
          </p:txBody>
        </p:sp>
      </p:grpSp>
      <p:sp>
        <p:nvSpPr>
          <p:cNvPr id="38" name="object 38"/>
          <p:cNvSpPr txBox="1"/>
          <p:nvPr/>
        </p:nvSpPr>
        <p:spPr>
          <a:xfrm>
            <a:off x="9775952" y="5297804"/>
            <a:ext cx="1616075" cy="1176020"/>
          </a:xfrm>
          <a:prstGeom prst="rect">
            <a:avLst/>
          </a:prstGeom>
        </p:spPr>
        <p:txBody>
          <a:bodyPr vert="horz" wrap="square" lIns="0" tIns="13335" rIns="0" bIns="0" rtlCol="0">
            <a:spAutoFit/>
          </a:bodyPr>
          <a:lstStyle/>
          <a:p>
            <a:pPr marL="12700" marR="115570" indent="1270">
              <a:lnSpc>
                <a:spcPct val="100000"/>
              </a:lnSpc>
              <a:spcBef>
                <a:spcPts val="105"/>
              </a:spcBef>
            </a:pPr>
            <a:r>
              <a:rPr sz="1500" b="1" spc="-30" baseline="2777" dirty="0">
                <a:solidFill>
                  <a:srgbClr val="505050"/>
                </a:solidFill>
                <a:latin typeface="Arial"/>
                <a:cs typeface="Arial"/>
              </a:rPr>
              <a:t>MICROSOF</a:t>
            </a:r>
            <a:r>
              <a:rPr sz="1000" b="1" spc="-20" dirty="0">
                <a:solidFill>
                  <a:srgbClr val="505050"/>
                </a:solidFill>
                <a:latin typeface="Arial"/>
                <a:cs typeface="Arial"/>
              </a:rPr>
              <a:t>T </a:t>
            </a:r>
            <a:r>
              <a:rPr sz="1000" b="1" spc="-25" dirty="0">
                <a:solidFill>
                  <a:srgbClr val="505050"/>
                </a:solidFill>
                <a:latin typeface="Arial"/>
                <a:cs typeface="Arial"/>
              </a:rPr>
              <a:t>ADVANCED  </a:t>
            </a:r>
            <a:r>
              <a:rPr sz="1500" b="1" spc="-67" baseline="2777" dirty="0">
                <a:solidFill>
                  <a:srgbClr val="505050"/>
                </a:solidFill>
                <a:latin typeface="Arial"/>
                <a:cs typeface="Arial"/>
              </a:rPr>
              <a:t>THREAT</a:t>
            </a:r>
            <a:r>
              <a:rPr sz="1500" b="1" spc="-44" baseline="2777" dirty="0">
                <a:solidFill>
                  <a:srgbClr val="505050"/>
                </a:solidFill>
                <a:latin typeface="Arial"/>
                <a:cs typeface="Arial"/>
              </a:rPr>
              <a:t> </a:t>
            </a:r>
            <a:r>
              <a:rPr sz="1000" b="1" spc="-40" dirty="0">
                <a:solidFill>
                  <a:srgbClr val="505050"/>
                </a:solidFill>
                <a:latin typeface="Arial"/>
                <a:cs typeface="Arial"/>
              </a:rPr>
              <a:t>ANALYTICS</a:t>
            </a:r>
            <a:endParaRPr sz="1000">
              <a:latin typeface="Arial"/>
              <a:cs typeface="Arial"/>
            </a:endParaRPr>
          </a:p>
          <a:p>
            <a:pPr marL="24765" marR="5080">
              <a:lnSpc>
                <a:spcPct val="109700"/>
              </a:lnSpc>
              <a:spcBef>
                <a:spcPts val="715"/>
              </a:spcBef>
            </a:pPr>
            <a:r>
              <a:rPr sz="900" spc="-105" dirty="0">
                <a:solidFill>
                  <a:srgbClr val="505050"/>
                </a:solidFill>
                <a:latin typeface="Arial Black"/>
                <a:cs typeface="Arial Black"/>
              </a:rPr>
              <a:t>Detect </a:t>
            </a:r>
            <a:r>
              <a:rPr sz="900" spc="-120" dirty="0">
                <a:solidFill>
                  <a:srgbClr val="505050"/>
                </a:solidFill>
                <a:latin typeface="Arial Black"/>
                <a:cs typeface="Arial Black"/>
              </a:rPr>
              <a:t>breaches </a:t>
            </a:r>
            <a:r>
              <a:rPr sz="900" spc="-80" dirty="0">
                <a:solidFill>
                  <a:srgbClr val="505050"/>
                </a:solidFill>
                <a:latin typeface="Arial Black"/>
                <a:cs typeface="Arial Black"/>
              </a:rPr>
              <a:t>before </a:t>
            </a:r>
            <a:r>
              <a:rPr sz="900" spc="-95" dirty="0">
                <a:solidFill>
                  <a:srgbClr val="505050"/>
                </a:solidFill>
                <a:latin typeface="Arial Black"/>
                <a:cs typeface="Arial Black"/>
              </a:rPr>
              <a:t>they  </a:t>
            </a:r>
            <a:r>
              <a:rPr sz="900" spc="-130" dirty="0">
                <a:solidFill>
                  <a:srgbClr val="505050"/>
                </a:solidFill>
                <a:latin typeface="Arial Black"/>
                <a:cs typeface="Arial Black"/>
              </a:rPr>
              <a:t>cause </a:t>
            </a:r>
            <a:r>
              <a:rPr sz="900" spc="-95" dirty="0">
                <a:solidFill>
                  <a:srgbClr val="505050"/>
                </a:solidFill>
                <a:latin typeface="Arial Black"/>
                <a:cs typeface="Arial Black"/>
              </a:rPr>
              <a:t>damage </a:t>
            </a:r>
            <a:r>
              <a:rPr sz="900" spc="-75" dirty="0">
                <a:solidFill>
                  <a:srgbClr val="505050"/>
                </a:solidFill>
                <a:latin typeface="Arial Black"/>
                <a:cs typeface="Arial Black"/>
              </a:rPr>
              <a:t>by </a:t>
            </a:r>
            <a:r>
              <a:rPr sz="900" spc="-80" dirty="0">
                <a:solidFill>
                  <a:srgbClr val="505050"/>
                </a:solidFill>
                <a:latin typeface="Arial Black"/>
                <a:cs typeface="Arial Black"/>
              </a:rPr>
              <a:t>identifying  </a:t>
            </a:r>
            <a:r>
              <a:rPr sz="900" spc="-95" dirty="0">
                <a:solidFill>
                  <a:srgbClr val="505050"/>
                </a:solidFill>
                <a:latin typeface="Arial Black"/>
                <a:cs typeface="Arial Black"/>
              </a:rPr>
              <a:t>abnormal </a:t>
            </a:r>
            <a:r>
              <a:rPr sz="900" spc="-100" dirty="0">
                <a:solidFill>
                  <a:srgbClr val="505050"/>
                </a:solidFill>
                <a:latin typeface="Arial Black"/>
                <a:cs typeface="Arial Black"/>
              </a:rPr>
              <a:t>behavior, </a:t>
            </a:r>
            <a:r>
              <a:rPr sz="900" spc="-105" dirty="0">
                <a:solidFill>
                  <a:srgbClr val="505050"/>
                </a:solidFill>
                <a:latin typeface="Arial Black"/>
                <a:cs typeface="Arial Black"/>
              </a:rPr>
              <a:t>known  </a:t>
            </a:r>
            <a:r>
              <a:rPr sz="900" spc="-110" dirty="0">
                <a:solidFill>
                  <a:srgbClr val="505050"/>
                </a:solidFill>
                <a:latin typeface="Arial Black"/>
                <a:cs typeface="Arial Black"/>
              </a:rPr>
              <a:t>malicious</a:t>
            </a:r>
            <a:r>
              <a:rPr sz="900" spc="80" dirty="0">
                <a:solidFill>
                  <a:srgbClr val="505050"/>
                </a:solidFill>
                <a:latin typeface="Arial Black"/>
                <a:cs typeface="Arial Black"/>
              </a:rPr>
              <a:t> </a:t>
            </a:r>
            <a:r>
              <a:rPr sz="900" spc="-130" dirty="0">
                <a:solidFill>
                  <a:srgbClr val="505050"/>
                </a:solidFill>
                <a:latin typeface="Arial Black"/>
                <a:cs typeface="Arial Black"/>
              </a:rPr>
              <a:t>attacks </a:t>
            </a:r>
            <a:r>
              <a:rPr sz="900" spc="-85" dirty="0">
                <a:solidFill>
                  <a:srgbClr val="505050"/>
                </a:solidFill>
                <a:latin typeface="Arial Black"/>
                <a:cs typeface="Arial Black"/>
              </a:rPr>
              <a:t>and </a:t>
            </a:r>
            <a:r>
              <a:rPr sz="900" spc="-110" dirty="0">
                <a:solidFill>
                  <a:srgbClr val="505050"/>
                </a:solidFill>
                <a:latin typeface="Arial Black"/>
                <a:cs typeface="Arial Black"/>
              </a:rPr>
              <a:t>security  </a:t>
            </a:r>
            <a:r>
              <a:rPr sz="900" spc="-135" dirty="0">
                <a:solidFill>
                  <a:srgbClr val="505050"/>
                </a:solidFill>
                <a:latin typeface="Arial Black"/>
                <a:cs typeface="Arial Black"/>
              </a:rPr>
              <a:t>issues</a:t>
            </a:r>
            <a:endParaRPr sz="900">
              <a:latin typeface="Arial Black"/>
              <a:cs typeface="Arial Black"/>
            </a:endParaRPr>
          </a:p>
        </p:txBody>
      </p:sp>
      <p:grpSp>
        <p:nvGrpSpPr>
          <p:cNvPr id="39" name="object 39"/>
          <p:cNvGrpSpPr/>
          <p:nvPr/>
        </p:nvGrpSpPr>
        <p:grpSpPr>
          <a:xfrm>
            <a:off x="8988361" y="5070157"/>
            <a:ext cx="2432685" cy="753110"/>
            <a:chOff x="8988361" y="5070157"/>
            <a:chExt cx="2432685" cy="753110"/>
          </a:xfrm>
        </p:grpSpPr>
        <p:sp>
          <p:nvSpPr>
            <p:cNvPr id="40" name="object 40"/>
            <p:cNvSpPr/>
            <p:nvPr/>
          </p:nvSpPr>
          <p:spPr>
            <a:xfrm>
              <a:off x="9605771" y="5524500"/>
              <a:ext cx="1809114" cy="139065"/>
            </a:xfrm>
            <a:custGeom>
              <a:avLst/>
              <a:gdLst/>
              <a:ahLst/>
              <a:cxnLst/>
              <a:rect l="l" t="t" r="r" b="b"/>
              <a:pathLst>
                <a:path w="1809115" h="139064">
                  <a:moveTo>
                    <a:pt x="1808606" y="138582"/>
                  </a:moveTo>
                  <a:lnTo>
                    <a:pt x="154812" y="138582"/>
                  </a:lnTo>
                  <a:lnTo>
                    <a:pt x="0" y="0"/>
                  </a:lnTo>
                </a:path>
              </a:pathLst>
            </a:custGeom>
            <a:ln w="12192">
              <a:solidFill>
                <a:srgbClr val="505050"/>
              </a:solidFill>
            </a:ln>
          </p:spPr>
          <p:txBody>
            <a:bodyPr wrap="square" lIns="0" tIns="0" rIns="0" bIns="0" rtlCol="0"/>
            <a:lstStyle/>
            <a:p>
              <a:endParaRPr/>
            </a:p>
          </p:txBody>
        </p:sp>
        <p:sp>
          <p:nvSpPr>
            <p:cNvPr id="41" name="object 41"/>
            <p:cNvSpPr/>
            <p:nvPr/>
          </p:nvSpPr>
          <p:spPr>
            <a:xfrm>
              <a:off x="8993123" y="5149596"/>
              <a:ext cx="670560" cy="669290"/>
            </a:xfrm>
            <a:custGeom>
              <a:avLst/>
              <a:gdLst/>
              <a:ahLst/>
              <a:cxnLst/>
              <a:rect l="l" t="t" r="r" b="b"/>
              <a:pathLst>
                <a:path w="670559" h="669289">
                  <a:moveTo>
                    <a:pt x="335152" y="0"/>
                  </a:moveTo>
                  <a:lnTo>
                    <a:pt x="267589" y="6730"/>
                  </a:lnTo>
                  <a:lnTo>
                    <a:pt x="204724" y="26288"/>
                  </a:lnTo>
                  <a:lnTo>
                    <a:pt x="147827" y="57149"/>
                  </a:lnTo>
                  <a:lnTo>
                    <a:pt x="98171" y="97916"/>
                  </a:lnTo>
                  <a:lnTo>
                    <a:pt x="57276" y="147446"/>
                  </a:lnTo>
                  <a:lnTo>
                    <a:pt x="26289" y="204215"/>
                  </a:lnTo>
                  <a:lnTo>
                    <a:pt x="6857" y="267080"/>
                  </a:lnTo>
                  <a:lnTo>
                    <a:pt x="0" y="334390"/>
                  </a:lnTo>
                  <a:lnTo>
                    <a:pt x="1777" y="368680"/>
                  </a:lnTo>
                  <a:lnTo>
                    <a:pt x="15112" y="433831"/>
                  </a:lnTo>
                  <a:lnTo>
                    <a:pt x="40512" y="493839"/>
                  </a:lnTo>
                  <a:lnTo>
                    <a:pt x="76580" y="547154"/>
                  </a:lnTo>
                  <a:lnTo>
                    <a:pt x="121920" y="592493"/>
                  </a:lnTo>
                  <a:lnTo>
                    <a:pt x="175386" y="628497"/>
                  </a:lnTo>
                  <a:lnTo>
                    <a:pt x="235584" y="653821"/>
                  </a:lnTo>
                  <a:lnTo>
                    <a:pt x="300990" y="667130"/>
                  </a:lnTo>
                  <a:lnTo>
                    <a:pt x="335152" y="668858"/>
                  </a:lnTo>
                  <a:lnTo>
                    <a:pt x="369443" y="667130"/>
                  </a:lnTo>
                  <a:lnTo>
                    <a:pt x="434848" y="653821"/>
                  </a:lnTo>
                  <a:lnTo>
                    <a:pt x="494919" y="628497"/>
                  </a:lnTo>
                  <a:lnTo>
                    <a:pt x="548385" y="592493"/>
                  </a:lnTo>
                  <a:lnTo>
                    <a:pt x="593851" y="547154"/>
                  </a:lnTo>
                  <a:lnTo>
                    <a:pt x="629920" y="493839"/>
                  </a:lnTo>
                  <a:lnTo>
                    <a:pt x="655320" y="433831"/>
                  </a:lnTo>
                  <a:lnTo>
                    <a:pt x="668654" y="368680"/>
                  </a:lnTo>
                  <a:lnTo>
                    <a:pt x="670432" y="334390"/>
                  </a:lnTo>
                  <a:lnTo>
                    <a:pt x="668654" y="300227"/>
                  </a:lnTo>
                  <a:lnTo>
                    <a:pt x="655320" y="234949"/>
                  </a:lnTo>
                  <a:lnTo>
                    <a:pt x="629920" y="175005"/>
                  </a:lnTo>
                  <a:lnTo>
                    <a:pt x="593851" y="121665"/>
                  </a:lnTo>
                  <a:lnTo>
                    <a:pt x="548385" y="76326"/>
                  </a:lnTo>
                  <a:lnTo>
                    <a:pt x="494919" y="40385"/>
                  </a:lnTo>
                  <a:lnTo>
                    <a:pt x="434848" y="14985"/>
                  </a:lnTo>
                  <a:lnTo>
                    <a:pt x="369443" y="1777"/>
                  </a:lnTo>
                  <a:lnTo>
                    <a:pt x="335152" y="0"/>
                  </a:lnTo>
                  <a:close/>
                </a:path>
              </a:pathLst>
            </a:custGeom>
            <a:solidFill>
              <a:srgbClr val="FFFFFF"/>
            </a:solidFill>
          </p:spPr>
          <p:txBody>
            <a:bodyPr wrap="square" lIns="0" tIns="0" rIns="0" bIns="0" rtlCol="0"/>
            <a:lstStyle/>
            <a:p>
              <a:endParaRPr/>
            </a:p>
          </p:txBody>
        </p:sp>
        <p:sp>
          <p:nvSpPr>
            <p:cNvPr id="42" name="object 42"/>
            <p:cNvSpPr/>
            <p:nvPr/>
          </p:nvSpPr>
          <p:spPr>
            <a:xfrm>
              <a:off x="8993123" y="5149596"/>
              <a:ext cx="670560" cy="669290"/>
            </a:xfrm>
            <a:custGeom>
              <a:avLst/>
              <a:gdLst/>
              <a:ahLst/>
              <a:cxnLst/>
              <a:rect l="l" t="t" r="r" b="b"/>
              <a:pathLst>
                <a:path w="670559" h="669289">
                  <a:moveTo>
                    <a:pt x="335152" y="0"/>
                  </a:moveTo>
                  <a:lnTo>
                    <a:pt x="267589" y="6730"/>
                  </a:lnTo>
                  <a:lnTo>
                    <a:pt x="204724" y="26288"/>
                  </a:lnTo>
                  <a:lnTo>
                    <a:pt x="147827" y="57149"/>
                  </a:lnTo>
                  <a:lnTo>
                    <a:pt x="98171" y="97916"/>
                  </a:lnTo>
                  <a:lnTo>
                    <a:pt x="57276" y="147446"/>
                  </a:lnTo>
                  <a:lnTo>
                    <a:pt x="26289" y="204215"/>
                  </a:lnTo>
                  <a:lnTo>
                    <a:pt x="6857" y="267080"/>
                  </a:lnTo>
                  <a:lnTo>
                    <a:pt x="0" y="334390"/>
                  </a:lnTo>
                  <a:lnTo>
                    <a:pt x="1777" y="368680"/>
                  </a:lnTo>
                  <a:lnTo>
                    <a:pt x="15112" y="433831"/>
                  </a:lnTo>
                  <a:lnTo>
                    <a:pt x="40512" y="493839"/>
                  </a:lnTo>
                  <a:lnTo>
                    <a:pt x="76580" y="547154"/>
                  </a:lnTo>
                  <a:lnTo>
                    <a:pt x="121920" y="592493"/>
                  </a:lnTo>
                  <a:lnTo>
                    <a:pt x="175386" y="628497"/>
                  </a:lnTo>
                  <a:lnTo>
                    <a:pt x="235584" y="653821"/>
                  </a:lnTo>
                  <a:lnTo>
                    <a:pt x="300990" y="667130"/>
                  </a:lnTo>
                  <a:lnTo>
                    <a:pt x="335152" y="668858"/>
                  </a:lnTo>
                  <a:lnTo>
                    <a:pt x="369443" y="667130"/>
                  </a:lnTo>
                  <a:lnTo>
                    <a:pt x="434848" y="653821"/>
                  </a:lnTo>
                  <a:lnTo>
                    <a:pt x="494919" y="628497"/>
                  </a:lnTo>
                  <a:lnTo>
                    <a:pt x="548385" y="592493"/>
                  </a:lnTo>
                  <a:lnTo>
                    <a:pt x="593851" y="547154"/>
                  </a:lnTo>
                  <a:lnTo>
                    <a:pt x="629920" y="493839"/>
                  </a:lnTo>
                  <a:lnTo>
                    <a:pt x="655320" y="433831"/>
                  </a:lnTo>
                  <a:lnTo>
                    <a:pt x="668654" y="368680"/>
                  </a:lnTo>
                  <a:lnTo>
                    <a:pt x="670432" y="334390"/>
                  </a:lnTo>
                  <a:lnTo>
                    <a:pt x="668654" y="300227"/>
                  </a:lnTo>
                  <a:lnTo>
                    <a:pt x="655320" y="234949"/>
                  </a:lnTo>
                  <a:lnTo>
                    <a:pt x="629920" y="175005"/>
                  </a:lnTo>
                  <a:lnTo>
                    <a:pt x="593851" y="121665"/>
                  </a:lnTo>
                  <a:lnTo>
                    <a:pt x="548385" y="76326"/>
                  </a:lnTo>
                  <a:lnTo>
                    <a:pt x="494919" y="40385"/>
                  </a:lnTo>
                  <a:lnTo>
                    <a:pt x="434848" y="14985"/>
                  </a:lnTo>
                  <a:lnTo>
                    <a:pt x="369443" y="1777"/>
                  </a:lnTo>
                  <a:lnTo>
                    <a:pt x="335152" y="0"/>
                  </a:lnTo>
                  <a:close/>
                </a:path>
              </a:pathLst>
            </a:custGeom>
            <a:ln w="9144">
              <a:solidFill>
                <a:srgbClr val="505050"/>
              </a:solidFill>
            </a:ln>
          </p:spPr>
          <p:txBody>
            <a:bodyPr wrap="square" lIns="0" tIns="0" rIns="0" bIns="0" rtlCol="0"/>
            <a:lstStyle/>
            <a:p>
              <a:endParaRPr/>
            </a:p>
          </p:txBody>
        </p:sp>
        <p:sp>
          <p:nvSpPr>
            <p:cNvPr id="43" name="object 43"/>
            <p:cNvSpPr/>
            <p:nvPr/>
          </p:nvSpPr>
          <p:spPr>
            <a:xfrm>
              <a:off x="9092183" y="5346192"/>
              <a:ext cx="461645" cy="263525"/>
            </a:xfrm>
            <a:custGeom>
              <a:avLst/>
              <a:gdLst/>
              <a:ahLst/>
              <a:cxnLst/>
              <a:rect l="l" t="t" r="r" b="b"/>
              <a:pathLst>
                <a:path w="461645" h="263525">
                  <a:moveTo>
                    <a:pt x="435101" y="0"/>
                  </a:moveTo>
                  <a:lnTo>
                    <a:pt x="26162" y="0"/>
                  </a:lnTo>
                  <a:lnTo>
                    <a:pt x="16001" y="2032"/>
                  </a:lnTo>
                  <a:lnTo>
                    <a:pt x="7620" y="7620"/>
                  </a:lnTo>
                  <a:lnTo>
                    <a:pt x="2032" y="16002"/>
                  </a:lnTo>
                  <a:lnTo>
                    <a:pt x="0" y="26162"/>
                  </a:lnTo>
                  <a:lnTo>
                    <a:pt x="0" y="237109"/>
                  </a:lnTo>
                  <a:lnTo>
                    <a:pt x="2032" y="247294"/>
                  </a:lnTo>
                  <a:lnTo>
                    <a:pt x="7620" y="255625"/>
                  </a:lnTo>
                  <a:lnTo>
                    <a:pt x="16001" y="261239"/>
                  </a:lnTo>
                  <a:lnTo>
                    <a:pt x="26162" y="263296"/>
                  </a:lnTo>
                  <a:lnTo>
                    <a:pt x="435101" y="263296"/>
                  </a:lnTo>
                  <a:lnTo>
                    <a:pt x="445389" y="261239"/>
                  </a:lnTo>
                  <a:lnTo>
                    <a:pt x="453644" y="255625"/>
                  </a:lnTo>
                  <a:lnTo>
                    <a:pt x="459359" y="247294"/>
                  </a:lnTo>
                  <a:lnTo>
                    <a:pt x="461391" y="237109"/>
                  </a:lnTo>
                  <a:lnTo>
                    <a:pt x="461391" y="26162"/>
                  </a:lnTo>
                  <a:lnTo>
                    <a:pt x="459359" y="16002"/>
                  </a:lnTo>
                  <a:lnTo>
                    <a:pt x="453644" y="7620"/>
                  </a:lnTo>
                  <a:lnTo>
                    <a:pt x="445389" y="2032"/>
                  </a:lnTo>
                  <a:lnTo>
                    <a:pt x="435101" y="0"/>
                  </a:lnTo>
                  <a:close/>
                </a:path>
              </a:pathLst>
            </a:custGeom>
            <a:solidFill>
              <a:srgbClr val="FFFFFF"/>
            </a:solidFill>
          </p:spPr>
          <p:txBody>
            <a:bodyPr wrap="square" lIns="0" tIns="0" rIns="0" bIns="0" rtlCol="0"/>
            <a:lstStyle/>
            <a:p>
              <a:endParaRPr/>
            </a:p>
          </p:txBody>
        </p:sp>
        <p:sp>
          <p:nvSpPr>
            <p:cNvPr id="44" name="object 44"/>
            <p:cNvSpPr/>
            <p:nvPr/>
          </p:nvSpPr>
          <p:spPr>
            <a:xfrm>
              <a:off x="9092945" y="5346954"/>
              <a:ext cx="461645" cy="263525"/>
            </a:xfrm>
            <a:custGeom>
              <a:avLst/>
              <a:gdLst/>
              <a:ahLst/>
              <a:cxnLst/>
              <a:rect l="l" t="t" r="r" b="b"/>
              <a:pathLst>
                <a:path w="461645" h="263525">
                  <a:moveTo>
                    <a:pt x="435101" y="263296"/>
                  </a:moveTo>
                  <a:lnTo>
                    <a:pt x="26161" y="263296"/>
                  </a:lnTo>
                  <a:lnTo>
                    <a:pt x="16001" y="261239"/>
                  </a:lnTo>
                  <a:lnTo>
                    <a:pt x="7620" y="255625"/>
                  </a:lnTo>
                  <a:lnTo>
                    <a:pt x="2031" y="247294"/>
                  </a:lnTo>
                  <a:lnTo>
                    <a:pt x="0" y="237109"/>
                  </a:lnTo>
                  <a:lnTo>
                    <a:pt x="0" y="26162"/>
                  </a:lnTo>
                  <a:lnTo>
                    <a:pt x="2031" y="16002"/>
                  </a:lnTo>
                  <a:lnTo>
                    <a:pt x="7620" y="7620"/>
                  </a:lnTo>
                  <a:lnTo>
                    <a:pt x="16001" y="2032"/>
                  </a:lnTo>
                  <a:lnTo>
                    <a:pt x="26161" y="0"/>
                  </a:lnTo>
                  <a:lnTo>
                    <a:pt x="435101" y="0"/>
                  </a:lnTo>
                  <a:lnTo>
                    <a:pt x="445388" y="2032"/>
                  </a:lnTo>
                  <a:lnTo>
                    <a:pt x="453644" y="7620"/>
                  </a:lnTo>
                  <a:lnTo>
                    <a:pt x="459358" y="16002"/>
                  </a:lnTo>
                  <a:lnTo>
                    <a:pt x="461390" y="26162"/>
                  </a:lnTo>
                  <a:lnTo>
                    <a:pt x="461390" y="237109"/>
                  </a:lnTo>
                  <a:lnTo>
                    <a:pt x="459358" y="247294"/>
                  </a:lnTo>
                  <a:lnTo>
                    <a:pt x="453644" y="255625"/>
                  </a:lnTo>
                  <a:lnTo>
                    <a:pt x="445388" y="261239"/>
                  </a:lnTo>
                  <a:lnTo>
                    <a:pt x="435101" y="263296"/>
                  </a:lnTo>
                  <a:close/>
                </a:path>
              </a:pathLst>
            </a:custGeom>
            <a:ln w="25908">
              <a:solidFill>
                <a:srgbClr val="1279D2"/>
              </a:solidFill>
            </a:ln>
          </p:spPr>
          <p:txBody>
            <a:bodyPr wrap="square" lIns="0" tIns="0" rIns="0" bIns="0" rtlCol="0"/>
            <a:lstStyle/>
            <a:p>
              <a:endParaRPr/>
            </a:p>
          </p:txBody>
        </p:sp>
        <p:sp>
          <p:nvSpPr>
            <p:cNvPr id="45" name="object 45"/>
            <p:cNvSpPr/>
            <p:nvPr/>
          </p:nvSpPr>
          <p:spPr>
            <a:xfrm>
              <a:off x="9212579" y="5428488"/>
              <a:ext cx="214883" cy="236004"/>
            </a:xfrm>
            <a:prstGeom prst="rect">
              <a:avLst/>
            </a:prstGeom>
            <a:blipFill>
              <a:blip r:embed="rId6" cstate="print"/>
              <a:stretch>
                <a:fillRect/>
              </a:stretch>
            </a:blipFill>
          </p:spPr>
          <p:txBody>
            <a:bodyPr wrap="square" lIns="0" tIns="0" rIns="0" bIns="0" rtlCol="0"/>
            <a:lstStyle/>
            <a:p>
              <a:endParaRPr/>
            </a:p>
          </p:txBody>
        </p:sp>
        <p:sp>
          <p:nvSpPr>
            <p:cNvPr id="46" name="object 46"/>
            <p:cNvSpPr/>
            <p:nvPr/>
          </p:nvSpPr>
          <p:spPr>
            <a:xfrm>
              <a:off x="9387839" y="5074920"/>
              <a:ext cx="306070" cy="306070"/>
            </a:xfrm>
            <a:custGeom>
              <a:avLst/>
              <a:gdLst/>
              <a:ahLst/>
              <a:cxnLst/>
              <a:rect l="l" t="t" r="r" b="b"/>
              <a:pathLst>
                <a:path w="306070" h="306070">
                  <a:moveTo>
                    <a:pt x="153034" y="0"/>
                  </a:moveTo>
                  <a:lnTo>
                    <a:pt x="85725" y="15493"/>
                  </a:lnTo>
                  <a:lnTo>
                    <a:pt x="33654" y="57276"/>
                  </a:lnTo>
                  <a:lnTo>
                    <a:pt x="4063" y="117855"/>
                  </a:lnTo>
                  <a:lnTo>
                    <a:pt x="0" y="153034"/>
                  </a:lnTo>
                  <a:lnTo>
                    <a:pt x="4063" y="188086"/>
                  </a:lnTo>
                  <a:lnTo>
                    <a:pt x="33654" y="248665"/>
                  </a:lnTo>
                  <a:lnTo>
                    <a:pt x="85725" y="290448"/>
                  </a:lnTo>
                  <a:lnTo>
                    <a:pt x="153034" y="305942"/>
                  </a:lnTo>
                  <a:lnTo>
                    <a:pt x="188086" y="301878"/>
                  </a:lnTo>
                  <a:lnTo>
                    <a:pt x="248665" y="272414"/>
                  </a:lnTo>
                  <a:lnTo>
                    <a:pt x="290449" y="220217"/>
                  </a:lnTo>
                  <a:lnTo>
                    <a:pt x="305942" y="153034"/>
                  </a:lnTo>
                  <a:lnTo>
                    <a:pt x="301878" y="117855"/>
                  </a:lnTo>
                  <a:lnTo>
                    <a:pt x="272414" y="57276"/>
                  </a:lnTo>
                  <a:lnTo>
                    <a:pt x="220217" y="15493"/>
                  </a:lnTo>
                  <a:lnTo>
                    <a:pt x="153034" y="0"/>
                  </a:lnTo>
                  <a:close/>
                </a:path>
              </a:pathLst>
            </a:custGeom>
            <a:solidFill>
              <a:srgbClr val="FFFFFF"/>
            </a:solidFill>
          </p:spPr>
          <p:txBody>
            <a:bodyPr wrap="square" lIns="0" tIns="0" rIns="0" bIns="0" rtlCol="0"/>
            <a:lstStyle/>
            <a:p>
              <a:endParaRPr/>
            </a:p>
          </p:txBody>
        </p:sp>
        <p:sp>
          <p:nvSpPr>
            <p:cNvPr id="47" name="object 47"/>
            <p:cNvSpPr/>
            <p:nvPr/>
          </p:nvSpPr>
          <p:spPr>
            <a:xfrm>
              <a:off x="9387839" y="5074920"/>
              <a:ext cx="306070" cy="306070"/>
            </a:xfrm>
            <a:custGeom>
              <a:avLst/>
              <a:gdLst/>
              <a:ahLst/>
              <a:cxnLst/>
              <a:rect l="l" t="t" r="r" b="b"/>
              <a:pathLst>
                <a:path w="306070" h="306070">
                  <a:moveTo>
                    <a:pt x="153034" y="0"/>
                  </a:moveTo>
                  <a:lnTo>
                    <a:pt x="85725" y="15493"/>
                  </a:lnTo>
                  <a:lnTo>
                    <a:pt x="33654" y="57276"/>
                  </a:lnTo>
                  <a:lnTo>
                    <a:pt x="4063" y="117855"/>
                  </a:lnTo>
                  <a:lnTo>
                    <a:pt x="0" y="153034"/>
                  </a:lnTo>
                  <a:lnTo>
                    <a:pt x="4063" y="188086"/>
                  </a:lnTo>
                  <a:lnTo>
                    <a:pt x="33654" y="248665"/>
                  </a:lnTo>
                  <a:lnTo>
                    <a:pt x="85725" y="290448"/>
                  </a:lnTo>
                  <a:lnTo>
                    <a:pt x="153034" y="305942"/>
                  </a:lnTo>
                  <a:lnTo>
                    <a:pt x="188086" y="301878"/>
                  </a:lnTo>
                  <a:lnTo>
                    <a:pt x="248665" y="272414"/>
                  </a:lnTo>
                  <a:lnTo>
                    <a:pt x="290449" y="220217"/>
                  </a:lnTo>
                  <a:lnTo>
                    <a:pt x="305942" y="153034"/>
                  </a:lnTo>
                  <a:lnTo>
                    <a:pt x="301878" y="117855"/>
                  </a:lnTo>
                  <a:lnTo>
                    <a:pt x="272414" y="57276"/>
                  </a:lnTo>
                  <a:lnTo>
                    <a:pt x="220217" y="15493"/>
                  </a:lnTo>
                  <a:lnTo>
                    <a:pt x="153034" y="0"/>
                  </a:lnTo>
                  <a:close/>
                </a:path>
              </a:pathLst>
            </a:custGeom>
            <a:ln w="9144">
              <a:solidFill>
                <a:srgbClr val="505050"/>
              </a:solidFill>
            </a:ln>
          </p:spPr>
          <p:txBody>
            <a:bodyPr wrap="square" lIns="0" tIns="0" rIns="0" bIns="0" rtlCol="0"/>
            <a:lstStyle/>
            <a:p>
              <a:endParaRPr/>
            </a:p>
          </p:txBody>
        </p:sp>
        <p:sp>
          <p:nvSpPr>
            <p:cNvPr id="48" name="object 48"/>
            <p:cNvSpPr/>
            <p:nvPr/>
          </p:nvSpPr>
          <p:spPr>
            <a:xfrm>
              <a:off x="9445751" y="5126736"/>
              <a:ext cx="188849" cy="168909"/>
            </a:xfrm>
            <a:prstGeom prst="rect">
              <a:avLst/>
            </a:prstGeom>
            <a:blipFill>
              <a:blip r:embed="rId7" cstate="print"/>
              <a:stretch>
                <a:fillRect/>
              </a:stretch>
            </a:blipFill>
          </p:spPr>
          <p:txBody>
            <a:bodyPr wrap="square" lIns="0" tIns="0" rIns="0" bIns="0" rtlCol="0"/>
            <a:lstStyle/>
            <a:p>
              <a:endParaRPr/>
            </a:p>
          </p:txBody>
        </p:sp>
      </p:grpSp>
      <p:sp>
        <p:nvSpPr>
          <p:cNvPr id="49" name="object 49"/>
          <p:cNvSpPr txBox="1"/>
          <p:nvPr/>
        </p:nvSpPr>
        <p:spPr>
          <a:xfrm>
            <a:off x="2868548" y="4024376"/>
            <a:ext cx="587375" cy="177800"/>
          </a:xfrm>
          <a:prstGeom prst="rect">
            <a:avLst/>
          </a:prstGeom>
        </p:spPr>
        <p:txBody>
          <a:bodyPr vert="horz" wrap="square" lIns="0" tIns="12065" rIns="0" bIns="0" rtlCol="0">
            <a:spAutoFit/>
          </a:bodyPr>
          <a:lstStyle/>
          <a:p>
            <a:pPr marL="12700">
              <a:lnSpc>
                <a:spcPct val="100000"/>
              </a:lnSpc>
              <a:spcBef>
                <a:spcPts val="95"/>
              </a:spcBef>
              <a:tabLst>
                <a:tab pos="354330" algn="l"/>
              </a:tabLst>
            </a:pPr>
            <a:r>
              <a:rPr sz="1350" b="1" spc="-7" baseline="3086" dirty="0">
                <a:solidFill>
                  <a:srgbClr val="FFFFFF"/>
                </a:solidFill>
                <a:latin typeface="Arial"/>
                <a:cs typeface="Arial"/>
              </a:rPr>
              <a:t>!	</a:t>
            </a:r>
            <a:r>
              <a:rPr sz="1000" spc="-185" dirty="0">
                <a:solidFill>
                  <a:srgbClr val="505050"/>
                </a:solidFill>
                <a:latin typeface="Arial Black"/>
                <a:cs typeface="Arial Black"/>
              </a:rPr>
              <a:t>R</a:t>
            </a:r>
            <a:r>
              <a:rPr sz="1000" spc="-110" dirty="0">
                <a:solidFill>
                  <a:srgbClr val="505050"/>
                </a:solidFill>
                <a:latin typeface="Arial Black"/>
                <a:cs typeface="Arial Black"/>
              </a:rPr>
              <a:t>i</a:t>
            </a:r>
            <a:r>
              <a:rPr sz="1000" spc="-204" dirty="0">
                <a:solidFill>
                  <a:srgbClr val="505050"/>
                </a:solidFill>
                <a:latin typeface="Arial Black"/>
                <a:cs typeface="Arial Black"/>
              </a:rPr>
              <a:t>s</a:t>
            </a:r>
            <a:r>
              <a:rPr sz="1000" spc="-175" dirty="0">
                <a:solidFill>
                  <a:srgbClr val="505050"/>
                </a:solidFill>
                <a:latin typeface="Arial Black"/>
                <a:cs typeface="Arial Black"/>
              </a:rPr>
              <a:t>k</a:t>
            </a:r>
            <a:endParaRPr sz="1000">
              <a:latin typeface="Arial Black"/>
              <a:cs typeface="Arial Black"/>
            </a:endParaRPr>
          </a:p>
        </p:txBody>
      </p:sp>
      <p:sp>
        <p:nvSpPr>
          <p:cNvPr id="50" name="object 50"/>
          <p:cNvSpPr txBox="1"/>
          <p:nvPr/>
        </p:nvSpPr>
        <p:spPr>
          <a:xfrm>
            <a:off x="3210305" y="4456557"/>
            <a:ext cx="384175" cy="177800"/>
          </a:xfrm>
          <a:prstGeom prst="rect">
            <a:avLst/>
          </a:prstGeom>
        </p:spPr>
        <p:txBody>
          <a:bodyPr vert="horz" wrap="square" lIns="0" tIns="12065" rIns="0" bIns="0" rtlCol="0">
            <a:spAutoFit/>
          </a:bodyPr>
          <a:lstStyle/>
          <a:p>
            <a:pPr marL="12700">
              <a:lnSpc>
                <a:spcPct val="100000"/>
              </a:lnSpc>
              <a:spcBef>
                <a:spcPts val="95"/>
              </a:spcBef>
            </a:pPr>
            <a:r>
              <a:rPr sz="1000" spc="-95" dirty="0">
                <a:solidFill>
                  <a:srgbClr val="505050"/>
                </a:solidFill>
                <a:latin typeface="Arial Black"/>
                <a:cs typeface="Arial Black"/>
              </a:rPr>
              <a:t>D</a:t>
            </a:r>
            <a:r>
              <a:rPr sz="1000" spc="-180" dirty="0">
                <a:solidFill>
                  <a:srgbClr val="505050"/>
                </a:solidFill>
                <a:latin typeface="Arial Black"/>
                <a:cs typeface="Arial Black"/>
              </a:rPr>
              <a:t>e</a:t>
            </a:r>
            <a:r>
              <a:rPr sz="1000" spc="-145" dirty="0">
                <a:solidFill>
                  <a:srgbClr val="505050"/>
                </a:solidFill>
                <a:latin typeface="Arial Black"/>
                <a:cs typeface="Arial Black"/>
              </a:rPr>
              <a:t>v</a:t>
            </a:r>
            <a:r>
              <a:rPr sz="1000" spc="-110" dirty="0">
                <a:solidFill>
                  <a:srgbClr val="505050"/>
                </a:solidFill>
                <a:latin typeface="Arial Black"/>
                <a:cs typeface="Arial Black"/>
              </a:rPr>
              <a:t>i</a:t>
            </a:r>
            <a:r>
              <a:rPr sz="1000" spc="-200" dirty="0">
                <a:solidFill>
                  <a:srgbClr val="505050"/>
                </a:solidFill>
                <a:latin typeface="Arial Black"/>
                <a:cs typeface="Arial Black"/>
              </a:rPr>
              <a:t>ce</a:t>
            </a:r>
            <a:endParaRPr sz="1000">
              <a:latin typeface="Arial Black"/>
              <a:cs typeface="Arial Black"/>
            </a:endParaRPr>
          </a:p>
        </p:txBody>
      </p:sp>
      <p:sp>
        <p:nvSpPr>
          <p:cNvPr id="51" name="object 51"/>
          <p:cNvSpPr txBox="1"/>
          <p:nvPr/>
        </p:nvSpPr>
        <p:spPr>
          <a:xfrm>
            <a:off x="9507473" y="5127497"/>
            <a:ext cx="60325" cy="153670"/>
          </a:xfrm>
          <a:prstGeom prst="rect">
            <a:avLst/>
          </a:prstGeom>
        </p:spPr>
        <p:txBody>
          <a:bodyPr vert="horz" wrap="square" lIns="0" tIns="11430" rIns="0" bIns="0" rtlCol="0">
            <a:spAutoFit/>
          </a:bodyPr>
          <a:lstStyle/>
          <a:p>
            <a:pPr marL="12700">
              <a:lnSpc>
                <a:spcPct val="100000"/>
              </a:lnSpc>
              <a:spcBef>
                <a:spcPts val="90"/>
              </a:spcBef>
            </a:pPr>
            <a:r>
              <a:rPr sz="850" b="1" spc="-10" dirty="0">
                <a:solidFill>
                  <a:srgbClr val="FFFFFF"/>
                </a:solidFill>
                <a:latin typeface="Arial"/>
                <a:cs typeface="Arial"/>
              </a:rPr>
              <a:t>!</a:t>
            </a:r>
            <a:endParaRPr sz="850">
              <a:latin typeface="Arial"/>
              <a:cs typeface="Arial"/>
            </a:endParaRPr>
          </a:p>
        </p:txBody>
      </p:sp>
      <p:grpSp>
        <p:nvGrpSpPr>
          <p:cNvPr id="52" name="object 52"/>
          <p:cNvGrpSpPr/>
          <p:nvPr/>
        </p:nvGrpSpPr>
        <p:grpSpPr>
          <a:xfrm>
            <a:off x="6233033" y="2665285"/>
            <a:ext cx="5040630" cy="4199255"/>
            <a:chOff x="6233033" y="2665285"/>
            <a:chExt cx="5040630" cy="4199255"/>
          </a:xfrm>
        </p:grpSpPr>
        <p:sp>
          <p:nvSpPr>
            <p:cNvPr id="53" name="object 53"/>
            <p:cNvSpPr/>
            <p:nvPr/>
          </p:nvSpPr>
          <p:spPr>
            <a:xfrm>
              <a:off x="8616696" y="2983992"/>
              <a:ext cx="1926589" cy="263525"/>
            </a:xfrm>
            <a:custGeom>
              <a:avLst/>
              <a:gdLst/>
              <a:ahLst/>
              <a:cxnLst/>
              <a:rect l="l" t="t" r="r" b="b"/>
              <a:pathLst>
                <a:path w="1926590" h="263525">
                  <a:moveTo>
                    <a:pt x="1926335" y="263398"/>
                  </a:moveTo>
                  <a:lnTo>
                    <a:pt x="278129" y="263398"/>
                  </a:lnTo>
                  <a:lnTo>
                    <a:pt x="0" y="0"/>
                  </a:lnTo>
                </a:path>
              </a:pathLst>
            </a:custGeom>
            <a:ln w="9144">
              <a:solidFill>
                <a:srgbClr val="505050"/>
              </a:solidFill>
            </a:ln>
          </p:spPr>
          <p:txBody>
            <a:bodyPr wrap="square" lIns="0" tIns="0" rIns="0" bIns="0" rtlCol="0"/>
            <a:lstStyle/>
            <a:p>
              <a:endParaRPr/>
            </a:p>
          </p:txBody>
        </p:sp>
        <p:sp>
          <p:nvSpPr>
            <p:cNvPr id="54" name="object 54"/>
            <p:cNvSpPr/>
            <p:nvPr/>
          </p:nvSpPr>
          <p:spPr>
            <a:xfrm>
              <a:off x="8118348" y="2670048"/>
              <a:ext cx="658495" cy="660400"/>
            </a:xfrm>
            <a:custGeom>
              <a:avLst/>
              <a:gdLst/>
              <a:ahLst/>
              <a:cxnLst/>
              <a:rect l="l" t="t" r="r" b="b"/>
              <a:pathLst>
                <a:path w="658495" h="660400">
                  <a:moveTo>
                    <a:pt x="329183" y="0"/>
                  </a:moveTo>
                  <a:lnTo>
                    <a:pt x="258572" y="7619"/>
                  </a:lnTo>
                  <a:lnTo>
                    <a:pt x="193167" y="29337"/>
                  </a:lnTo>
                  <a:lnTo>
                    <a:pt x="134747" y="63626"/>
                  </a:lnTo>
                  <a:lnTo>
                    <a:pt x="84835" y="108838"/>
                  </a:lnTo>
                  <a:lnTo>
                    <a:pt x="44957" y="163449"/>
                  </a:lnTo>
                  <a:lnTo>
                    <a:pt x="16763" y="225678"/>
                  </a:lnTo>
                  <a:lnTo>
                    <a:pt x="1904" y="294004"/>
                  </a:lnTo>
                  <a:lnTo>
                    <a:pt x="0" y="329946"/>
                  </a:lnTo>
                  <a:lnTo>
                    <a:pt x="1904" y="365887"/>
                  </a:lnTo>
                  <a:lnTo>
                    <a:pt x="16763" y="434213"/>
                  </a:lnTo>
                  <a:lnTo>
                    <a:pt x="44957" y="496442"/>
                  </a:lnTo>
                  <a:lnTo>
                    <a:pt x="84835" y="550926"/>
                  </a:lnTo>
                  <a:lnTo>
                    <a:pt x="134747" y="596264"/>
                  </a:lnTo>
                  <a:lnTo>
                    <a:pt x="193167" y="630554"/>
                  </a:lnTo>
                  <a:lnTo>
                    <a:pt x="258572" y="652272"/>
                  </a:lnTo>
                  <a:lnTo>
                    <a:pt x="329183" y="659891"/>
                  </a:lnTo>
                  <a:lnTo>
                    <a:pt x="364998" y="657987"/>
                  </a:lnTo>
                  <a:lnTo>
                    <a:pt x="433197" y="643001"/>
                  </a:lnTo>
                  <a:lnTo>
                    <a:pt x="495300" y="614806"/>
                  </a:lnTo>
                  <a:lnTo>
                    <a:pt x="549655" y="574801"/>
                  </a:lnTo>
                  <a:lnTo>
                    <a:pt x="594868" y="524763"/>
                  </a:lnTo>
                  <a:lnTo>
                    <a:pt x="629030" y="466216"/>
                  </a:lnTo>
                  <a:lnTo>
                    <a:pt x="650748" y="400685"/>
                  </a:lnTo>
                  <a:lnTo>
                    <a:pt x="658368" y="329946"/>
                  </a:lnTo>
                  <a:lnTo>
                    <a:pt x="656462" y="294004"/>
                  </a:lnTo>
                  <a:lnTo>
                    <a:pt x="641603" y="225678"/>
                  </a:lnTo>
                  <a:lnTo>
                    <a:pt x="613409" y="163449"/>
                  </a:lnTo>
                  <a:lnTo>
                    <a:pt x="573531" y="108838"/>
                  </a:lnTo>
                  <a:lnTo>
                    <a:pt x="523621" y="63626"/>
                  </a:lnTo>
                  <a:lnTo>
                    <a:pt x="465074" y="29337"/>
                  </a:lnTo>
                  <a:lnTo>
                    <a:pt x="399796" y="7619"/>
                  </a:lnTo>
                  <a:lnTo>
                    <a:pt x="329183" y="0"/>
                  </a:lnTo>
                  <a:close/>
                </a:path>
              </a:pathLst>
            </a:custGeom>
            <a:solidFill>
              <a:srgbClr val="FFFFFF"/>
            </a:solidFill>
          </p:spPr>
          <p:txBody>
            <a:bodyPr wrap="square" lIns="0" tIns="0" rIns="0" bIns="0" rtlCol="0"/>
            <a:lstStyle/>
            <a:p>
              <a:endParaRPr/>
            </a:p>
          </p:txBody>
        </p:sp>
        <p:sp>
          <p:nvSpPr>
            <p:cNvPr id="55" name="object 55"/>
            <p:cNvSpPr/>
            <p:nvPr/>
          </p:nvSpPr>
          <p:spPr>
            <a:xfrm>
              <a:off x="8118348" y="2670048"/>
              <a:ext cx="658495" cy="660400"/>
            </a:xfrm>
            <a:custGeom>
              <a:avLst/>
              <a:gdLst/>
              <a:ahLst/>
              <a:cxnLst/>
              <a:rect l="l" t="t" r="r" b="b"/>
              <a:pathLst>
                <a:path w="658495" h="660400">
                  <a:moveTo>
                    <a:pt x="329183" y="0"/>
                  </a:moveTo>
                  <a:lnTo>
                    <a:pt x="258572" y="7619"/>
                  </a:lnTo>
                  <a:lnTo>
                    <a:pt x="193167" y="29337"/>
                  </a:lnTo>
                  <a:lnTo>
                    <a:pt x="134747" y="63626"/>
                  </a:lnTo>
                  <a:lnTo>
                    <a:pt x="84835" y="108838"/>
                  </a:lnTo>
                  <a:lnTo>
                    <a:pt x="44957" y="163449"/>
                  </a:lnTo>
                  <a:lnTo>
                    <a:pt x="16763" y="225678"/>
                  </a:lnTo>
                  <a:lnTo>
                    <a:pt x="1904" y="294004"/>
                  </a:lnTo>
                  <a:lnTo>
                    <a:pt x="0" y="329946"/>
                  </a:lnTo>
                  <a:lnTo>
                    <a:pt x="1904" y="365887"/>
                  </a:lnTo>
                  <a:lnTo>
                    <a:pt x="16763" y="434213"/>
                  </a:lnTo>
                  <a:lnTo>
                    <a:pt x="44957" y="496442"/>
                  </a:lnTo>
                  <a:lnTo>
                    <a:pt x="84835" y="550926"/>
                  </a:lnTo>
                  <a:lnTo>
                    <a:pt x="134747" y="596264"/>
                  </a:lnTo>
                  <a:lnTo>
                    <a:pt x="193167" y="630554"/>
                  </a:lnTo>
                  <a:lnTo>
                    <a:pt x="258572" y="652272"/>
                  </a:lnTo>
                  <a:lnTo>
                    <a:pt x="329183" y="659891"/>
                  </a:lnTo>
                  <a:lnTo>
                    <a:pt x="364998" y="657987"/>
                  </a:lnTo>
                  <a:lnTo>
                    <a:pt x="433197" y="643001"/>
                  </a:lnTo>
                  <a:lnTo>
                    <a:pt x="495300" y="614806"/>
                  </a:lnTo>
                  <a:lnTo>
                    <a:pt x="549655" y="574801"/>
                  </a:lnTo>
                  <a:lnTo>
                    <a:pt x="594868" y="524763"/>
                  </a:lnTo>
                  <a:lnTo>
                    <a:pt x="629030" y="466216"/>
                  </a:lnTo>
                  <a:lnTo>
                    <a:pt x="650748" y="400685"/>
                  </a:lnTo>
                  <a:lnTo>
                    <a:pt x="658368" y="329946"/>
                  </a:lnTo>
                  <a:lnTo>
                    <a:pt x="656462" y="294004"/>
                  </a:lnTo>
                  <a:lnTo>
                    <a:pt x="641603" y="225678"/>
                  </a:lnTo>
                  <a:lnTo>
                    <a:pt x="613409" y="163449"/>
                  </a:lnTo>
                  <a:lnTo>
                    <a:pt x="573531" y="108838"/>
                  </a:lnTo>
                  <a:lnTo>
                    <a:pt x="523621" y="63626"/>
                  </a:lnTo>
                  <a:lnTo>
                    <a:pt x="465074" y="29337"/>
                  </a:lnTo>
                  <a:lnTo>
                    <a:pt x="399796" y="7619"/>
                  </a:lnTo>
                  <a:lnTo>
                    <a:pt x="329183" y="0"/>
                  </a:lnTo>
                  <a:close/>
                </a:path>
              </a:pathLst>
            </a:custGeom>
            <a:ln w="9144">
              <a:solidFill>
                <a:srgbClr val="505050"/>
              </a:solidFill>
            </a:ln>
          </p:spPr>
          <p:txBody>
            <a:bodyPr wrap="square" lIns="0" tIns="0" rIns="0" bIns="0" rtlCol="0"/>
            <a:lstStyle/>
            <a:p>
              <a:endParaRPr/>
            </a:p>
          </p:txBody>
        </p:sp>
        <p:sp>
          <p:nvSpPr>
            <p:cNvPr id="56" name="object 56"/>
            <p:cNvSpPr/>
            <p:nvPr/>
          </p:nvSpPr>
          <p:spPr>
            <a:xfrm>
              <a:off x="8272272" y="2784348"/>
              <a:ext cx="381000" cy="411480"/>
            </a:xfrm>
            <a:custGeom>
              <a:avLst/>
              <a:gdLst/>
              <a:ahLst/>
              <a:cxnLst/>
              <a:rect l="l" t="t" r="r" b="b"/>
              <a:pathLst>
                <a:path w="381000" h="411480">
                  <a:moveTo>
                    <a:pt x="298450" y="0"/>
                  </a:moveTo>
                  <a:lnTo>
                    <a:pt x="20574" y="0"/>
                  </a:lnTo>
                  <a:lnTo>
                    <a:pt x="0" y="30861"/>
                  </a:lnTo>
                  <a:lnTo>
                    <a:pt x="0" y="400938"/>
                  </a:lnTo>
                  <a:lnTo>
                    <a:pt x="72008" y="411225"/>
                  </a:lnTo>
                  <a:lnTo>
                    <a:pt x="360172" y="411225"/>
                  </a:lnTo>
                  <a:lnTo>
                    <a:pt x="380746" y="390651"/>
                  </a:lnTo>
                  <a:lnTo>
                    <a:pt x="380746" y="82168"/>
                  </a:lnTo>
                  <a:lnTo>
                    <a:pt x="298450" y="0"/>
                  </a:lnTo>
                  <a:close/>
                </a:path>
              </a:pathLst>
            </a:custGeom>
            <a:solidFill>
              <a:srgbClr val="FFFFFF"/>
            </a:solidFill>
          </p:spPr>
          <p:txBody>
            <a:bodyPr wrap="square" lIns="0" tIns="0" rIns="0" bIns="0" rtlCol="0"/>
            <a:lstStyle/>
            <a:p>
              <a:endParaRPr/>
            </a:p>
          </p:txBody>
        </p:sp>
        <p:sp>
          <p:nvSpPr>
            <p:cNvPr id="57" name="object 57"/>
            <p:cNvSpPr/>
            <p:nvPr/>
          </p:nvSpPr>
          <p:spPr>
            <a:xfrm>
              <a:off x="8257159" y="2773679"/>
              <a:ext cx="407034" cy="424815"/>
            </a:xfrm>
            <a:custGeom>
              <a:avLst/>
              <a:gdLst/>
              <a:ahLst/>
              <a:cxnLst/>
              <a:rect l="l" t="t" r="r" b="b"/>
              <a:pathLst>
                <a:path w="407034" h="424814">
                  <a:moveTo>
                    <a:pt x="406654" y="374904"/>
                  </a:moveTo>
                  <a:lnTo>
                    <a:pt x="406527" y="98171"/>
                  </a:lnTo>
                  <a:lnTo>
                    <a:pt x="381381" y="98171"/>
                  </a:lnTo>
                  <a:lnTo>
                    <a:pt x="382651" y="99441"/>
                  </a:lnTo>
                  <a:lnTo>
                    <a:pt x="382524" y="374015"/>
                  </a:lnTo>
                  <a:lnTo>
                    <a:pt x="364617" y="399415"/>
                  </a:lnTo>
                  <a:lnTo>
                    <a:pt x="362204" y="400050"/>
                  </a:lnTo>
                  <a:lnTo>
                    <a:pt x="360426" y="400050"/>
                  </a:lnTo>
                  <a:lnTo>
                    <a:pt x="356870" y="400050"/>
                  </a:lnTo>
                  <a:lnTo>
                    <a:pt x="204089" y="400050"/>
                  </a:lnTo>
                  <a:lnTo>
                    <a:pt x="51435" y="400304"/>
                  </a:lnTo>
                  <a:lnTo>
                    <a:pt x="40640" y="398526"/>
                  </a:lnTo>
                  <a:lnTo>
                    <a:pt x="32004" y="393446"/>
                  </a:lnTo>
                  <a:lnTo>
                    <a:pt x="26162" y="384810"/>
                  </a:lnTo>
                  <a:lnTo>
                    <a:pt x="24130" y="373380"/>
                  </a:lnTo>
                  <a:lnTo>
                    <a:pt x="24003" y="53594"/>
                  </a:lnTo>
                  <a:lnTo>
                    <a:pt x="24384" y="47498"/>
                  </a:lnTo>
                  <a:lnTo>
                    <a:pt x="43053" y="24892"/>
                  </a:lnTo>
                  <a:lnTo>
                    <a:pt x="352425" y="24765"/>
                  </a:lnTo>
                  <a:lnTo>
                    <a:pt x="328549" y="889"/>
                  </a:lnTo>
                  <a:lnTo>
                    <a:pt x="326136" y="0"/>
                  </a:lnTo>
                  <a:lnTo>
                    <a:pt x="48514" y="127"/>
                  </a:lnTo>
                  <a:lnTo>
                    <a:pt x="9271" y="15748"/>
                  </a:lnTo>
                  <a:lnTo>
                    <a:pt x="0" y="50546"/>
                  </a:lnTo>
                  <a:lnTo>
                    <a:pt x="127" y="376301"/>
                  </a:lnTo>
                  <a:lnTo>
                    <a:pt x="14859" y="415290"/>
                  </a:lnTo>
                  <a:lnTo>
                    <a:pt x="50292" y="424815"/>
                  </a:lnTo>
                  <a:lnTo>
                    <a:pt x="360934" y="424688"/>
                  </a:lnTo>
                  <a:lnTo>
                    <a:pt x="398907" y="407289"/>
                  </a:lnTo>
                  <a:lnTo>
                    <a:pt x="401955" y="400304"/>
                  </a:lnTo>
                  <a:lnTo>
                    <a:pt x="401955" y="400050"/>
                  </a:lnTo>
                  <a:lnTo>
                    <a:pt x="405003" y="393192"/>
                  </a:lnTo>
                  <a:lnTo>
                    <a:pt x="406654" y="374904"/>
                  </a:lnTo>
                  <a:close/>
                </a:path>
              </a:pathLst>
            </a:custGeom>
            <a:solidFill>
              <a:srgbClr val="1279D2"/>
            </a:solidFill>
          </p:spPr>
          <p:txBody>
            <a:bodyPr wrap="square" lIns="0" tIns="0" rIns="0" bIns="0" rtlCol="0"/>
            <a:lstStyle/>
            <a:p>
              <a:endParaRPr/>
            </a:p>
          </p:txBody>
        </p:sp>
        <p:sp>
          <p:nvSpPr>
            <p:cNvPr id="58" name="object 58"/>
            <p:cNvSpPr/>
            <p:nvPr/>
          </p:nvSpPr>
          <p:spPr>
            <a:xfrm>
              <a:off x="8567420" y="2798445"/>
              <a:ext cx="96393" cy="73659"/>
            </a:xfrm>
            <a:prstGeom prst="rect">
              <a:avLst/>
            </a:prstGeom>
            <a:blipFill>
              <a:blip r:embed="rId8" cstate="print"/>
              <a:stretch>
                <a:fillRect/>
              </a:stretch>
            </a:blipFill>
          </p:spPr>
          <p:txBody>
            <a:bodyPr wrap="square" lIns="0" tIns="0" rIns="0" bIns="0" rtlCol="0"/>
            <a:lstStyle/>
            <a:p>
              <a:endParaRPr/>
            </a:p>
          </p:txBody>
        </p:sp>
        <p:sp>
          <p:nvSpPr>
            <p:cNvPr id="59" name="object 59"/>
            <p:cNvSpPr/>
            <p:nvPr/>
          </p:nvSpPr>
          <p:spPr>
            <a:xfrm>
              <a:off x="8350758" y="2862834"/>
              <a:ext cx="220979" cy="274320"/>
            </a:xfrm>
            <a:custGeom>
              <a:avLst/>
              <a:gdLst/>
              <a:ahLst/>
              <a:cxnLst/>
              <a:rect l="l" t="t" r="r" b="b"/>
              <a:pathLst>
                <a:path w="220979" h="274319">
                  <a:moveTo>
                    <a:pt x="220599" y="38100"/>
                  </a:moveTo>
                  <a:lnTo>
                    <a:pt x="110236" y="0"/>
                  </a:lnTo>
                  <a:lnTo>
                    <a:pt x="0" y="38100"/>
                  </a:lnTo>
                  <a:lnTo>
                    <a:pt x="19939" y="155448"/>
                  </a:lnTo>
                  <a:lnTo>
                    <a:pt x="57531" y="227711"/>
                  </a:lnTo>
                  <a:lnTo>
                    <a:pt x="93980" y="264160"/>
                  </a:lnTo>
                  <a:lnTo>
                    <a:pt x="110236" y="274192"/>
                  </a:lnTo>
                  <a:lnTo>
                    <a:pt x="114808" y="271906"/>
                  </a:lnTo>
                  <a:lnTo>
                    <a:pt x="163068" y="227711"/>
                  </a:lnTo>
                  <a:lnTo>
                    <a:pt x="200660" y="155448"/>
                  </a:lnTo>
                  <a:lnTo>
                    <a:pt x="213995" y="102996"/>
                  </a:lnTo>
                  <a:lnTo>
                    <a:pt x="220599" y="38100"/>
                  </a:lnTo>
                  <a:close/>
                </a:path>
              </a:pathLst>
            </a:custGeom>
            <a:ln w="38100">
              <a:solidFill>
                <a:srgbClr val="1279D2"/>
              </a:solidFill>
            </a:ln>
          </p:spPr>
          <p:txBody>
            <a:bodyPr wrap="square" lIns="0" tIns="0" rIns="0" bIns="0" rtlCol="0"/>
            <a:lstStyle/>
            <a:p>
              <a:endParaRPr/>
            </a:p>
          </p:txBody>
        </p:sp>
        <p:sp>
          <p:nvSpPr>
            <p:cNvPr id="60" name="object 60"/>
            <p:cNvSpPr/>
            <p:nvPr/>
          </p:nvSpPr>
          <p:spPr>
            <a:xfrm>
              <a:off x="10480548" y="4162044"/>
              <a:ext cx="788035" cy="786130"/>
            </a:xfrm>
            <a:custGeom>
              <a:avLst/>
              <a:gdLst/>
              <a:ahLst/>
              <a:cxnLst/>
              <a:rect l="l" t="t" r="r" b="b"/>
              <a:pathLst>
                <a:path w="788034" h="786129">
                  <a:moveTo>
                    <a:pt x="395350" y="0"/>
                  </a:moveTo>
                  <a:lnTo>
                    <a:pt x="324484" y="6095"/>
                  </a:lnTo>
                  <a:lnTo>
                    <a:pt x="257809" y="24129"/>
                  </a:lnTo>
                  <a:lnTo>
                    <a:pt x="196342" y="52958"/>
                  </a:lnTo>
                  <a:lnTo>
                    <a:pt x="141224" y="91566"/>
                  </a:lnTo>
                  <a:lnTo>
                    <a:pt x="93599" y="138683"/>
                  </a:lnTo>
                  <a:lnTo>
                    <a:pt x="54482" y="193420"/>
                  </a:lnTo>
                  <a:lnTo>
                    <a:pt x="25146" y="254507"/>
                  </a:lnTo>
                  <a:lnTo>
                    <a:pt x="6603" y="320928"/>
                  </a:lnTo>
                  <a:lnTo>
                    <a:pt x="0" y="391540"/>
                  </a:lnTo>
                  <a:lnTo>
                    <a:pt x="1524" y="427354"/>
                  </a:lnTo>
                  <a:lnTo>
                    <a:pt x="13716" y="496188"/>
                  </a:lnTo>
                  <a:lnTo>
                    <a:pt x="37337" y="560196"/>
                  </a:lnTo>
                  <a:lnTo>
                    <a:pt x="71247" y="618489"/>
                  </a:lnTo>
                  <a:lnTo>
                    <a:pt x="114300" y="669924"/>
                  </a:lnTo>
                  <a:lnTo>
                    <a:pt x="165480" y="713358"/>
                  </a:lnTo>
                  <a:lnTo>
                    <a:pt x="223774" y="747648"/>
                  </a:lnTo>
                  <a:lnTo>
                    <a:pt x="287781" y="771651"/>
                  </a:lnTo>
                  <a:lnTo>
                    <a:pt x="356616" y="784351"/>
                  </a:lnTo>
                  <a:lnTo>
                    <a:pt x="392429" y="786129"/>
                  </a:lnTo>
                  <a:lnTo>
                    <a:pt x="428244" y="784605"/>
                  </a:lnTo>
                  <a:lnTo>
                    <a:pt x="497204" y="772413"/>
                  </a:lnTo>
                  <a:lnTo>
                    <a:pt x="561340" y="748918"/>
                  </a:lnTo>
                  <a:lnTo>
                    <a:pt x="619886" y="715009"/>
                  </a:lnTo>
                  <a:lnTo>
                    <a:pt x="671322" y="671956"/>
                  </a:lnTo>
                  <a:lnTo>
                    <a:pt x="714882" y="620902"/>
                  </a:lnTo>
                  <a:lnTo>
                    <a:pt x="749173" y="562863"/>
                  </a:lnTo>
                  <a:lnTo>
                    <a:pt x="773302" y="498982"/>
                  </a:lnTo>
                  <a:lnTo>
                    <a:pt x="786002" y="430275"/>
                  </a:lnTo>
                  <a:lnTo>
                    <a:pt x="787780" y="394461"/>
                  </a:lnTo>
                  <a:lnTo>
                    <a:pt x="786256" y="358647"/>
                  </a:lnTo>
                  <a:lnTo>
                    <a:pt x="774065" y="289940"/>
                  </a:lnTo>
                  <a:lnTo>
                    <a:pt x="750443" y="225805"/>
                  </a:lnTo>
                  <a:lnTo>
                    <a:pt x="716533" y="167512"/>
                  </a:lnTo>
                  <a:lnTo>
                    <a:pt x="673353" y="116077"/>
                  </a:lnTo>
                  <a:lnTo>
                    <a:pt x="622173" y="72770"/>
                  </a:lnTo>
                  <a:lnTo>
                    <a:pt x="564006" y="38480"/>
                  </a:lnTo>
                  <a:lnTo>
                    <a:pt x="499999" y="14477"/>
                  </a:lnTo>
                  <a:lnTo>
                    <a:pt x="431165" y="1777"/>
                  </a:lnTo>
                  <a:lnTo>
                    <a:pt x="395350" y="0"/>
                  </a:lnTo>
                  <a:close/>
                </a:path>
              </a:pathLst>
            </a:custGeom>
            <a:solidFill>
              <a:srgbClr val="FFFFFF"/>
            </a:solidFill>
          </p:spPr>
          <p:txBody>
            <a:bodyPr wrap="square" lIns="0" tIns="0" rIns="0" bIns="0" rtlCol="0"/>
            <a:lstStyle/>
            <a:p>
              <a:endParaRPr/>
            </a:p>
          </p:txBody>
        </p:sp>
        <p:sp>
          <p:nvSpPr>
            <p:cNvPr id="61" name="object 61"/>
            <p:cNvSpPr/>
            <p:nvPr/>
          </p:nvSpPr>
          <p:spPr>
            <a:xfrm>
              <a:off x="10480548" y="4162044"/>
              <a:ext cx="788035" cy="786130"/>
            </a:xfrm>
            <a:custGeom>
              <a:avLst/>
              <a:gdLst/>
              <a:ahLst/>
              <a:cxnLst/>
              <a:rect l="l" t="t" r="r" b="b"/>
              <a:pathLst>
                <a:path w="788034" h="786129">
                  <a:moveTo>
                    <a:pt x="395350" y="0"/>
                  </a:moveTo>
                  <a:lnTo>
                    <a:pt x="324484" y="6095"/>
                  </a:lnTo>
                  <a:lnTo>
                    <a:pt x="257809" y="24129"/>
                  </a:lnTo>
                  <a:lnTo>
                    <a:pt x="196342" y="52958"/>
                  </a:lnTo>
                  <a:lnTo>
                    <a:pt x="141224" y="91566"/>
                  </a:lnTo>
                  <a:lnTo>
                    <a:pt x="93599" y="138683"/>
                  </a:lnTo>
                  <a:lnTo>
                    <a:pt x="54482" y="193420"/>
                  </a:lnTo>
                  <a:lnTo>
                    <a:pt x="25146" y="254507"/>
                  </a:lnTo>
                  <a:lnTo>
                    <a:pt x="6603" y="320928"/>
                  </a:lnTo>
                  <a:lnTo>
                    <a:pt x="0" y="391540"/>
                  </a:lnTo>
                  <a:lnTo>
                    <a:pt x="1524" y="427354"/>
                  </a:lnTo>
                  <a:lnTo>
                    <a:pt x="13716" y="496188"/>
                  </a:lnTo>
                  <a:lnTo>
                    <a:pt x="37337" y="560196"/>
                  </a:lnTo>
                  <a:lnTo>
                    <a:pt x="71247" y="618489"/>
                  </a:lnTo>
                  <a:lnTo>
                    <a:pt x="114300" y="669924"/>
                  </a:lnTo>
                  <a:lnTo>
                    <a:pt x="165480" y="713358"/>
                  </a:lnTo>
                  <a:lnTo>
                    <a:pt x="223774" y="747648"/>
                  </a:lnTo>
                  <a:lnTo>
                    <a:pt x="287781" y="771651"/>
                  </a:lnTo>
                  <a:lnTo>
                    <a:pt x="356616" y="784351"/>
                  </a:lnTo>
                  <a:lnTo>
                    <a:pt x="392429" y="786129"/>
                  </a:lnTo>
                  <a:lnTo>
                    <a:pt x="428244" y="784605"/>
                  </a:lnTo>
                  <a:lnTo>
                    <a:pt x="497204" y="772413"/>
                  </a:lnTo>
                  <a:lnTo>
                    <a:pt x="561340" y="748918"/>
                  </a:lnTo>
                  <a:lnTo>
                    <a:pt x="619886" y="715009"/>
                  </a:lnTo>
                  <a:lnTo>
                    <a:pt x="671322" y="671956"/>
                  </a:lnTo>
                  <a:lnTo>
                    <a:pt x="714882" y="620902"/>
                  </a:lnTo>
                  <a:lnTo>
                    <a:pt x="749173" y="562863"/>
                  </a:lnTo>
                  <a:lnTo>
                    <a:pt x="773302" y="498982"/>
                  </a:lnTo>
                  <a:lnTo>
                    <a:pt x="786002" y="430275"/>
                  </a:lnTo>
                  <a:lnTo>
                    <a:pt x="787780" y="394461"/>
                  </a:lnTo>
                  <a:lnTo>
                    <a:pt x="786256" y="358647"/>
                  </a:lnTo>
                  <a:lnTo>
                    <a:pt x="774065" y="289940"/>
                  </a:lnTo>
                  <a:lnTo>
                    <a:pt x="750443" y="225805"/>
                  </a:lnTo>
                  <a:lnTo>
                    <a:pt x="716533" y="167512"/>
                  </a:lnTo>
                  <a:lnTo>
                    <a:pt x="673353" y="116077"/>
                  </a:lnTo>
                  <a:lnTo>
                    <a:pt x="622173" y="72770"/>
                  </a:lnTo>
                  <a:lnTo>
                    <a:pt x="564006" y="38480"/>
                  </a:lnTo>
                  <a:lnTo>
                    <a:pt x="499999" y="14477"/>
                  </a:lnTo>
                  <a:lnTo>
                    <a:pt x="431165" y="1777"/>
                  </a:lnTo>
                  <a:lnTo>
                    <a:pt x="395350" y="0"/>
                  </a:lnTo>
                  <a:close/>
                </a:path>
              </a:pathLst>
            </a:custGeom>
            <a:ln w="9144">
              <a:solidFill>
                <a:srgbClr val="505050"/>
              </a:solidFill>
            </a:ln>
          </p:spPr>
          <p:txBody>
            <a:bodyPr wrap="square" lIns="0" tIns="0" rIns="0" bIns="0" rtlCol="0"/>
            <a:lstStyle/>
            <a:p>
              <a:endParaRPr/>
            </a:p>
          </p:txBody>
        </p:sp>
        <p:sp>
          <p:nvSpPr>
            <p:cNvPr id="62" name="object 62"/>
            <p:cNvSpPr/>
            <p:nvPr/>
          </p:nvSpPr>
          <p:spPr>
            <a:xfrm>
              <a:off x="10672572" y="4302251"/>
              <a:ext cx="445134" cy="181610"/>
            </a:xfrm>
            <a:custGeom>
              <a:avLst/>
              <a:gdLst/>
              <a:ahLst/>
              <a:cxnLst/>
              <a:rect l="l" t="t" r="r" b="b"/>
              <a:pathLst>
                <a:path w="445134" h="181610">
                  <a:moveTo>
                    <a:pt x="444627" y="153289"/>
                  </a:moveTo>
                  <a:lnTo>
                    <a:pt x="315468" y="137795"/>
                  </a:lnTo>
                  <a:lnTo>
                    <a:pt x="342011" y="140335"/>
                  </a:lnTo>
                  <a:lnTo>
                    <a:pt x="341630" y="137795"/>
                  </a:lnTo>
                  <a:lnTo>
                    <a:pt x="336804" y="106426"/>
                  </a:lnTo>
                  <a:lnTo>
                    <a:pt x="323723" y="21844"/>
                  </a:lnTo>
                  <a:lnTo>
                    <a:pt x="90297" y="0"/>
                  </a:lnTo>
                  <a:lnTo>
                    <a:pt x="52705" y="106426"/>
                  </a:lnTo>
                  <a:lnTo>
                    <a:pt x="3302" y="100457"/>
                  </a:lnTo>
                  <a:lnTo>
                    <a:pt x="0" y="128397"/>
                  </a:lnTo>
                  <a:lnTo>
                    <a:pt x="441325" y="181229"/>
                  </a:lnTo>
                  <a:lnTo>
                    <a:pt x="444627" y="153289"/>
                  </a:lnTo>
                  <a:close/>
                </a:path>
              </a:pathLst>
            </a:custGeom>
            <a:solidFill>
              <a:srgbClr val="505050"/>
            </a:solidFill>
          </p:spPr>
          <p:txBody>
            <a:bodyPr wrap="square" lIns="0" tIns="0" rIns="0" bIns="0" rtlCol="0"/>
            <a:lstStyle/>
            <a:p>
              <a:endParaRPr/>
            </a:p>
          </p:txBody>
        </p:sp>
        <p:sp>
          <p:nvSpPr>
            <p:cNvPr id="63" name="object 63"/>
            <p:cNvSpPr/>
            <p:nvPr/>
          </p:nvSpPr>
          <p:spPr>
            <a:xfrm>
              <a:off x="10648950" y="4528566"/>
              <a:ext cx="421005" cy="215265"/>
            </a:xfrm>
            <a:custGeom>
              <a:avLst/>
              <a:gdLst/>
              <a:ahLst/>
              <a:cxnLst/>
              <a:rect l="l" t="t" r="r" b="b"/>
              <a:pathLst>
                <a:path w="421004" h="215264">
                  <a:moveTo>
                    <a:pt x="143636" y="114680"/>
                  </a:moveTo>
                  <a:lnTo>
                    <a:pt x="78613" y="100329"/>
                  </a:lnTo>
                  <a:lnTo>
                    <a:pt x="59944" y="96265"/>
                  </a:lnTo>
                  <a:lnTo>
                    <a:pt x="58800" y="0"/>
                  </a:lnTo>
                  <a:lnTo>
                    <a:pt x="420497" y="86232"/>
                  </a:lnTo>
                  <a:lnTo>
                    <a:pt x="380746" y="162178"/>
                  </a:lnTo>
                  <a:lnTo>
                    <a:pt x="384428" y="167385"/>
                  </a:lnTo>
                  <a:lnTo>
                    <a:pt x="399033" y="214756"/>
                  </a:lnTo>
                  <a:lnTo>
                    <a:pt x="0" y="212597"/>
                  </a:lnTo>
                  <a:lnTo>
                    <a:pt x="3175" y="192023"/>
                  </a:lnTo>
                  <a:lnTo>
                    <a:pt x="14224" y="167258"/>
                  </a:lnTo>
                  <a:lnTo>
                    <a:pt x="31242" y="143890"/>
                  </a:lnTo>
                  <a:lnTo>
                    <a:pt x="52958" y="122935"/>
                  </a:lnTo>
                  <a:lnTo>
                    <a:pt x="77724" y="105409"/>
                  </a:lnTo>
                </a:path>
              </a:pathLst>
            </a:custGeom>
            <a:ln w="38100">
              <a:solidFill>
                <a:srgbClr val="505050"/>
              </a:solidFill>
            </a:ln>
          </p:spPr>
          <p:txBody>
            <a:bodyPr wrap="square" lIns="0" tIns="0" rIns="0" bIns="0" rtlCol="0"/>
            <a:lstStyle/>
            <a:p>
              <a:endParaRPr/>
            </a:p>
          </p:txBody>
        </p:sp>
        <p:sp>
          <p:nvSpPr>
            <p:cNvPr id="64" name="object 64"/>
            <p:cNvSpPr/>
            <p:nvPr/>
          </p:nvSpPr>
          <p:spPr>
            <a:xfrm>
              <a:off x="10942320" y="4439412"/>
              <a:ext cx="117094" cy="181229"/>
            </a:xfrm>
            <a:prstGeom prst="rect">
              <a:avLst/>
            </a:prstGeom>
            <a:blipFill>
              <a:blip r:embed="rId9" cstate="print"/>
              <a:stretch>
                <a:fillRect/>
              </a:stretch>
            </a:blipFill>
          </p:spPr>
          <p:txBody>
            <a:bodyPr wrap="square" lIns="0" tIns="0" rIns="0" bIns="0" rtlCol="0"/>
            <a:lstStyle/>
            <a:p>
              <a:endParaRPr/>
            </a:p>
          </p:txBody>
        </p:sp>
        <p:sp>
          <p:nvSpPr>
            <p:cNvPr id="65" name="object 65"/>
            <p:cNvSpPr/>
            <p:nvPr/>
          </p:nvSpPr>
          <p:spPr>
            <a:xfrm>
              <a:off x="10740390" y="4427982"/>
              <a:ext cx="20955" cy="109855"/>
            </a:xfrm>
            <a:custGeom>
              <a:avLst/>
              <a:gdLst/>
              <a:ahLst/>
              <a:cxnLst/>
              <a:rect l="l" t="t" r="r" b="b"/>
              <a:pathLst>
                <a:path w="20954" h="109854">
                  <a:moveTo>
                    <a:pt x="20827" y="0"/>
                  </a:moveTo>
                  <a:lnTo>
                    <a:pt x="4190" y="29972"/>
                  </a:lnTo>
                  <a:lnTo>
                    <a:pt x="0" y="58293"/>
                  </a:lnTo>
                  <a:lnTo>
                    <a:pt x="1650" y="84836"/>
                  </a:lnTo>
                  <a:lnTo>
                    <a:pt x="2412" y="109601"/>
                  </a:lnTo>
                  <a:lnTo>
                    <a:pt x="2412" y="108712"/>
                  </a:lnTo>
                </a:path>
              </a:pathLst>
            </a:custGeom>
            <a:ln w="38100">
              <a:solidFill>
                <a:srgbClr val="505050"/>
              </a:solidFill>
            </a:ln>
          </p:spPr>
          <p:txBody>
            <a:bodyPr wrap="square" lIns="0" tIns="0" rIns="0" bIns="0" rtlCol="0"/>
            <a:lstStyle/>
            <a:p>
              <a:endParaRPr/>
            </a:p>
          </p:txBody>
        </p:sp>
        <p:sp>
          <p:nvSpPr>
            <p:cNvPr id="66" name="object 66"/>
            <p:cNvSpPr/>
            <p:nvPr/>
          </p:nvSpPr>
          <p:spPr>
            <a:xfrm>
              <a:off x="7421880" y="6384039"/>
              <a:ext cx="696595" cy="473709"/>
            </a:xfrm>
            <a:custGeom>
              <a:avLst/>
              <a:gdLst/>
              <a:ahLst/>
              <a:cxnLst/>
              <a:rect l="l" t="t" r="r" b="b"/>
              <a:pathLst>
                <a:path w="696595" h="473709">
                  <a:moveTo>
                    <a:pt x="696188" y="0"/>
                  </a:moveTo>
                  <a:lnTo>
                    <a:pt x="0" y="0"/>
                  </a:lnTo>
                  <a:lnTo>
                    <a:pt x="0" y="473697"/>
                  </a:lnTo>
                  <a:lnTo>
                    <a:pt x="696188" y="473697"/>
                  </a:lnTo>
                  <a:lnTo>
                    <a:pt x="696188" y="0"/>
                  </a:lnTo>
                  <a:close/>
                </a:path>
              </a:pathLst>
            </a:custGeom>
            <a:solidFill>
              <a:srgbClr val="505050"/>
            </a:solidFill>
          </p:spPr>
          <p:txBody>
            <a:bodyPr wrap="square" lIns="0" tIns="0" rIns="0" bIns="0" rtlCol="0"/>
            <a:lstStyle/>
            <a:p>
              <a:endParaRPr/>
            </a:p>
          </p:txBody>
        </p:sp>
        <p:sp>
          <p:nvSpPr>
            <p:cNvPr id="67" name="object 67"/>
            <p:cNvSpPr/>
            <p:nvPr/>
          </p:nvSpPr>
          <p:spPr>
            <a:xfrm>
              <a:off x="7421880" y="6384036"/>
              <a:ext cx="696595" cy="473709"/>
            </a:xfrm>
            <a:custGeom>
              <a:avLst/>
              <a:gdLst/>
              <a:ahLst/>
              <a:cxnLst/>
              <a:rect l="l" t="t" r="r" b="b"/>
              <a:pathLst>
                <a:path w="696595" h="473709">
                  <a:moveTo>
                    <a:pt x="0" y="0"/>
                  </a:moveTo>
                  <a:lnTo>
                    <a:pt x="696214" y="0"/>
                  </a:lnTo>
                  <a:lnTo>
                    <a:pt x="696214" y="473701"/>
                  </a:lnTo>
                  <a:lnTo>
                    <a:pt x="0" y="473701"/>
                  </a:lnTo>
                  <a:lnTo>
                    <a:pt x="0" y="0"/>
                  </a:lnTo>
                </a:path>
              </a:pathLst>
            </a:custGeom>
            <a:ln w="6096">
              <a:solidFill>
                <a:srgbClr val="FFFFFF"/>
              </a:solidFill>
            </a:ln>
          </p:spPr>
          <p:txBody>
            <a:bodyPr wrap="square" lIns="0" tIns="0" rIns="0" bIns="0" rtlCol="0"/>
            <a:lstStyle/>
            <a:p>
              <a:endParaRPr/>
            </a:p>
          </p:txBody>
        </p:sp>
        <p:sp>
          <p:nvSpPr>
            <p:cNvPr id="68" name="object 68"/>
            <p:cNvSpPr/>
            <p:nvPr/>
          </p:nvSpPr>
          <p:spPr>
            <a:xfrm>
              <a:off x="8007096" y="6446516"/>
              <a:ext cx="53340" cy="83820"/>
            </a:xfrm>
            <a:custGeom>
              <a:avLst/>
              <a:gdLst/>
              <a:ahLst/>
              <a:cxnLst/>
              <a:rect l="l" t="t" r="r" b="b"/>
              <a:pathLst>
                <a:path w="53340" h="83820">
                  <a:moveTo>
                    <a:pt x="53111" y="0"/>
                  </a:moveTo>
                  <a:lnTo>
                    <a:pt x="0" y="0"/>
                  </a:lnTo>
                  <a:lnTo>
                    <a:pt x="0" y="83696"/>
                  </a:lnTo>
                  <a:lnTo>
                    <a:pt x="53111" y="83696"/>
                  </a:lnTo>
                  <a:lnTo>
                    <a:pt x="53111" y="0"/>
                  </a:lnTo>
                  <a:close/>
                </a:path>
              </a:pathLst>
            </a:custGeom>
            <a:solidFill>
              <a:srgbClr val="FFFFFF"/>
            </a:solidFill>
          </p:spPr>
          <p:txBody>
            <a:bodyPr wrap="square" lIns="0" tIns="0" rIns="0" bIns="0" rtlCol="0"/>
            <a:lstStyle/>
            <a:p>
              <a:endParaRPr/>
            </a:p>
          </p:txBody>
        </p:sp>
        <p:sp>
          <p:nvSpPr>
            <p:cNvPr id="69" name="object 69"/>
            <p:cNvSpPr/>
            <p:nvPr/>
          </p:nvSpPr>
          <p:spPr>
            <a:xfrm>
              <a:off x="8007096" y="6446516"/>
              <a:ext cx="53340" cy="83820"/>
            </a:xfrm>
            <a:custGeom>
              <a:avLst/>
              <a:gdLst/>
              <a:ahLst/>
              <a:cxnLst/>
              <a:rect l="l" t="t" r="r" b="b"/>
              <a:pathLst>
                <a:path w="53340" h="83820">
                  <a:moveTo>
                    <a:pt x="0" y="83696"/>
                  </a:moveTo>
                  <a:lnTo>
                    <a:pt x="53111" y="83696"/>
                  </a:lnTo>
                  <a:lnTo>
                    <a:pt x="53111" y="0"/>
                  </a:lnTo>
                  <a:lnTo>
                    <a:pt x="0" y="0"/>
                  </a:lnTo>
                  <a:lnTo>
                    <a:pt x="0" y="83696"/>
                  </a:lnTo>
                  <a:close/>
                </a:path>
              </a:pathLst>
            </a:custGeom>
            <a:ln w="6096">
              <a:solidFill>
                <a:srgbClr val="FFFFFF"/>
              </a:solidFill>
            </a:ln>
          </p:spPr>
          <p:txBody>
            <a:bodyPr wrap="square" lIns="0" tIns="0" rIns="0" bIns="0" rtlCol="0"/>
            <a:lstStyle/>
            <a:p>
              <a:endParaRPr/>
            </a:p>
          </p:txBody>
        </p:sp>
        <p:sp>
          <p:nvSpPr>
            <p:cNvPr id="70" name="object 70"/>
            <p:cNvSpPr/>
            <p:nvPr/>
          </p:nvSpPr>
          <p:spPr>
            <a:xfrm>
              <a:off x="7589520" y="6446519"/>
              <a:ext cx="262255" cy="83820"/>
            </a:xfrm>
            <a:custGeom>
              <a:avLst/>
              <a:gdLst/>
              <a:ahLst/>
              <a:cxnLst/>
              <a:rect l="l" t="t" r="r" b="b"/>
              <a:pathLst>
                <a:path w="262254" h="83820">
                  <a:moveTo>
                    <a:pt x="53111" y="0"/>
                  </a:moveTo>
                  <a:lnTo>
                    <a:pt x="0" y="0"/>
                  </a:lnTo>
                  <a:lnTo>
                    <a:pt x="0" y="83693"/>
                  </a:lnTo>
                  <a:lnTo>
                    <a:pt x="53111" y="83693"/>
                  </a:lnTo>
                  <a:lnTo>
                    <a:pt x="53111" y="0"/>
                  </a:lnTo>
                  <a:close/>
                </a:path>
                <a:path w="262254" h="83820">
                  <a:moveTo>
                    <a:pt x="156756" y="0"/>
                  </a:moveTo>
                  <a:lnTo>
                    <a:pt x="105156" y="0"/>
                  </a:lnTo>
                  <a:lnTo>
                    <a:pt x="105156" y="83693"/>
                  </a:lnTo>
                  <a:lnTo>
                    <a:pt x="156756" y="83693"/>
                  </a:lnTo>
                  <a:lnTo>
                    <a:pt x="156756" y="0"/>
                  </a:lnTo>
                  <a:close/>
                </a:path>
                <a:path w="262254" h="83820">
                  <a:moveTo>
                    <a:pt x="261899" y="0"/>
                  </a:moveTo>
                  <a:lnTo>
                    <a:pt x="208788" y="0"/>
                  </a:lnTo>
                  <a:lnTo>
                    <a:pt x="208788" y="83693"/>
                  </a:lnTo>
                  <a:lnTo>
                    <a:pt x="261899" y="83693"/>
                  </a:lnTo>
                  <a:lnTo>
                    <a:pt x="261899" y="0"/>
                  </a:lnTo>
                  <a:close/>
                </a:path>
              </a:pathLst>
            </a:custGeom>
            <a:solidFill>
              <a:srgbClr val="FFFFFF"/>
            </a:solidFill>
          </p:spPr>
          <p:txBody>
            <a:bodyPr wrap="square" lIns="0" tIns="0" rIns="0" bIns="0" rtlCol="0"/>
            <a:lstStyle/>
            <a:p>
              <a:endParaRPr/>
            </a:p>
          </p:txBody>
        </p:sp>
        <p:sp>
          <p:nvSpPr>
            <p:cNvPr id="71" name="object 71"/>
            <p:cNvSpPr/>
            <p:nvPr/>
          </p:nvSpPr>
          <p:spPr>
            <a:xfrm>
              <a:off x="7589520" y="6446516"/>
              <a:ext cx="53340" cy="83820"/>
            </a:xfrm>
            <a:custGeom>
              <a:avLst/>
              <a:gdLst/>
              <a:ahLst/>
              <a:cxnLst/>
              <a:rect l="l" t="t" r="r" b="b"/>
              <a:pathLst>
                <a:path w="53340" h="83820">
                  <a:moveTo>
                    <a:pt x="0" y="83696"/>
                  </a:moveTo>
                  <a:lnTo>
                    <a:pt x="53111" y="83696"/>
                  </a:lnTo>
                  <a:lnTo>
                    <a:pt x="53111" y="0"/>
                  </a:lnTo>
                  <a:lnTo>
                    <a:pt x="0" y="0"/>
                  </a:lnTo>
                  <a:lnTo>
                    <a:pt x="0" y="83696"/>
                  </a:lnTo>
                  <a:close/>
                </a:path>
              </a:pathLst>
            </a:custGeom>
            <a:ln w="6096">
              <a:solidFill>
                <a:srgbClr val="FFFFFF"/>
              </a:solidFill>
            </a:ln>
          </p:spPr>
          <p:txBody>
            <a:bodyPr wrap="square" lIns="0" tIns="0" rIns="0" bIns="0" rtlCol="0"/>
            <a:lstStyle/>
            <a:p>
              <a:endParaRPr/>
            </a:p>
          </p:txBody>
        </p:sp>
        <p:sp>
          <p:nvSpPr>
            <p:cNvPr id="72" name="object 72"/>
            <p:cNvSpPr/>
            <p:nvPr/>
          </p:nvSpPr>
          <p:spPr>
            <a:xfrm>
              <a:off x="7903464" y="6446516"/>
              <a:ext cx="52069" cy="83820"/>
            </a:xfrm>
            <a:custGeom>
              <a:avLst/>
              <a:gdLst/>
              <a:ahLst/>
              <a:cxnLst/>
              <a:rect l="l" t="t" r="r" b="b"/>
              <a:pathLst>
                <a:path w="52070" h="83820">
                  <a:moveTo>
                    <a:pt x="51593" y="0"/>
                  </a:moveTo>
                  <a:lnTo>
                    <a:pt x="0" y="0"/>
                  </a:lnTo>
                  <a:lnTo>
                    <a:pt x="0" y="83696"/>
                  </a:lnTo>
                  <a:lnTo>
                    <a:pt x="51593" y="83696"/>
                  </a:lnTo>
                  <a:lnTo>
                    <a:pt x="51593" y="0"/>
                  </a:lnTo>
                  <a:close/>
                </a:path>
              </a:pathLst>
            </a:custGeom>
            <a:solidFill>
              <a:srgbClr val="FFFFFF"/>
            </a:solidFill>
          </p:spPr>
          <p:txBody>
            <a:bodyPr wrap="square" lIns="0" tIns="0" rIns="0" bIns="0" rtlCol="0"/>
            <a:lstStyle/>
            <a:p>
              <a:endParaRPr/>
            </a:p>
          </p:txBody>
        </p:sp>
        <p:sp>
          <p:nvSpPr>
            <p:cNvPr id="73" name="object 73"/>
            <p:cNvSpPr/>
            <p:nvPr/>
          </p:nvSpPr>
          <p:spPr>
            <a:xfrm>
              <a:off x="7903464" y="6446516"/>
              <a:ext cx="52069" cy="83820"/>
            </a:xfrm>
            <a:custGeom>
              <a:avLst/>
              <a:gdLst/>
              <a:ahLst/>
              <a:cxnLst/>
              <a:rect l="l" t="t" r="r" b="b"/>
              <a:pathLst>
                <a:path w="52070" h="83820">
                  <a:moveTo>
                    <a:pt x="0" y="83696"/>
                  </a:moveTo>
                  <a:lnTo>
                    <a:pt x="51593" y="83696"/>
                  </a:lnTo>
                  <a:lnTo>
                    <a:pt x="51593" y="0"/>
                  </a:lnTo>
                  <a:lnTo>
                    <a:pt x="0" y="0"/>
                  </a:lnTo>
                  <a:lnTo>
                    <a:pt x="0" y="83696"/>
                  </a:lnTo>
                  <a:close/>
                </a:path>
              </a:pathLst>
            </a:custGeom>
            <a:ln w="6096">
              <a:solidFill>
                <a:srgbClr val="FFFFFF"/>
              </a:solidFill>
            </a:ln>
          </p:spPr>
          <p:txBody>
            <a:bodyPr wrap="square" lIns="0" tIns="0" rIns="0" bIns="0" rtlCol="0"/>
            <a:lstStyle/>
            <a:p>
              <a:endParaRPr/>
            </a:p>
          </p:txBody>
        </p:sp>
        <p:sp>
          <p:nvSpPr>
            <p:cNvPr id="74" name="object 74"/>
            <p:cNvSpPr/>
            <p:nvPr/>
          </p:nvSpPr>
          <p:spPr>
            <a:xfrm>
              <a:off x="8007096" y="6592820"/>
              <a:ext cx="53340" cy="83820"/>
            </a:xfrm>
            <a:custGeom>
              <a:avLst/>
              <a:gdLst/>
              <a:ahLst/>
              <a:cxnLst/>
              <a:rect l="l" t="t" r="r" b="b"/>
              <a:pathLst>
                <a:path w="53340" h="83820">
                  <a:moveTo>
                    <a:pt x="53111" y="0"/>
                  </a:moveTo>
                  <a:lnTo>
                    <a:pt x="0" y="0"/>
                  </a:lnTo>
                  <a:lnTo>
                    <a:pt x="0" y="83696"/>
                  </a:lnTo>
                  <a:lnTo>
                    <a:pt x="53111" y="83696"/>
                  </a:lnTo>
                  <a:lnTo>
                    <a:pt x="53111" y="0"/>
                  </a:lnTo>
                  <a:close/>
                </a:path>
              </a:pathLst>
            </a:custGeom>
            <a:solidFill>
              <a:srgbClr val="FFFFFF"/>
            </a:solidFill>
          </p:spPr>
          <p:txBody>
            <a:bodyPr wrap="square" lIns="0" tIns="0" rIns="0" bIns="0" rtlCol="0"/>
            <a:lstStyle/>
            <a:p>
              <a:endParaRPr/>
            </a:p>
          </p:txBody>
        </p:sp>
        <p:sp>
          <p:nvSpPr>
            <p:cNvPr id="75" name="object 75"/>
            <p:cNvSpPr/>
            <p:nvPr/>
          </p:nvSpPr>
          <p:spPr>
            <a:xfrm>
              <a:off x="8007096" y="6592820"/>
              <a:ext cx="53340" cy="83820"/>
            </a:xfrm>
            <a:custGeom>
              <a:avLst/>
              <a:gdLst/>
              <a:ahLst/>
              <a:cxnLst/>
              <a:rect l="l" t="t" r="r" b="b"/>
              <a:pathLst>
                <a:path w="53340" h="83820">
                  <a:moveTo>
                    <a:pt x="0" y="83696"/>
                  </a:moveTo>
                  <a:lnTo>
                    <a:pt x="53111" y="83696"/>
                  </a:lnTo>
                  <a:lnTo>
                    <a:pt x="53111" y="0"/>
                  </a:lnTo>
                  <a:lnTo>
                    <a:pt x="0" y="0"/>
                  </a:lnTo>
                  <a:lnTo>
                    <a:pt x="0" y="83696"/>
                  </a:lnTo>
                  <a:close/>
                </a:path>
              </a:pathLst>
            </a:custGeom>
            <a:ln w="6096">
              <a:solidFill>
                <a:srgbClr val="FFFFFF"/>
              </a:solidFill>
            </a:ln>
          </p:spPr>
          <p:txBody>
            <a:bodyPr wrap="square" lIns="0" tIns="0" rIns="0" bIns="0" rtlCol="0"/>
            <a:lstStyle/>
            <a:p>
              <a:endParaRPr/>
            </a:p>
          </p:txBody>
        </p:sp>
        <p:sp>
          <p:nvSpPr>
            <p:cNvPr id="76" name="object 76"/>
            <p:cNvSpPr/>
            <p:nvPr/>
          </p:nvSpPr>
          <p:spPr>
            <a:xfrm>
              <a:off x="7694676" y="6592824"/>
              <a:ext cx="156845" cy="83820"/>
            </a:xfrm>
            <a:custGeom>
              <a:avLst/>
              <a:gdLst/>
              <a:ahLst/>
              <a:cxnLst/>
              <a:rect l="l" t="t" r="r" b="b"/>
              <a:pathLst>
                <a:path w="156845" h="83820">
                  <a:moveTo>
                    <a:pt x="51600" y="0"/>
                  </a:moveTo>
                  <a:lnTo>
                    <a:pt x="0" y="0"/>
                  </a:lnTo>
                  <a:lnTo>
                    <a:pt x="0" y="83693"/>
                  </a:lnTo>
                  <a:lnTo>
                    <a:pt x="51600" y="83693"/>
                  </a:lnTo>
                  <a:lnTo>
                    <a:pt x="51600" y="0"/>
                  </a:lnTo>
                  <a:close/>
                </a:path>
                <a:path w="156845" h="83820">
                  <a:moveTo>
                    <a:pt x="156743" y="0"/>
                  </a:moveTo>
                  <a:lnTo>
                    <a:pt x="103632" y="0"/>
                  </a:lnTo>
                  <a:lnTo>
                    <a:pt x="103632" y="83693"/>
                  </a:lnTo>
                  <a:lnTo>
                    <a:pt x="156743" y="83693"/>
                  </a:lnTo>
                  <a:lnTo>
                    <a:pt x="156743" y="0"/>
                  </a:lnTo>
                  <a:close/>
                </a:path>
              </a:pathLst>
            </a:custGeom>
            <a:solidFill>
              <a:srgbClr val="FFFFFF"/>
            </a:solidFill>
          </p:spPr>
          <p:txBody>
            <a:bodyPr wrap="square" lIns="0" tIns="0" rIns="0" bIns="0" rtlCol="0"/>
            <a:lstStyle/>
            <a:p>
              <a:endParaRPr/>
            </a:p>
          </p:txBody>
        </p:sp>
        <p:sp>
          <p:nvSpPr>
            <p:cNvPr id="77" name="object 77"/>
            <p:cNvSpPr/>
            <p:nvPr/>
          </p:nvSpPr>
          <p:spPr>
            <a:xfrm>
              <a:off x="7694676" y="6592820"/>
              <a:ext cx="52069" cy="83820"/>
            </a:xfrm>
            <a:custGeom>
              <a:avLst/>
              <a:gdLst/>
              <a:ahLst/>
              <a:cxnLst/>
              <a:rect l="l" t="t" r="r" b="b"/>
              <a:pathLst>
                <a:path w="52070" h="83820">
                  <a:moveTo>
                    <a:pt x="0" y="83696"/>
                  </a:moveTo>
                  <a:lnTo>
                    <a:pt x="51602" y="83696"/>
                  </a:lnTo>
                  <a:lnTo>
                    <a:pt x="51602" y="0"/>
                  </a:lnTo>
                  <a:lnTo>
                    <a:pt x="0" y="0"/>
                  </a:lnTo>
                  <a:lnTo>
                    <a:pt x="0" y="83696"/>
                  </a:lnTo>
                  <a:close/>
                </a:path>
              </a:pathLst>
            </a:custGeom>
            <a:ln w="6096">
              <a:solidFill>
                <a:srgbClr val="FFFFFF"/>
              </a:solidFill>
            </a:ln>
          </p:spPr>
          <p:txBody>
            <a:bodyPr wrap="square" lIns="0" tIns="0" rIns="0" bIns="0" rtlCol="0"/>
            <a:lstStyle/>
            <a:p>
              <a:endParaRPr/>
            </a:p>
          </p:txBody>
        </p:sp>
        <p:sp>
          <p:nvSpPr>
            <p:cNvPr id="78" name="object 78"/>
            <p:cNvSpPr/>
            <p:nvPr/>
          </p:nvSpPr>
          <p:spPr>
            <a:xfrm>
              <a:off x="7903464" y="6592820"/>
              <a:ext cx="52069" cy="83820"/>
            </a:xfrm>
            <a:custGeom>
              <a:avLst/>
              <a:gdLst/>
              <a:ahLst/>
              <a:cxnLst/>
              <a:rect l="l" t="t" r="r" b="b"/>
              <a:pathLst>
                <a:path w="52070" h="83820">
                  <a:moveTo>
                    <a:pt x="51593" y="0"/>
                  </a:moveTo>
                  <a:lnTo>
                    <a:pt x="0" y="0"/>
                  </a:lnTo>
                  <a:lnTo>
                    <a:pt x="0" y="83696"/>
                  </a:lnTo>
                  <a:lnTo>
                    <a:pt x="51593" y="83696"/>
                  </a:lnTo>
                  <a:lnTo>
                    <a:pt x="51593" y="0"/>
                  </a:lnTo>
                  <a:close/>
                </a:path>
              </a:pathLst>
            </a:custGeom>
            <a:solidFill>
              <a:srgbClr val="FFFFFF"/>
            </a:solidFill>
          </p:spPr>
          <p:txBody>
            <a:bodyPr wrap="square" lIns="0" tIns="0" rIns="0" bIns="0" rtlCol="0"/>
            <a:lstStyle/>
            <a:p>
              <a:endParaRPr/>
            </a:p>
          </p:txBody>
        </p:sp>
        <p:sp>
          <p:nvSpPr>
            <p:cNvPr id="79" name="object 79"/>
            <p:cNvSpPr/>
            <p:nvPr/>
          </p:nvSpPr>
          <p:spPr>
            <a:xfrm>
              <a:off x="7903464" y="6592820"/>
              <a:ext cx="52069" cy="83820"/>
            </a:xfrm>
            <a:custGeom>
              <a:avLst/>
              <a:gdLst/>
              <a:ahLst/>
              <a:cxnLst/>
              <a:rect l="l" t="t" r="r" b="b"/>
              <a:pathLst>
                <a:path w="52070" h="83820">
                  <a:moveTo>
                    <a:pt x="0" y="83696"/>
                  </a:moveTo>
                  <a:lnTo>
                    <a:pt x="51593" y="83696"/>
                  </a:lnTo>
                  <a:lnTo>
                    <a:pt x="51593" y="0"/>
                  </a:lnTo>
                  <a:lnTo>
                    <a:pt x="0" y="0"/>
                  </a:lnTo>
                  <a:lnTo>
                    <a:pt x="0" y="83696"/>
                  </a:lnTo>
                  <a:close/>
                </a:path>
              </a:pathLst>
            </a:custGeom>
            <a:ln w="6096">
              <a:solidFill>
                <a:srgbClr val="FFFFFF"/>
              </a:solidFill>
            </a:ln>
          </p:spPr>
          <p:txBody>
            <a:bodyPr wrap="square" lIns="0" tIns="0" rIns="0" bIns="0" rtlCol="0"/>
            <a:lstStyle/>
            <a:p>
              <a:endParaRPr/>
            </a:p>
          </p:txBody>
        </p:sp>
        <p:sp>
          <p:nvSpPr>
            <p:cNvPr id="80" name="object 80"/>
            <p:cNvSpPr/>
            <p:nvPr/>
          </p:nvSpPr>
          <p:spPr>
            <a:xfrm>
              <a:off x="8007096" y="6740651"/>
              <a:ext cx="53340" cy="83820"/>
            </a:xfrm>
            <a:custGeom>
              <a:avLst/>
              <a:gdLst/>
              <a:ahLst/>
              <a:cxnLst/>
              <a:rect l="l" t="t" r="r" b="b"/>
              <a:pathLst>
                <a:path w="53340" h="83820">
                  <a:moveTo>
                    <a:pt x="53111" y="0"/>
                  </a:moveTo>
                  <a:lnTo>
                    <a:pt x="0" y="0"/>
                  </a:lnTo>
                  <a:lnTo>
                    <a:pt x="0" y="83696"/>
                  </a:lnTo>
                  <a:lnTo>
                    <a:pt x="53111" y="83696"/>
                  </a:lnTo>
                  <a:lnTo>
                    <a:pt x="53111" y="0"/>
                  </a:lnTo>
                  <a:close/>
                </a:path>
              </a:pathLst>
            </a:custGeom>
            <a:solidFill>
              <a:srgbClr val="FFFFFF"/>
            </a:solidFill>
          </p:spPr>
          <p:txBody>
            <a:bodyPr wrap="square" lIns="0" tIns="0" rIns="0" bIns="0" rtlCol="0"/>
            <a:lstStyle/>
            <a:p>
              <a:endParaRPr/>
            </a:p>
          </p:txBody>
        </p:sp>
        <p:sp>
          <p:nvSpPr>
            <p:cNvPr id="81" name="object 81"/>
            <p:cNvSpPr/>
            <p:nvPr/>
          </p:nvSpPr>
          <p:spPr>
            <a:xfrm>
              <a:off x="8007096" y="6740651"/>
              <a:ext cx="53340" cy="83820"/>
            </a:xfrm>
            <a:custGeom>
              <a:avLst/>
              <a:gdLst/>
              <a:ahLst/>
              <a:cxnLst/>
              <a:rect l="l" t="t" r="r" b="b"/>
              <a:pathLst>
                <a:path w="53340" h="83820">
                  <a:moveTo>
                    <a:pt x="0" y="83696"/>
                  </a:moveTo>
                  <a:lnTo>
                    <a:pt x="53111" y="83696"/>
                  </a:lnTo>
                  <a:lnTo>
                    <a:pt x="53111" y="0"/>
                  </a:lnTo>
                  <a:lnTo>
                    <a:pt x="0" y="0"/>
                  </a:lnTo>
                  <a:lnTo>
                    <a:pt x="0" y="83696"/>
                  </a:lnTo>
                  <a:close/>
                </a:path>
              </a:pathLst>
            </a:custGeom>
            <a:ln w="6096">
              <a:solidFill>
                <a:srgbClr val="FFFFFF"/>
              </a:solidFill>
            </a:ln>
          </p:spPr>
          <p:txBody>
            <a:bodyPr wrap="square" lIns="0" tIns="0" rIns="0" bIns="0" rtlCol="0"/>
            <a:lstStyle/>
            <a:p>
              <a:endParaRPr/>
            </a:p>
          </p:txBody>
        </p:sp>
        <p:sp>
          <p:nvSpPr>
            <p:cNvPr id="82" name="object 82"/>
            <p:cNvSpPr/>
            <p:nvPr/>
          </p:nvSpPr>
          <p:spPr>
            <a:xfrm>
              <a:off x="7798308" y="6740651"/>
              <a:ext cx="53340" cy="83820"/>
            </a:xfrm>
            <a:custGeom>
              <a:avLst/>
              <a:gdLst/>
              <a:ahLst/>
              <a:cxnLst/>
              <a:rect l="l" t="t" r="r" b="b"/>
              <a:pathLst>
                <a:path w="53340" h="83820">
                  <a:moveTo>
                    <a:pt x="53111" y="0"/>
                  </a:moveTo>
                  <a:lnTo>
                    <a:pt x="0" y="0"/>
                  </a:lnTo>
                  <a:lnTo>
                    <a:pt x="0" y="83696"/>
                  </a:lnTo>
                  <a:lnTo>
                    <a:pt x="53111" y="83696"/>
                  </a:lnTo>
                  <a:lnTo>
                    <a:pt x="53111" y="0"/>
                  </a:lnTo>
                  <a:close/>
                </a:path>
              </a:pathLst>
            </a:custGeom>
            <a:solidFill>
              <a:srgbClr val="FFFFFF"/>
            </a:solidFill>
          </p:spPr>
          <p:txBody>
            <a:bodyPr wrap="square" lIns="0" tIns="0" rIns="0" bIns="0" rtlCol="0"/>
            <a:lstStyle/>
            <a:p>
              <a:endParaRPr/>
            </a:p>
          </p:txBody>
        </p:sp>
        <p:sp>
          <p:nvSpPr>
            <p:cNvPr id="83" name="object 83"/>
            <p:cNvSpPr/>
            <p:nvPr/>
          </p:nvSpPr>
          <p:spPr>
            <a:xfrm>
              <a:off x="7798308" y="6740651"/>
              <a:ext cx="53340" cy="83820"/>
            </a:xfrm>
            <a:custGeom>
              <a:avLst/>
              <a:gdLst/>
              <a:ahLst/>
              <a:cxnLst/>
              <a:rect l="l" t="t" r="r" b="b"/>
              <a:pathLst>
                <a:path w="53340" h="83820">
                  <a:moveTo>
                    <a:pt x="0" y="83696"/>
                  </a:moveTo>
                  <a:lnTo>
                    <a:pt x="53111" y="83696"/>
                  </a:lnTo>
                  <a:lnTo>
                    <a:pt x="53111" y="0"/>
                  </a:lnTo>
                  <a:lnTo>
                    <a:pt x="0" y="0"/>
                  </a:lnTo>
                  <a:lnTo>
                    <a:pt x="0" y="83696"/>
                  </a:lnTo>
                  <a:close/>
                </a:path>
              </a:pathLst>
            </a:custGeom>
            <a:ln w="6096">
              <a:solidFill>
                <a:srgbClr val="FFFFFF"/>
              </a:solidFill>
            </a:ln>
          </p:spPr>
          <p:txBody>
            <a:bodyPr wrap="square" lIns="0" tIns="0" rIns="0" bIns="0" rtlCol="0"/>
            <a:lstStyle/>
            <a:p>
              <a:endParaRPr/>
            </a:p>
          </p:txBody>
        </p:sp>
        <p:sp>
          <p:nvSpPr>
            <p:cNvPr id="84" name="object 84"/>
            <p:cNvSpPr/>
            <p:nvPr/>
          </p:nvSpPr>
          <p:spPr>
            <a:xfrm>
              <a:off x="7589520" y="6740651"/>
              <a:ext cx="156845" cy="83820"/>
            </a:xfrm>
            <a:custGeom>
              <a:avLst/>
              <a:gdLst/>
              <a:ahLst/>
              <a:cxnLst/>
              <a:rect l="l" t="t" r="r" b="b"/>
              <a:pathLst>
                <a:path w="156845" h="83820">
                  <a:moveTo>
                    <a:pt x="53111" y="0"/>
                  </a:moveTo>
                  <a:lnTo>
                    <a:pt x="0" y="0"/>
                  </a:lnTo>
                  <a:lnTo>
                    <a:pt x="0" y="83705"/>
                  </a:lnTo>
                  <a:lnTo>
                    <a:pt x="53111" y="83705"/>
                  </a:lnTo>
                  <a:lnTo>
                    <a:pt x="53111" y="0"/>
                  </a:lnTo>
                  <a:close/>
                </a:path>
                <a:path w="156845" h="83820">
                  <a:moveTo>
                    <a:pt x="156756" y="0"/>
                  </a:moveTo>
                  <a:lnTo>
                    <a:pt x="105156" y="0"/>
                  </a:lnTo>
                  <a:lnTo>
                    <a:pt x="105156" y="83705"/>
                  </a:lnTo>
                  <a:lnTo>
                    <a:pt x="156756" y="83705"/>
                  </a:lnTo>
                  <a:lnTo>
                    <a:pt x="156756" y="0"/>
                  </a:lnTo>
                  <a:close/>
                </a:path>
              </a:pathLst>
            </a:custGeom>
            <a:solidFill>
              <a:srgbClr val="FFFFFF"/>
            </a:solidFill>
          </p:spPr>
          <p:txBody>
            <a:bodyPr wrap="square" lIns="0" tIns="0" rIns="0" bIns="0" rtlCol="0"/>
            <a:lstStyle/>
            <a:p>
              <a:endParaRPr/>
            </a:p>
          </p:txBody>
        </p:sp>
        <p:sp>
          <p:nvSpPr>
            <p:cNvPr id="85" name="object 85"/>
            <p:cNvSpPr/>
            <p:nvPr/>
          </p:nvSpPr>
          <p:spPr>
            <a:xfrm>
              <a:off x="7589520" y="6740651"/>
              <a:ext cx="53340" cy="83820"/>
            </a:xfrm>
            <a:custGeom>
              <a:avLst/>
              <a:gdLst/>
              <a:ahLst/>
              <a:cxnLst/>
              <a:rect l="l" t="t" r="r" b="b"/>
              <a:pathLst>
                <a:path w="53340" h="83820">
                  <a:moveTo>
                    <a:pt x="0" y="83696"/>
                  </a:moveTo>
                  <a:lnTo>
                    <a:pt x="53111" y="83696"/>
                  </a:lnTo>
                  <a:lnTo>
                    <a:pt x="53111" y="0"/>
                  </a:lnTo>
                  <a:lnTo>
                    <a:pt x="0" y="0"/>
                  </a:lnTo>
                  <a:lnTo>
                    <a:pt x="0" y="83696"/>
                  </a:lnTo>
                  <a:close/>
                </a:path>
              </a:pathLst>
            </a:custGeom>
            <a:ln w="6096">
              <a:solidFill>
                <a:srgbClr val="FFFFFF"/>
              </a:solidFill>
            </a:ln>
          </p:spPr>
          <p:txBody>
            <a:bodyPr wrap="square" lIns="0" tIns="0" rIns="0" bIns="0" rtlCol="0"/>
            <a:lstStyle/>
            <a:p>
              <a:endParaRPr/>
            </a:p>
          </p:txBody>
        </p:sp>
        <p:sp>
          <p:nvSpPr>
            <p:cNvPr id="86" name="object 86"/>
            <p:cNvSpPr/>
            <p:nvPr/>
          </p:nvSpPr>
          <p:spPr>
            <a:xfrm>
              <a:off x="7903464" y="6740651"/>
              <a:ext cx="52069" cy="83820"/>
            </a:xfrm>
            <a:custGeom>
              <a:avLst/>
              <a:gdLst/>
              <a:ahLst/>
              <a:cxnLst/>
              <a:rect l="l" t="t" r="r" b="b"/>
              <a:pathLst>
                <a:path w="52070" h="83820">
                  <a:moveTo>
                    <a:pt x="51593" y="0"/>
                  </a:moveTo>
                  <a:lnTo>
                    <a:pt x="0" y="0"/>
                  </a:lnTo>
                  <a:lnTo>
                    <a:pt x="0" y="83696"/>
                  </a:lnTo>
                  <a:lnTo>
                    <a:pt x="51593" y="83696"/>
                  </a:lnTo>
                  <a:lnTo>
                    <a:pt x="51593" y="0"/>
                  </a:lnTo>
                  <a:close/>
                </a:path>
              </a:pathLst>
            </a:custGeom>
            <a:solidFill>
              <a:srgbClr val="FFFFFF"/>
            </a:solidFill>
          </p:spPr>
          <p:txBody>
            <a:bodyPr wrap="square" lIns="0" tIns="0" rIns="0" bIns="0" rtlCol="0"/>
            <a:lstStyle/>
            <a:p>
              <a:endParaRPr/>
            </a:p>
          </p:txBody>
        </p:sp>
        <p:sp>
          <p:nvSpPr>
            <p:cNvPr id="87" name="object 87"/>
            <p:cNvSpPr/>
            <p:nvPr/>
          </p:nvSpPr>
          <p:spPr>
            <a:xfrm>
              <a:off x="7903464" y="6740651"/>
              <a:ext cx="52069" cy="83820"/>
            </a:xfrm>
            <a:custGeom>
              <a:avLst/>
              <a:gdLst/>
              <a:ahLst/>
              <a:cxnLst/>
              <a:rect l="l" t="t" r="r" b="b"/>
              <a:pathLst>
                <a:path w="52070" h="83820">
                  <a:moveTo>
                    <a:pt x="0" y="83696"/>
                  </a:moveTo>
                  <a:lnTo>
                    <a:pt x="51593" y="83696"/>
                  </a:lnTo>
                  <a:lnTo>
                    <a:pt x="51593" y="0"/>
                  </a:lnTo>
                  <a:lnTo>
                    <a:pt x="0" y="0"/>
                  </a:lnTo>
                  <a:lnTo>
                    <a:pt x="0" y="83696"/>
                  </a:lnTo>
                  <a:close/>
                </a:path>
              </a:pathLst>
            </a:custGeom>
            <a:ln w="6096">
              <a:solidFill>
                <a:srgbClr val="FFFFFF"/>
              </a:solidFill>
            </a:ln>
          </p:spPr>
          <p:txBody>
            <a:bodyPr wrap="square" lIns="0" tIns="0" rIns="0" bIns="0" rtlCol="0"/>
            <a:lstStyle/>
            <a:p>
              <a:endParaRPr/>
            </a:p>
          </p:txBody>
        </p:sp>
        <p:sp>
          <p:nvSpPr>
            <p:cNvPr id="88" name="object 88"/>
            <p:cNvSpPr/>
            <p:nvPr/>
          </p:nvSpPr>
          <p:spPr>
            <a:xfrm>
              <a:off x="7226808" y="5355336"/>
              <a:ext cx="410209" cy="1502410"/>
            </a:xfrm>
            <a:custGeom>
              <a:avLst/>
              <a:gdLst/>
              <a:ahLst/>
              <a:cxnLst/>
              <a:rect l="l" t="t" r="r" b="b"/>
              <a:pathLst>
                <a:path w="410209" h="1502409">
                  <a:moveTo>
                    <a:pt x="409828" y="0"/>
                  </a:moveTo>
                  <a:lnTo>
                    <a:pt x="0" y="252374"/>
                  </a:lnTo>
                  <a:lnTo>
                    <a:pt x="0" y="1502293"/>
                  </a:lnTo>
                  <a:lnTo>
                    <a:pt x="409828" y="1502293"/>
                  </a:lnTo>
                  <a:lnTo>
                    <a:pt x="409828" y="0"/>
                  </a:lnTo>
                  <a:close/>
                </a:path>
              </a:pathLst>
            </a:custGeom>
            <a:solidFill>
              <a:srgbClr val="505050"/>
            </a:solidFill>
          </p:spPr>
          <p:txBody>
            <a:bodyPr wrap="square" lIns="0" tIns="0" rIns="0" bIns="0" rtlCol="0"/>
            <a:lstStyle/>
            <a:p>
              <a:endParaRPr/>
            </a:p>
          </p:txBody>
        </p:sp>
        <p:sp>
          <p:nvSpPr>
            <p:cNvPr id="89" name="object 89"/>
            <p:cNvSpPr/>
            <p:nvPr/>
          </p:nvSpPr>
          <p:spPr>
            <a:xfrm>
              <a:off x="7226808" y="5355336"/>
              <a:ext cx="410209" cy="1502410"/>
            </a:xfrm>
            <a:custGeom>
              <a:avLst/>
              <a:gdLst/>
              <a:ahLst/>
              <a:cxnLst/>
              <a:rect l="l" t="t" r="r" b="b"/>
              <a:pathLst>
                <a:path w="410209" h="1502409">
                  <a:moveTo>
                    <a:pt x="0" y="252374"/>
                  </a:moveTo>
                  <a:lnTo>
                    <a:pt x="409828" y="0"/>
                  </a:lnTo>
                  <a:lnTo>
                    <a:pt x="409828" y="1502293"/>
                  </a:lnTo>
                </a:path>
              </a:pathLst>
            </a:custGeom>
            <a:ln w="3175">
              <a:solidFill>
                <a:srgbClr val="FFFFFF"/>
              </a:solidFill>
            </a:ln>
          </p:spPr>
          <p:txBody>
            <a:bodyPr wrap="square" lIns="0" tIns="0" rIns="0" bIns="0" rtlCol="0"/>
            <a:lstStyle/>
            <a:p>
              <a:endParaRPr/>
            </a:p>
          </p:txBody>
        </p:sp>
        <p:sp>
          <p:nvSpPr>
            <p:cNvPr id="90" name="object 90"/>
            <p:cNvSpPr/>
            <p:nvPr/>
          </p:nvSpPr>
          <p:spPr>
            <a:xfrm>
              <a:off x="7424166" y="5391150"/>
              <a:ext cx="151130" cy="1467485"/>
            </a:xfrm>
            <a:custGeom>
              <a:avLst/>
              <a:gdLst/>
              <a:ahLst/>
              <a:cxnLst/>
              <a:rect l="l" t="t" r="r" b="b"/>
              <a:pathLst>
                <a:path w="151129" h="1467484">
                  <a:moveTo>
                    <a:pt x="150875" y="0"/>
                  </a:moveTo>
                  <a:lnTo>
                    <a:pt x="150875" y="1467217"/>
                  </a:lnTo>
                </a:path>
                <a:path w="151129" h="1467484">
                  <a:moveTo>
                    <a:pt x="76200" y="47243"/>
                  </a:moveTo>
                  <a:lnTo>
                    <a:pt x="76200" y="1467339"/>
                  </a:lnTo>
                </a:path>
                <a:path w="151129" h="1467484">
                  <a:moveTo>
                    <a:pt x="0" y="92963"/>
                  </a:moveTo>
                  <a:lnTo>
                    <a:pt x="0" y="1467468"/>
                  </a:lnTo>
                </a:path>
              </a:pathLst>
            </a:custGeom>
            <a:ln w="10668">
              <a:solidFill>
                <a:srgbClr val="FFFFFF"/>
              </a:solidFill>
            </a:ln>
          </p:spPr>
          <p:txBody>
            <a:bodyPr wrap="square" lIns="0" tIns="0" rIns="0" bIns="0" rtlCol="0"/>
            <a:lstStyle/>
            <a:p>
              <a:endParaRPr/>
            </a:p>
          </p:txBody>
        </p:sp>
        <p:sp>
          <p:nvSpPr>
            <p:cNvPr id="91" name="object 91"/>
            <p:cNvSpPr/>
            <p:nvPr/>
          </p:nvSpPr>
          <p:spPr>
            <a:xfrm>
              <a:off x="7349490" y="5529833"/>
              <a:ext cx="0" cy="1329055"/>
            </a:xfrm>
            <a:custGeom>
              <a:avLst/>
              <a:gdLst/>
              <a:ahLst/>
              <a:cxnLst/>
              <a:rect l="l" t="t" r="r" b="b"/>
              <a:pathLst>
                <a:path h="1329054">
                  <a:moveTo>
                    <a:pt x="0" y="0"/>
                  </a:moveTo>
                  <a:lnTo>
                    <a:pt x="0" y="1328906"/>
                  </a:lnTo>
                </a:path>
              </a:pathLst>
            </a:custGeom>
            <a:ln w="10668">
              <a:solidFill>
                <a:srgbClr val="FFFFFF"/>
              </a:solidFill>
            </a:ln>
          </p:spPr>
          <p:txBody>
            <a:bodyPr wrap="square" lIns="0" tIns="0" rIns="0" bIns="0" rtlCol="0"/>
            <a:lstStyle/>
            <a:p>
              <a:endParaRPr/>
            </a:p>
          </p:txBody>
        </p:sp>
        <p:sp>
          <p:nvSpPr>
            <p:cNvPr id="92" name="object 92"/>
            <p:cNvSpPr/>
            <p:nvPr/>
          </p:nvSpPr>
          <p:spPr>
            <a:xfrm>
              <a:off x="7274814" y="5577077"/>
              <a:ext cx="0" cy="509270"/>
            </a:xfrm>
            <a:custGeom>
              <a:avLst/>
              <a:gdLst/>
              <a:ahLst/>
              <a:cxnLst/>
              <a:rect l="l" t="t" r="r" b="b"/>
              <a:pathLst>
                <a:path h="509270">
                  <a:moveTo>
                    <a:pt x="0" y="0"/>
                  </a:moveTo>
                  <a:lnTo>
                    <a:pt x="0" y="508901"/>
                  </a:lnTo>
                </a:path>
              </a:pathLst>
            </a:custGeom>
            <a:ln w="10668">
              <a:solidFill>
                <a:srgbClr val="FFFFFF"/>
              </a:solidFill>
            </a:ln>
          </p:spPr>
          <p:txBody>
            <a:bodyPr wrap="square" lIns="0" tIns="0" rIns="0" bIns="0" rtlCol="0"/>
            <a:lstStyle/>
            <a:p>
              <a:endParaRPr/>
            </a:p>
          </p:txBody>
        </p:sp>
        <p:sp>
          <p:nvSpPr>
            <p:cNvPr id="93" name="object 93"/>
            <p:cNvSpPr/>
            <p:nvPr/>
          </p:nvSpPr>
          <p:spPr>
            <a:xfrm>
              <a:off x="7220699" y="6085332"/>
              <a:ext cx="70485" cy="772795"/>
            </a:xfrm>
            <a:custGeom>
              <a:avLst/>
              <a:gdLst/>
              <a:ahLst/>
              <a:cxnLst/>
              <a:rect l="l" t="t" r="r" b="b"/>
              <a:pathLst>
                <a:path w="70484" h="772795">
                  <a:moveTo>
                    <a:pt x="0" y="772415"/>
                  </a:moveTo>
                  <a:lnTo>
                    <a:pt x="69989" y="772415"/>
                  </a:lnTo>
                  <a:lnTo>
                    <a:pt x="69989" y="0"/>
                  </a:lnTo>
                  <a:lnTo>
                    <a:pt x="0" y="0"/>
                  </a:lnTo>
                  <a:lnTo>
                    <a:pt x="0" y="772415"/>
                  </a:lnTo>
                  <a:close/>
                </a:path>
              </a:pathLst>
            </a:custGeom>
            <a:solidFill>
              <a:srgbClr val="282828"/>
            </a:solidFill>
          </p:spPr>
          <p:txBody>
            <a:bodyPr wrap="square" lIns="0" tIns="0" rIns="0" bIns="0" rtlCol="0"/>
            <a:lstStyle/>
            <a:p>
              <a:endParaRPr/>
            </a:p>
          </p:txBody>
        </p:sp>
        <p:sp>
          <p:nvSpPr>
            <p:cNvPr id="94" name="object 94"/>
            <p:cNvSpPr/>
            <p:nvPr/>
          </p:nvSpPr>
          <p:spPr>
            <a:xfrm>
              <a:off x="7190232" y="6085332"/>
              <a:ext cx="100965" cy="772795"/>
            </a:xfrm>
            <a:custGeom>
              <a:avLst/>
              <a:gdLst/>
              <a:ahLst/>
              <a:cxnLst/>
              <a:rect l="l" t="t" r="r" b="b"/>
              <a:pathLst>
                <a:path w="100965" h="772795">
                  <a:moveTo>
                    <a:pt x="100457" y="772415"/>
                  </a:moveTo>
                  <a:lnTo>
                    <a:pt x="100457" y="0"/>
                  </a:lnTo>
                  <a:lnTo>
                    <a:pt x="0" y="0"/>
                  </a:lnTo>
                  <a:lnTo>
                    <a:pt x="0" y="772415"/>
                  </a:lnTo>
                  <a:lnTo>
                    <a:pt x="100457" y="772415"/>
                  </a:lnTo>
                </a:path>
              </a:pathLst>
            </a:custGeom>
            <a:ln w="3175">
              <a:solidFill>
                <a:srgbClr val="FFFFFF"/>
              </a:solidFill>
            </a:ln>
          </p:spPr>
          <p:txBody>
            <a:bodyPr wrap="square" lIns="0" tIns="0" rIns="0" bIns="0" rtlCol="0"/>
            <a:lstStyle/>
            <a:p>
              <a:endParaRPr/>
            </a:p>
          </p:txBody>
        </p:sp>
        <p:sp>
          <p:nvSpPr>
            <p:cNvPr id="95" name="object 95"/>
            <p:cNvSpPr/>
            <p:nvPr/>
          </p:nvSpPr>
          <p:spPr>
            <a:xfrm>
              <a:off x="6236208" y="6353556"/>
              <a:ext cx="628015" cy="504190"/>
            </a:xfrm>
            <a:custGeom>
              <a:avLst/>
              <a:gdLst/>
              <a:ahLst/>
              <a:cxnLst/>
              <a:rect l="l" t="t" r="r" b="b"/>
              <a:pathLst>
                <a:path w="628015" h="504190">
                  <a:moveTo>
                    <a:pt x="0" y="504040"/>
                  </a:moveTo>
                  <a:lnTo>
                    <a:pt x="627888" y="504040"/>
                  </a:lnTo>
                  <a:lnTo>
                    <a:pt x="627888" y="0"/>
                  </a:lnTo>
                  <a:lnTo>
                    <a:pt x="0" y="0"/>
                  </a:lnTo>
                  <a:lnTo>
                    <a:pt x="0" y="504040"/>
                  </a:lnTo>
                  <a:close/>
                </a:path>
              </a:pathLst>
            </a:custGeom>
            <a:solidFill>
              <a:srgbClr val="505050"/>
            </a:solidFill>
          </p:spPr>
          <p:txBody>
            <a:bodyPr wrap="square" lIns="0" tIns="0" rIns="0" bIns="0" rtlCol="0"/>
            <a:lstStyle/>
            <a:p>
              <a:endParaRPr/>
            </a:p>
          </p:txBody>
        </p:sp>
        <p:sp>
          <p:nvSpPr>
            <p:cNvPr id="96" name="object 96"/>
            <p:cNvSpPr/>
            <p:nvPr/>
          </p:nvSpPr>
          <p:spPr>
            <a:xfrm>
              <a:off x="6236208" y="6353556"/>
              <a:ext cx="694690" cy="504190"/>
            </a:xfrm>
            <a:custGeom>
              <a:avLst/>
              <a:gdLst/>
              <a:ahLst/>
              <a:cxnLst/>
              <a:rect l="l" t="t" r="r" b="b"/>
              <a:pathLst>
                <a:path w="694690" h="504190">
                  <a:moveTo>
                    <a:pt x="694689" y="0"/>
                  </a:moveTo>
                  <a:lnTo>
                    <a:pt x="0" y="0"/>
                  </a:lnTo>
                  <a:lnTo>
                    <a:pt x="0" y="504040"/>
                  </a:lnTo>
                  <a:lnTo>
                    <a:pt x="694689" y="504040"/>
                  </a:lnTo>
                  <a:lnTo>
                    <a:pt x="694689" y="0"/>
                  </a:lnTo>
                </a:path>
              </a:pathLst>
            </a:custGeom>
            <a:ln w="6096">
              <a:solidFill>
                <a:srgbClr val="FFFFFF"/>
              </a:solidFill>
            </a:ln>
          </p:spPr>
          <p:txBody>
            <a:bodyPr wrap="square" lIns="0" tIns="0" rIns="0" bIns="0" rtlCol="0"/>
            <a:lstStyle/>
            <a:p>
              <a:endParaRPr/>
            </a:p>
          </p:txBody>
        </p:sp>
        <p:sp>
          <p:nvSpPr>
            <p:cNvPr id="97" name="object 97"/>
            <p:cNvSpPr/>
            <p:nvPr/>
          </p:nvSpPr>
          <p:spPr>
            <a:xfrm>
              <a:off x="6294120" y="6416034"/>
              <a:ext cx="52069" cy="83820"/>
            </a:xfrm>
            <a:custGeom>
              <a:avLst/>
              <a:gdLst/>
              <a:ahLst/>
              <a:cxnLst/>
              <a:rect l="l" t="t" r="r" b="b"/>
              <a:pathLst>
                <a:path w="52070" h="83820">
                  <a:moveTo>
                    <a:pt x="51593" y="0"/>
                  </a:moveTo>
                  <a:lnTo>
                    <a:pt x="0" y="0"/>
                  </a:lnTo>
                  <a:lnTo>
                    <a:pt x="0" y="83698"/>
                  </a:lnTo>
                  <a:lnTo>
                    <a:pt x="51593" y="83698"/>
                  </a:lnTo>
                  <a:lnTo>
                    <a:pt x="51593" y="0"/>
                  </a:lnTo>
                  <a:close/>
                </a:path>
              </a:pathLst>
            </a:custGeom>
            <a:solidFill>
              <a:srgbClr val="FFFFFF"/>
            </a:solidFill>
          </p:spPr>
          <p:txBody>
            <a:bodyPr wrap="square" lIns="0" tIns="0" rIns="0" bIns="0" rtlCol="0"/>
            <a:lstStyle/>
            <a:p>
              <a:endParaRPr/>
            </a:p>
          </p:txBody>
        </p:sp>
        <p:sp>
          <p:nvSpPr>
            <p:cNvPr id="98" name="object 98"/>
            <p:cNvSpPr/>
            <p:nvPr/>
          </p:nvSpPr>
          <p:spPr>
            <a:xfrm>
              <a:off x="6294120" y="6416034"/>
              <a:ext cx="52069" cy="83820"/>
            </a:xfrm>
            <a:custGeom>
              <a:avLst/>
              <a:gdLst/>
              <a:ahLst/>
              <a:cxnLst/>
              <a:rect l="l" t="t" r="r" b="b"/>
              <a:pathLst>
                <a:path w="52070" h="83820">
                  <a:moveTo>
                    <a:pt x="0" y="83698"/>
                  </a:moveTo>
                  <a:lnTo>
                    <a:pt x="51593" y="83698"/>
                  </a:lnTo>
                  <a:lnTo>
                    <a:pt x="51593" y="0"/>
                  </a:lnTo>
                  <a:lnTo>
                    <a:pt x="0" y="0"/>
                  </a:lnTo>
                  <a:lnTo>
                    <a:pt x="0" y="83698"/>
                  </a:lnTo>
                  <a:close/>
                </a:path>
              </a:pathLst>
            </a:custGeom>
            <a:ln w="6096">
              <a:solidFill>
                <a:srgbClr val="FFFFFF"/>
              </a:solidFill>
            </a:ln>
          </p:spPr>
          <p:txBody>
            <a:bodyPr wrap="square" lIns="0" tIns="0" rIns="0" bIns="0" rtlCol="0"/>
            <a:lstStyle/>
            <a:p>
              <a:endParaRPr/>
            </a:p>
          </p:txBody>
        </p:sp>
        <p:sp>
          <p:nvSpPr>
            <p:cNvPr id="99" name="object 99"/>
            <p:cNvSpPr/>
            <p:nvPr/>
          </p:nvSpPr>
          <p:spPr>
            <a:xfrm>
              <a:off x="6502895" y="6416039"/>
              <a:ext cx="260985" cy="83820"/>
            </a:xfrm>
            <a:custGeom>
              <a:avLst/>
              <a:gdLst/>
              <a:ahLst/>
              <a:cxnLst/>
              <a:rect l="l" t="t" r="r" b="b"/>
              <a:pathLst>
                <a:path w="260984" h="83820">
                  <a:moveTo>
                    <a:pt x="51600" y="0"/>
                  </a:moveTo>
                  <a:lnTo>
                    <a:pt x="0" y="0"/>
                  </a:lnTo>
                  <a:lnTo>
                    <a:pt x="0" y="83693"/>
                  </a:lnTo>
                  <a:lnTo>
                    <a:pt x="51600" y="83693"/>
                  </a:lnTo>
                  <a:lnTo>
                    <a:pt x="51600" y="0"/>
                  </a:lnTo>
                  <a:close/>
                </a:path>
                <a:path w="260984" h="83820">
                  <a:moveTo>
                    <a:pt x="156756" y="0"/>
                  </a:moveTo>
                  <a:lnTo>
                    <a:pt x="103644" y="0"/>
                  </a:lnTo>
                  <a:lnTo>
                    <a:pt x="103644" y="83693"/>
                  </a:lnTo>
                  <a:lnTo>
                    <a:pt x="156756" y="83693"/>
                  </a:lnTo>
                  <a:lnTo>
                    <a:pt x="156756" y="0"/>
                  </a:lnTo>
                  <a:close/>
                </a:path>
                <a:path w="260984" h="83820">
                  <a:moveTo>
                    <a:pt x="260388" y="0"/>
                  </a:moveTo>
                  <a:lnTo>
                    <a:pt x="208800" y="0"/>
                  </a:lnTo>
                  <a:lnTo>
                    <a:pt x="208800" y="83693"/>
                  </a:lnTo>
                  <a:lnTo>
                    <a:pt x="260388" y="83693"/>
                  </a:lnTo>
                  <a:lnTo>
                    <a:pt x="260388" y="0"/>
                  </a:lnTo>
                  <a:close/>
                </a:path>
              </a:pathLst>
            </a:custGeom>
            <a:solidFill>
              <a:srgbClr val="FFFFFF"/>
            </a:solidFill>
          </p:spPr>
          <p:txBody>
            <a:bodyPr wrap="square" lIns="0" tIns="0" rIns="0" bIns="0" rtlCol="0"/>
            <a:lstStyle/>
            <a:p>
              <a:endParaRPr/>
            </a:p>
          </p:txBody>
        </p:sp>
        <p:sp>
          <p:nvSpPr>
            <p:cNvPr id="100" name="object 100"/>
            <p:cNvSpPr/>
            <p:nvPr/>
          </p:nvSpPr>
          <p:spPr>
            <a:xfrm>
              <a:off x="6711696" y="6416034"/>
              <a:ext cx="52069" cy="83820"/>
            </a:xfrm>
            <a:custGeom>
              <a:avLst/>
              <a:gdLst/>
              <a:ahLst/>
              <a:cxnLst/>
              <a:rect l="l" t="t" r="r" b="b"/>
              <a:pathLst>
                <a:path w="52070" h="83820">
                  <a:moveTo>
                    <a:pt x="0" y="83698"/>
                  </a:moveTo>
                  <a:lnTo>
                    <a:pt x="51593" y="83698"/>
                  </a:lnTo>
                  <a:lnTo>
                    <a:pt x="51593" y="0"/>
                  </a:lnTo>
                  <a:lnTo>
                    <a:pt x="0" y="0"/>
                  </a:lnTo>
                  <a:lnTo>
                    <a:pt x="0" y="83698"/>
                  </a:lnTo>
                  <a:close/>
                </a:path>
              </a:pathLst>
            </a:custGeom>
            <a:ln w="6096">
              <a:solidFill>
                <a:srgbClr val="FFFFFF"/>
              </a:solidFill>
            </a:ln>
          </p:spPr>
          <p:txBody>
            <a:bodyPr wrap="square" lIns="0" tIns="0" rIns="0" bIns="0" rtlCol="0"/>
            <a:lstStyle/>
            <a:p>
              <a:endParaRPr/>
            </a:p>
          </p:txBody>
        </p:sp>
        <p:sp>
          <p:nvSpPr>
            <p:cNvPr id="101" name="object 101"/>
            <p:cNvSpPr/>
            <p:nvPr/>
          </p:nvSpPr>
          <p:spPr>
            <a:xfrm>
              <a:off x="6397752" y="6416034"/>
              <a:ext cx="53340" cy="83820"/>
            </a:xfrm>
            <a:custGeom>
              <a:avLst/>
              <a:gdLst/>
              <a:ahLst/>
              <a:cxnLst/>
              <a:rect l="l" t="t" r="r" b="b"/>
              <a:pathLst>
                <a:path w="53339" h="83820">
                  <a:moveTo>
                    <a:pt x="53120" y="0"/>
                  </a:moveTo>
                  <a:lnTo>
                    <a:pt x="0" y="0"/>
                  </a:lnTo>
                  <a:lnTo>
                    <a:pt x="0" y="83698"/>
                  </a:lnTo>
                  <a:lnTo>
                    <a:pt x="53120" y="83698"/>
                  </a:lnTo>
                  <a:lnTo>
                    <a:pt x="53120" y="0"/>
                  </a:lnTo>
                  <a:close/>
                </a:path>
              </a:pathLst>
            </a:custGeom>
            <a:solidFill>
              <a:srgbClr val="FFFFFF"/>
            </a:solidFill>
          </p:spPr>
          <p:txBody>
            <a:bodyPr wrap="square" lIns="0" tIns="0" rIns="0" bIns="0" rtlCol="0"/>
            <a:lstStyle/>
            <a:p>
              <a:endParaRPr/>
            </a:p>
          </p:txBody>
        </p:sp>
        <p:sp>
          <p:nvSpPr>
            <p:cNvPr id="102" name="object 102"/>
            <p:cNvSpPr/>
            <p:nvPr/>
          </p:nvSpPr>
          <p:spPr>
            <a:xfrm>
              <a:off x="6397752" y="6416034"/>
              <a:ext cx="53340" cy="83820"/>
            </a:xfrm>
            <a:custGeom>
              <a:avLst/>
              <a:gdLst/>
              <a:ahLst/>
              <a:cxnLst/>
              <a:rect l="l" t="t" r="r" b="b"/>
              <a:pathLst>
                <a:path w="53339" h="83820">
                  <a:moveTo>
                    <a:pt x="0" y="83698"/>
                  </a:moveTo>
                  <a:lnTo>
                    <a:pt x="53120" y="83698"/>
                  </a:lnTo>
                  <a:lnTo>
                    <a:pt x="53120" y="0"/>
                  </a:lnTo>
                  <a:lnTo>
                    <a:pt x="0" y="0"/>
                  </a:lnTo>
                  <a:lnTo>
                    <a:pt x="0" y="83698"/>
                  </a:lnTo>
                  <a:close/>
                </a:path>
              </a:pathLst>
            </a:custGeom>
            <a:ln w="6096">
              <a:solidFill>
                <a:srgbClr val="FFFFFF"/>
              </a:solidFill>
            </a:ln>
          </p:spPr>
          <p:txBody>
            <a:bodyPr wrap="square" lIns="0" tIns="0" rIns="0" bIns="0" rtlCol="0"/>
            <a:lstStyle/>
            <a:p>
              <a:endParaRPr/>
            </a:p>
          </p:txBody>
        </p:sp>
        <p:sp>
          <p:nvSpPr>
            <p:cNvPr id="103" name="object 103"/>
            <p:cNvSpPr/>
            <p:nvPr/>
          </p:nvSpPr>
          <p:spPr>
            <a:xfrm>
              <a:off x="6294120" y="6563872"/>
              <a:ext cx="52069" cy="83820"/>
            </a:xfrm>
            <a:custGeom>
              <a:avLst/>
              <a:gdLst/>
              <a:ahLst/>
              <a:cxnLst/>
              <a:rect l="l" t="t" r="r" b="b"/>
              <a:pathLst>
                <a:path w="52070" h="83820">
                  <a:moveTo>
                    <a:pt x="51593" y="0"/>
                  </a:moveTo>
                  <a:lnTo>
                    <a:pt x="0" y="0"/>
                  </a:lnTo>
                  <a:lnTo>
                    <a:pt x="0" y="83689"/>
                  </a:lnTo>
                  <a:lnTo>
                    <a:pt x="51593" y="83689"/>
                  </a:lnTo>
                  <a:lnTo>
                    <a:pt x="51593" y="0"/>
                  </a:lnTo>
                  <a:close/>
                </a:path>
              </a:pathLst>
            </a:custGeom>
            <a:solidFill>
              <a:srgbClr val="FFFFFF"/>
            </a:solidFill>
          </p:spPr>
          <p:txBody>
            <a:bodyPr wrap="square" lIns="0" tIns="0" rIns="0" bIns="0" rtlCol="0"/>
            <a:lstStyle/>
            <a:p>
              <a:endParaRPr/>
            </a:p>
          </p:txBody>
        </p:sp>
        <p:sp>
          <p:nvSpPr>
            <p:cNvPr id="104" name="object 104"/>
            <p:cNvSpPr/>
            <p:nvPr/>
          </p:nvSpPr>
          <p:spPr>
            <a:xfrm>
              <a:off x="6294120" y="6563872"/>
              <a:ext cx="52069" cy="83820"/>
            </a:xfrm>
            <a:custGeom>
              <a:avLst/>
              <a:gdLst/>
              <a:ahLst/>
              <a:cxnLst/>
              <a:rect l="l" t="t" r="r" b="b"/>
              <a:pathLst>
                <a:path w="52070" h="83820">
                  <a:moveTo>
                    <a:pt x="0" y="83689"/>
                  </a:moveTo>
                  <a:lnTo>
                    <a:pt x="51593" y="83689"/>
                  </a:lnTo>
                  <a:lnTo>
                    <a:pt x="51593" y="0"/>
                  </a:lnTo>
                  <a:lnTo>
                    <a:pt x="0" y="0"/>
                  </a:lnTo>
                  <a:lnTo>
                    <a:pt x="0" y="83689"/>
                  </a:lnTo>
                  <a:close/>
                </a:path>
              </a:pathLst>
            </a:custGeom>
            <a:ln w="6096">
              <a:solidFill>
                <a:srgbClr val="FFFFFF"/>
              </a:solidFill>
            </a:ln>
          </p:spPr>
          <p:txBody>
            <a:bodyPr wrap="square" lIns="0" tIns="0" rIns="0" bIns="0" rtlCol="0"/>
            <a:lstStyle/>
            <a:p>
              <a:endParaRPr/>
            </a:p>
          </p:txBody>
        </p:sp>
        <p:sp>
          <p:nvSpPr>
            <p:cNvPr id="105" name="object 105"/>
            <p:cNvSpPr/>
            <p:nvPr/>
          </p:nvSpPr>
          <p:spPr>
            <a:xfrm>
              <a:off x="6502895" y="6563880"/>
              <a:ext cx="156845" cy="83820"/>
            </a:xfrm>
            <a:custGeom>
              <a:avLst/>
              <a:gdLst/>
              <a:ahLst/>
              <a:cxnLst/>
              <a:rect l="l" t="t" r="r" b="b"/>
              <a:pathLst>
                <a:path w="156845" h="83820">
                  <a:moveTo>
                    <a:pt x="51600" y="0"/>
                  </a:moveTo>
                  <a:lnTo>
                    <a:pt x="0" y="0"/>
                  </a:lnTo>
                  <a:lnTo>
                    <a:pt x="0" y="83680"/>
                  </a:lnTo>
                  <a:lnTo>
                    <a:pt x="51600" y="83680"/>
                  </a:lnTo>
                  <a:lnTo>
                    <a:pt x="51600" y="0"/>
                  </a:lnTo>
                  <a:close/>
                </a:path>
                <a:path w="156845" h="83820">
                  <a:moveTo>
                    <a:pt x="156756" y="0"/>
                  </a:moveTo>
                  <a:lnTo>
                    <a:pt x="103644" y="0"/>
                  </a:lnTo>
                  <a:lnTo>
                    <a:pt x="103644" y="83680"/>
                  </a:lnTo>
                  <a:lnTo>
                    <a:pt x="156756" y="83680"/>
                  </a:lnTo>
                  <a:lnTo>
                    <a:pt x="156756" y="0"/>
                  </a:lnTo>
                  <a:close/>
                </a:path>
              </a:pathLst>
            </a:custGeom>
            <a:solidFill>
              <a:srgbClr val="FFFFFF"/>
            </a:solidFill>
          </p:spPr>
          <p:txBody>
            <a:bodyPr wrap="square" lIns="0" tIns="0" rIns="0" bIns="0" rtlCol="0"/>
            <a:lstStyle/>
            <a:p>
              <a:endParaRPr/>
            </a:p>
          </p:txBody>
        </p:sp>
        <p:sp>
          <p:nvSpPr>
            <p:cNvPr id="106" name="object 106"/>
            <p:cNvSpPr/>
            <p:nvPr/>
          </p:nvSpPr>
          <p:spPr>
            <a:xfrm>
              <a:off x="6606540" y="6563872"/>
              <a:ext cx="53340" cy="83820"/>
            </a:xfrm>
            <a:custGeom>
              <a:avLst/>
              <a:gdLst/>
              <a:ahLst/>
              <a:cxnLst/>
              <a:rect l="l" t="t" r="r" b="b"/>
              <a:pathLst>
                <a:path w="53340" h="83820">
                  <a:moveTo>
                    <a:pt x="0" y="83689"/>
                  </a:moveTo>
                  <a:lnTo>
                    <a:pt x="53111" y="83689"/>
                  </a:lnTo>
                  <a:lnTo>
                    <a:pt x="53111" y="0"/>
                  </a:lnTo>
                  <a:lnTo>
                    <a:pt x="0" y="0"/>
                  </a:lnTo>
                  <a:lnTo>
                    <a:pt x="0" y="83689"/>
                  </a:lnTo>
                  <a:close/>
                </a:path>
              </a:pathLst>
            </a:custGeom>
            <a:ln w="6096">
              <a:solidFill>
                <a:srgbClr val="FFFFFF"/>
              </a:solidFill>
            </a:ln>
          </p:spPr>
          <p:txBody>
            <a:bodyPr wrap="square" lIns="0" tIns="0" rIns="0" bIns="0" rtlCol="0"/>
            <a:lstStyle/>
            <a:p>
              <a:endParaRPr/>
            </a:p>
          </p:txBody>
        </p:sp>
        <p:sp>
          <p:nvSpPr>
            <p:cNvPr id="107" name="object 107"/>
            <p:cNvSpPr/>
            <p:nvPr/>
          </p:nvSpPr>
          <p:spPr>
            <a:xfrm>
              <a:off x="6397752" y="6563880"/>
              <a:ext cx="365760" cy="83820"/>
            </a:xfrm>
            <a:custGeom>
              <a:avLst/>
              <a:gdLst/>
              <a:ahLst/>
              <a:cxnLst/>
              <a:rect l="l" t="t" r="r" b="b"/>
              <a:pathLst>
                <a:path w="365759" h="83820">
                  <a:moveTo>
                    <a:pt x="53111" y="0"/>
                  </a:moveTo>
                  <a:lnTo>
                    <a:pt x="0" y="0"/>
                  </a:lnTo>
                  <a:lnTo>
                    <a:pt x="0" y="83680"/>
                  </a:lnTo>
                  <a:lnTo>
                    <a:pt x="53111" y="83680"/>
                  </a:lnTo>
                  <a:lnTo>
                    <a:pt x="53111" y="0"/>
                  </a:lnTo>
                  <a:close/>
                </a:path>
                <a:path w="365759" h="83820">
                  <a:moveTo>
                    <a:pt x="365531" y="0"/>
                  </a:moveTo>
                  <a:lnTo>
                    <a:pt x="313944" y="0"/>
                  </a:lnTo>
                  <a:lnTo>
                    <a:pt x="313944" y="83680"/>
                  </a:lnTo>
                  <a:lnTo>
                    <a:pt x="365531" y="83680"/>
                  </a:lnTo>
                  <a:lnTo>
                    <a:pt x="365531" y="0"/>
                  </a:lnTo>
                  <a:close/>
                </a:path>
              </a:pathLst>
            </a:custGeom>
            <a:solidFill>
              <a:srgbClr val="FFFFFF"/>
            </a:solidFill>
          </p:spPr>
          <p:txBody>
            <a:bodyPr wrap="square" lIns="0" tIns="0" rIns="0" bIns="0" rtlCol="0"/>
            <a:lstStyle/>
            <a:p>
              <a:endParaRPr/>
            </a:p>
          </p:txBody>
        </p:sp>
        <p:sp>
          <p:nvSpPr>
            <p:cNvPr id="108" name="object 108"/>
            <p:cNvSpPr/>
            <p:nvPr/>
          </p:nvSpPr>
          <p:spPr>
            <a:xfrm>
              <a:off x="6397752" y="6563872"/>
              <a:ext cx="53340" cy="83820"/>
            </a:xfrm>
            <a:custGeom>
              <a:avLst/>
              <a:gdLst/>
              <a:ahLst/>
              <a:cxnLst/>
              <a:rect l="l" t="t" r="r" b="b"/>
              <a:pathLst>
                <a:path w="53339" h="83820">
                  <a:moveTo>
                    <a:pt x="0" y="83689"/>
                  </a:moveTo>
                  <a:lnTo>
                    <a:pt x="53120" y="83689"/>
                  </a:lnTo>
                  <a:lnTo>
                    <a:pt x="53120" y="0"/>
                  </a:lnTo>
                  <a:lnTo>
                    <a:pt x="0" y="0"/>
                  </a:lnTo>
                  <a:lnTo>
                    <a:pt x="0" y="83689"/>
                  </a:lnTo>
                  <a:close/>
                </a:path>
              </a:pathLst>
            </a:custGeom>
            <a:ln w="6096">
              <a:solidFill>
                <a:srgbClr val="FFFFFF"/>
              </a:solidFill>
            </a:ln>
          </p:spPr>
          <p:txBody>
            <a:bodyPr wrap="square" lIns="0" tIns="0" rIns="0" bIns="0" rtlCol="0"/>
            <a:lstStyle/>
            <a:p>
              <a:endParaRPr/>
            </a:p>
          </p:txBody>
        </p:sp>
        <p:sp>
          <p:nvSpPr>
            <p:cNvPr id="109" name="object 109"/>
            <p:cNvSpPr/>
            <p:nvPr/>
          </p:nvSpPr>
          <p:spPr>
            <a:xfrm>
              <a:off x="6294120" y="6710172"/>
              <a:ext cx="52069" cy="83820"/>
            </a:xfrm>
            <a:custGeom>
              <a:avLst/>
              <a:gdLst/>
              <a:ahLst/>
              <a:cxnLst/>
              <a:rect l="l" t="t" r="r" b="b"/>
              <a:pathLst>
                <a:path w="52070" h="83820">
                  <a:moveTo>
                    <a:pt x="51593" y="0"/>
                  </a:moveTo>
                  <a:lnTo>
                    <a:pt x="0" y="0"/>
                  </a:lnTo>
                  <a:lnTo>
                    <a:pt x="0" y="83696"/>
                  </a:lnTo>
                  <a:lnTo>
                    <a:pt x="51593" y="83696"/>
                  </a:lnTo>
                  <a:lnTo>
                    <a:pt x="51593" y="0"/>
                  </a:lnTo>
                  <a:close/>
                </a:path>
              </a:pathLst>
            </a:custGeom>
            <a:solidFill>
              <a:srgbClr val="FFFFFF"/>
            </a:solidFill>
          </p:spPr>
          <p:txBody>
            <a:bodyPr wrap="square" lIns="0" tIns="0" rIns="0" bIns="0" rtlCol="0"/>
            <a:lstStyle/>
            <a:p>
              <a:endParaRPr/>
            </a:p>
          </p:txBody>
        </p:sp>
        <p:sp>
          <p:nvSpPr>
            <p:cNvPr id="110" name="object 110"/>
            <p:cNvSpPr/>
            <p:nvPr/>
          </p:nvSpPr>
          <p:spPr>
            <a:xfrm>
              <a:off x="6294120" y="6710172"/>
              <a:ext cx="52069" cy="83820"/>
            </a:xfrm>
            <a:custGeom>
              <a:avLst/>
              <a:gdLst/>
              <a:ahLst/>
              <a:cxnLst/>
              <a:rect l="l" t="t" r="r" b="b"/>
              <a:pathLst>
                <a:path w="52070" h="83820">
                  <a:moveTo>
                    <a:pt x="0" y="83696"/>
                  </a:moveTo>
                  <a:lnTo>
                    <a:pt x="51593" y="83696"/>
                  </a:lnTo>
                  <a:lnTo>
                    <a:pt x="51593" y="0"/>
                  </a:lnTo>
                  <a:lnTo>
                    <a:pt x="0" y="0"/>
                  </a:lnTo>
                  <a:lnTo>
                    <a:pt x="0" y="83696"/>
                  </a:lnTo>
                  <a:close/>
                </a:path>
              </a:pathLst>
            </a:custGeom>
            <a:ln w="6096">
              <a:solidFill>
                <a:srgbClr val="FFFFFF"/>
              </a:solidFill>
            </a:ln>
          </p:spPr>
          <p:txBody>
            <a:bodyPr wrap="square" lIns="0" tIns="0" rIns="0" bIns="0" rtlCol="0"/>
            <a:lstStyle/>
            <a:p>
              <a:endParaRPr/>
            </a:p>
          </p:txBody>
        </p:sp>
        <p:sp>
          <p:nvSpPr>
            <p:cNvPr id="111" name="object 111"/>
            <p:cNvSpPr/>
            <p:nvPr/>
          </p:nvSpPr>
          <p:spPr>
            <a:xfrm>
              <a:off x="6502908" y="6710172"/>
              <a:ext cx="52069" cy="83820"/>
            </a:xfrm>
            <a:custGeom>
              <a:avLst/>
              <a:gdLst/>
              <a:ahLst/>
              <a:cxnLst/>
              <a:rect l="l" t="t" r="r" b="b"/>
              <a:pathLst>
                <a:path w="52070" h="83820">
                  <a:moveTo>
                    <a:pt x="51593" y="0"/>
                  </a:moveTo>
                  <a:lnTo>
                    <a:pt x="0" y="0"/>
                  </a:lnTo>
                  <a:lnTo>
                    <a:pt x="0" y="83696"/>
                  </a:lnTo>
                  <a:lnTo>
                    <a:pt x="51593" y="83696"/>
                  </a:lnTo>
                  <a:lnTo>
                    <a:pt x="51593" y="0"/>
                  </a:lnTo>
                  <a:close/>
                </a:path>
              </a:pathLst>
            </a:custGeom>
            <a:solidFill>
              <a:srgbClr val="FFFFFF"/>
            </a:solidFill>
          </p:spPr>
          <p:txBody>
            <a:bodyPr wrap="square" lIns="0" tIns="0" rIns="0" bIns="0" rtlCol="0"/>
            <a:lstStyle/>
            <a:p>
              <a:endParaRPr/>
            </a:p>
          </p:txBody>
        </p:sp>
        <p:sp>
          <p:nvSpPr>
            <p:cNvPr id="112" name="object 112"/>
            <p:cNvSpPr/>
            <p:nvPr/>
          </p:nvSpPr>
          <p:spPr>
            <a:xfrm>
              <a:off x="6502908" y="6710172"/>
              <a:ext cx="52069" cy="83820"/>
            </a:xfrm>
            <a:custGeom>
              <a:avLst/>
              <a:gdLst/>
              <a:ahLst/>
              <a:cxnLst/>
              <a:rect l="l" t="t" r="r" b="b"/>
              <a:pathLst>
                <a:path w="52070" h="83820">
                  <a:moveTo>
                    <a:pt x="0" y="83696"/>
                  </a:moveTo>
                  <a:lnTo>
                    <a:pt x="51593" y="83696"/>
                  </a:lnTo>
                  <a:lnTo>
                    <a:pt x="51593" y="0"/>
                  </a:lnTo>
                  <a:lnTo>
                    <a:pt x="0" y="0"/>
                  </a:lnTo>
                  <a:lnTo>
                    <a:pt x="0" y="83696"/>
                  </a:lnTo>
                  <a:close/>
                </a:path>
              </a:pathLst>
            </a:custGeom>
            <a:ln w="6096">
              <a:solidFill>
                <a:srgbClr val="FFFFFF"/>
              </a:solidFill>
            </a:ln>
          </p:spPr>
          <p:txBody>
            <a:bodyPr wrap="square" lIns="0" tIns="0" rIns="0" bIns="0" rtlCol="0"/>
            <a:lstStyle/>
            <a:p>
              <a:endParaRPr/>
            </a:p>
          </p:txBody>
        </p:sp>
        <p:sp>
          <p:nvSpPr>
            <p:cNvPr id="113" name="object 113"/>
            <p:cNvSpPr/>
            <p:nvPr/>
          </p:nvSpPr>
          <p:spPr>
            <a:xfrm>
              <a:off x="6606540" y="6710172"/>
              <a:ext cx="156845" cy="83820"/>
            </a:xfrm>
            <a:custGeom>
              <a:avLst/>
              <a:gdLst/>
              <a:ahLst/>
              <a:cxnLst/>
              <a:rect l="l" t="t" r="r" b="b"/>
              <a:pathLst>
                <a:path w="156845" h="83820">
                  <a:moveTo>
                    <a:pt x="53111" y="0"/>
                  </a:moveTo>
                  <a:lnTo>
                    <a:pt x="0" y="0"/>
                  </a:lnTo>
                  <a:lnTo>
                    <a:pt x="0" y="83705"/>
                  </a:lnTo>
                  <a:lnTo>
                    <a:pt x="53111" y="83705"/>
                  </a:lnTo>
                  <a:lnTo>
                    <a:pt x="53111" y="0"/>
                  </a:lnTo>
                  <a:close/>
                </a:path>
                <a:path w="156845" h="83820">
                  <a:moveTo>
                    <a:pt x="156743" y="0"/>
                  </a:moveTo>
                  <a:lnTo>
                    <a:pt x="105156" y="0"/>
                  </a:lnTo>
                  <a:lnTo>
                    <a:pt x="105156" y="83705"/>
                  </a:lnTo>
                  <a:lnTo>
                    <a:pt x="156743" y="83705"/>
                  </a:lnTo>
                  <a:lnTo>
                    <a:pt x="156743" y="0"/>
                  </a:lnTo>
                  <a:close/>
                </a:path>
              </a:pathLst>
            </a:custGeom>
            <a:solidFill>
              <a:srgbClr val="FFFFFF"/>
            </a:solidFill>
          </p:spPr>
          <p:txBody>
            <a:bodyPr wrap="square" lIns="0" tIns="0" rIns="0" bIns="0" rtlCol="0"/>
            <a:lstStyle/>
            <a:p>
              <a:endParaRPr/>
            </a:p>
          </p:txBody>
        </p:sp>
        <p:sp>
          <p:nvSpPr>
            <p:cNvPr id="114" name="object 114"/>
            <p:cNvSpPr/>
            <p:nvPr/>
          </p:nvSpPr>
          <p:spPr>
            <a:xfrm>
              <a:off x="6711696" y="6710172"/>
              <a:ext cx="52069" cy="83820"/>
            </a:xfrm>
            <a:custGeom>
              <a:avLst/>
              <a:gdLst/>
              <a:ahLst/>
              <a:cxnLst/>
              <a:rect l="l" t="t" r="r" b="b"/>
              <a:pathLst>
                <a:path w="52070" h="83820">
                  <a:moveTo>
                    <a:pt x="0" y="83696"/>
                  </a:moveTo>
                  <a:lnTo>
                    <a:pt x="51593" y="83696"/>
                  </a:lnTo>
                  <a:lnTo>
                    <a:pt x="51593" y="0"/>
                  </a:lnTo>
                  <a:lnTo>
                    <a:pt x="0" y="0"/>
                  </a:lnTo>
                  <a:lnTo>
                    <a:pt x="0" y="83696"/>
                  </a:lnTo>
                  <a:close/>
                </a:path>
              </a:pathLst>
            </a:custGeom>
            <a:ln w="6096">
              <a:solidFill>
                <a:srgbClr val="FFFFFF"/>
              </a:solidFill>
            </a:ln>
          </p:spPr>
          <p:txBody>
            <a:bodyPr wrap="square" lIns="0" tIns="0" rIns="0" bIns="0" rtlCol="0"/>
            <a:lstStyle/>
            <a:p>
              <a:endParaRPr/>
            </a:p>
          </p:txBody>
        </p:sp>
        <p:sp>
          <p:nvSpPr>
            <p:cNvPr id="115" name="object 115"/>
            <p:cNvSpPr/>
            <p:nvPr/>
          </p:nvSpPr>
          <p:spPr>
            <a:xfrm>
              <a:off x="6397752" y="6710172"/>
              <a:ext cx="53340" cy="83820"/>
            </a:xfrm>
            <a:custGeom>
              <a:avLst/>
              <a:gdLst/>
              <a:ahLst/>
              <a:cxnLst/>
              <a:rect l="l" t="t" r="r" b="b"/>
              <a:pathLst>
                <a:path w="53339" h="83820">
                  <a:moveTo>
                    <a:pt x="53120" y="0"/>
                  </a:moveTo>
                  <a:lnTo>
                    <a:pt x="0" y="0"/>
                  </a:lnTo>
                  <a:lnTo>
                    <a:pt x="0" y="83696"/>
                  </a:lnTo>
                  <a:lnTo>
                    <a:pt x="53120" y="83696"/>
                  </a:lnTo>
                  <a:lnTo>
                    <a:pt x="53120" y="0"/>
                  </a:lnTo>
                  <a:close/>
                </a:path>
              </a:pathLst>
            </a:custGeom>
            <a:solidFill>
              <a:srgbClr val="FFFFFF"/>
            </a:solidFill>
          </p:spPr>
          <p:txBody>
            <a:bodyPr wrap="square" lIns="0" tIns="0" rIns="0" bIns="0" rtlCol="0"/>
            <a:lstStyle/>
            <a:p>
              <a:endParaRPr/>
            </a:p>
          </p:txBody>
        </p:sp>
        <p:sp>
          <p:nvSpPr>
            <p:cNvPr id="116" name="object 116"/>
            <p:cNvSpPr/>
            <p:nvPr/>
          </p:nvSpPr>
          <p:spPr>
            <a:xfrm>
              <a:off x="6397752" y="6710172"/>
              <a:ext cx="53340" cy="83820"/>
            </a:xfrm>
            <a:custGeom>
              <a:avLst/>
              <a:gdLst/>
              <a:ahLst/>
              <a:cxnLst/>
              <a:rect l="l" t="t" r="r" b="b"/>
              <a:pathLst>
                <a:path w="53339" h="83820">
                  <a:moveTo>
                    <a:pt x="0" y="83696"/>
                  </a:moveTo>
                  <a:lnTo>
                    <a:pt x="53120" y="83696"/>
                  </a:lnTo>
                  <a:lnTo>
                    <a:pt x="53120" y="0"/>
                  </a:lnTo>
                  <a:lnTo>
                    <a:pt x="0" y="0"/>
                  </a:lnTo>
                  <a:lnTo>
                    <a:pt x="0" y="83696"/>
                  </a:lnTo>
                  <a:close/>
                </a:path>
              </a:pathLst>
            </a:custGeom>
            <a:ln w="6096">
              <a:solidFill>
                <a:srgbClr val="FFFFFF"/>
              </a:solidFill>
            </a:ln>
          </p:spPr>
          <p:txBody>
            <a:bodyPr wrap="square" lIns="0" tIns="0" rIns="0" bIns="0" rtlCol="0"/>
            <a:lstStyle/>
            <a:p>
              <a:endParaRPr/>
            </a:p>
          </p:txBody>
        </p:sp>
        <p:sp>
          <p:nvSpPr>
            <p:cNvPr id="117" name="object 117"/>
            <p:cNvSpPr/>
            <p:nvPr/>
          </p:nvSpPr>
          <p:spPr>
            <a:xfrm>
              <a:off x="6864096" y="6085332"/>
              <a:ext cx="356870" cy="772795"/>
            </a:xfrm>
            <a:custGeom>
              <a:avLst/>
              <a:gdLst/>
              <a:ahLst/>
              <a:cxnLst/>
              <a:rect l="l" t="t" r="r" b="b"/>
              <a:pathLst>
                <a:path w="356870" h="772795">
                  <a:moveTo>
                    <a:pt x="356615" y="0"/>
                  </a:moveTo>
                  <a:lnTo>
                    <a:pt x="0" y="0"/>
                  </a:lnTo>
                  <a:lnTo>
                    <a:pt x="0" y="772415"/>
                  </a:lnTo>
                  <a:lnTo>
                    <a:pt x="356615" y="772415"/>
                  </a:lnTo>
                  <a:lnTo>
                    <a:pt x="356615" y="0"/>
                  </a:lnTo>
                  <a:close/>
                </a:path>
              </a:pathLst>
            </a:custGeom>
            <a:solidFill>
              <a:srgbClr val="353535"/>
            </a:solidFill>
          </p:spPr>
          <p:txBody>
            <a:bodyPr wrap="square" lIns="0" tIns="0" rIns="0" bIns="0" rtlCol="0"/>
            <a:lstStyle/>
            <a:p>
              <a:endParaRPr/>
            </a:p>
          </p:txBody>
        </p:sp>
        <p:sp>
          <p:nvSpPr>
            <p:cNvPr id="118" name="object 118"/>
            <p:cNvSpPr/>
            <p:nvPr/>
          </p:nvSpPr>
          <p:spPr>
            <a:xfrm>
              <a:off x="6864096" y="6085332"/>
              <a:ext cx="356870" cy="772795"/>
            </a:xfrm>
            <a:custGeom>
              <a:avLst/>
              <a:gdLst/>
              <a:ahLst/>
              <a:cxnLst/>
              <a:rect l="l" t="t" r="r" b="b"/>
              <a:pathLst>
                <a:path w="356870" h="772795">
                  <a:moveTo>
                    <a:pt x="0" y="772415"/>
                  </a:moveTo>
                  <a:lnTo>
                    <a:pt x="0" y="0"/>
                  </a:lnTo>
                  <a:lnTo>
                    <a:pt x="356615" y="0"/>
                  </a:lnTo>
                  <a:lnTo>
                    <a:pt x="356615" y="772415"/>
                  </a:lnTo>
                  <a:lnTo>
                    <a:pt x="0" y="772415"/>
                  </a:lnTo>
                </a:path>
              </a:pathLst>
            </a:custGeom>
            <a:ln w="3175">
              <a:solidFill>
                <a:srgbClr val="FFFFFF"/>
              </a:solidFill>
            </a:ln>
          </p:spPr>
          <p:txBody>
            <a:bodyPr wrap="square" lIns="0" tIns="0" rIns="0" bIns="0" rtlCol="0"/>
            <a:lstStyle/>
            <a:p>
              <a:endParaRPr/>
            </a:p>
          </p:txBody>
        </p:sp>
        <p:sp>
          <p:nvSpPr>
            <p:cNvPr id="119" name="object 119"/>
            <p:cNvSpPr/>
            <p:nvPr/>
          </p:nvSpPr>
          <p:spPr>
            <a:xfrm>
              <a:off x="6876288" y="6123432"/>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FFFA9E"/>
            </a:solidFill>
          </p:spPr>
          <p:txBody>
            <a:bodyPr wrap="square" lIns="0" tIns="0" rIns="0" bIns="0" rtlCol="0"/>
            <a:lstStyle/>
            <a:p>
              <a:endParaRPr/>
            </a:p>
          </p:txBody>
        </p:sp>
        <p:sp>
          <p:nvSpPr>
            <p:cNvPr id="120" name="object 120"/>
            <p:cNvSpPr/>
            <p:nvPr/>
          </p:nvSpPr>
          <p:spPr>
            <a:xfrm>
              <a:off x="6880860" y="6123429"/>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121" name="object 121"/>
            <p:cNvSpPr/>
            <p:nvPr/>
          </p:nvSpPr>
          <p:spPr>
            <a:xfrm>
              <a:off x="6880860" y="6123429"/>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122" name="object 122"/>
            <p:cNvSpPr/>
            <p:nvPr/>
          </p:nvSpPr>
          <p:spPr>
            <a:xfrm>
              <a:off x="6935724" y="6123432"/>
              <a:ext cx="0" cy="52069"/>
            </a:xfrm>
            <a:custGeom>
              <a:avLst/>
              <a:gdLst/>
              <a:ahLst/>
              <a:cxnLst/>
              <a:rect l="l" t="t" r="r" b="b"/>
              <a:pathLst>
                <a:path h="52070">
                  <a:moveTo>
                    <a:pt x="0" y="0"/>
                  </a:moveTo>
                  <a:lnTo>
                    <a:pt x="0" y="51701"/>
                  </a:lnTo>
                </a:path>
              </a:pathLst>
            </a:custGeom>
            <a:ln w="27432">
              <a:solidFill>
                <a:srgbClr val="00BAF0"/>
              </a:solidFill>
            </a:ln>
          </p:spPr>
          <p:txBody>
            <a:bodyPr wrap="square" lIns="0" tIns="0" rIns="0" bIns="0" rtlCol="0"/>
            <a:lstStyle/>
            <a:p>
              <a:endParaRPr/>
            </a:p>
          </p:txBody>
        </p:sp>
        <p:sp>
          <p:nvSpPr>
            <p:cNvPr id="123" name="object 123"/>
            <p:cNvSpPr/>
            <p:nvPr/>
          </p:nvSpPr>
          <p:spPr>
            <a:xfrm>
              <a:off x="6925056" y="6123429"/>
              <a:ext cx="21590" cy="52069"/>
            </a:xfrm>
            <a:custGeom>
              <a:avLst/>
              <a:gdLst/>
              <a:ahLst/>
              <a:cxnLst/>
              <a:rect l="l" t="t" r="r" b="b"/>
              <a:pathLst>
                <a:path w="21590" h="52070">
                  <a:moveTo>
                    <a:pt x="21024" y="0"/>
                  </a:moveTo>
                  <a:lnTo>
                    <a:pt x="0" y="0"/>
                  </a:lnTo>
                  <a:lnTo>
                    <a:pt x="0" y="51704"/>
                  </a:lnTo>
                  <a:lnTo>
                    <a:pt x="21024" y="51704"/>
                  </a:lnTo>
                  <a:lnTo>
                    <a:pt x="21024" y="0"/>
                  </a:lnTo>
                  <a:close/>
                </a:path>
              </a:pathLst>
            </a:custGeom>
            <a:solidFill>
              <a:srgbClr val="FFFFFF"/>
            </a:solidFill>
          </p:spPr>
          <p:txBody>
            <a:bodyPr wrap="square" lIns="0" tIns="0" rIns="0" bIns="0" rtlCol="0"/>
            <a:lstStyle/>
            <a:p>
              <a:endParaRPr/>
            </a:p>
          </p:txBody>
        </p:sp>
        <p:sp>
          <p:nvSpPr>
            <p:cNvPr id="124" name="object 124"/>
            <p:cNvSpPr/>
            <p:nvPr/>
          </p:nvSpPr>
          <p:spPr>
            <a:xfrm>
              <a:off x="6925056" y="6123429"/>
              <a:ext cx="21590" cy="52069"/>
            </a:xfrm>
            <a:custGeom>
              <a:avLst/>
              <a:gdLst/>
              <a:ahLst/>
              <a:cxnLst/>
              <a:rect l="l" t="t" r="r" b="b"/>
              <a:pathLst>
                <a:path w="21590" h="52070">
                  <a:moveTo>
                    <a:pt x="0" y="51704"/>
                  </a:moveTo>
                  <a:lnTo>
                    <a:pt x="21024" y="51704"/>
                  </a:lnTo>
                  <a:lnTo>
                    <a:pt x="21024" y="0"/>
                  </a:lnTo>
                  <a:lnTo>
                    <a:pt x="0" y="0"/>
                  </a:lnTo>
                  <a:lnTo>
                    <a:pt x="0" y="51704"/>
                  </a:lnTo>
                  <a:close/>
                </a:path>
              </a:pathLst>
            </a:custGeom>
            <a:ln w="3175">
              <a:solidFill>
                <a:srgbClr val="FFFFFF"/>
              </a:solidFill>
            </a:ln>
          </p:spPr>
          <p:txBody>
            <a:bodyPr wrap="square" lIns="0" tIns="0" rIns="0" bIns="0" rtlCol="0"/>
            <a:lstStyle/>
            <a:p>
              <a:endParaRPr/>
            </a:p>
          </p:txBody>
        </p:sp>
        <p:sp>
          <p:nvSpPr>
            <p:cNvPr id="125" name="object 125"/>
            <p:cNvSpPr/>
            <p:nvPr/>
          </p:nvSpPr>
          <p:spPr>
            <a:xfrm>
              <a:off x="6967728" y="6123432"/>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FFFA9E"/>
            </a:solidFill>
          </p:spPr>
          <p:txBody>
            <a:bodyPr wrap="square" lIns="0" tIns="0" rIns="0" bIns="0" rtlCol="0"/>
            <a:lstStyle/>
            <a:p>
              <a:endParaRPr/>
            </a:p>
          </p:txBody>
        </p:sp>
        <p:sp>
          <p:nvSpPr>
            <p:cNvPr id="126" name="object 126"/>
            <p:cNvSpPr/>
            <p:nvPr/>
          </p:nvSpPr>
          <p:spPr>
            <a:xfrm>
              <a:off x="6970776" y="6123429"/>
              <a:ext cx="18415" cy="52069"/>
            </a:xfrm>
            <a:custGeom>
              <a:avLst/>
              <a:gdLst/>
              <a:ahLst/>
              <a:cxnLst/>
              <a:rect l="l" t="t" r="r" b="b"/>
              <a:pathLst>
                <a:path w="18415" h="52070">
                  <a:moveTo>
                    <a:pt x="18080" y="0"/>
                  </a:moveTo>
                  <a:lnTo>
                    <a:pt x="0" y="0"/>
                  </a:lnTo>
                  <a:lnTo>
                    <a:pt x="0" y="51704"/>
                  </a:lnTo>
                  <a:lnTo>
                    <a:pt x="18080" y="51704"/>
                  </a:lnTo>
                  <a:lnTo>
                    <a:pt x="18080" y="0"/>
                  </a:lnTo>
                  <a:close/>
                </a:path>
              </a:pathLst>
            </a:custGeom>
            <a:solidFill>
              <a:srgbClr val="FFFFFF"/>
            </a:solidFill>
          </p:spPr>
          <p:txBody>
            <a:bodyPr wrap="square" lIns="0" tIns="0" rIns="0" bIns="0" rtlCol="0"/>
            <a:lstStyle/>
            <a:p>
              <a:endParaRPr/>
            </a:p>
          </p:txBody>
        </p:sp>
        <p:sp>
          <p:nvSpPr>
            <p:cNvPr id="127" name="object 127"/>
            <p:cNvSpPr/>
            <p:nvPr/>
          </p:nvSpPr>
          <p:spPr>
            <a:xfrm>
              <a:off x="6970776" y="6123429"/>
              <a:ext cx="18415" cy="52069"/>
            </a:xfrm>
            <a:custGeom>
              <a:avLst/>
              <a:gdLst/>
              <a:ahLst/>
              <a:cxnLst/>
              <a:rect l="l" t="t" r="r" b="b"/>
              <a:pathLst>
                <a:path w="18415" h="52070">
                  <a:moveTo>
                    <a:pt x="0" y="51704"/>
                  </a:moveTo>
                  <a:lnTo>
                    <a:pt x="18080" y="51704"/>
                  </a:lnTo>
                  <a:lnTo>
                    <a:pt x="18080" y="0"/>
                  </a:lnTo>
                  <a:lnTo>
                    <a:pt x="0" y="0"/>
                  </a:lnTo>
                  <a:lnTo>
                    <a:pt x="0" y="51704"/>
                  </a:lnTo>
                  <a:close/>
                </a:path>
              </a:pathLst>
            </a:custGeom>
            <a:ln w="3175">
              <a:solidFill>
                <a:srgbClr val="FFFFFF"/>
              </a:solidFill>
            </a:ln>
          </p:spPr>
          <p:txBody>
            <a:bodyPr wrap="square" lIns="0" tIns="0" rIns="0" bIns="0" rtlCol="0"/>
            <a:lstStyle/>
            <a:p>
              <a:endParaRPr/>
            </a:p>
          </p:txBody>
        </p:sp>
        <p:sp>
          <p:nvSpPr>
            <p:cNvPr id="128" name="object 128"/>
            <p:cNvSpPr/>
            <p:nvPr/>
          </p:nvSpPr>
          <p:spPr>
            <a:xfrm>
              <a:off x="7010400" y="6123432"/>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129" name="object 129"/>
            <p:cNvSpPr/>
            <p:nvPr/>
          </p:nvSpPr>
          <p:spPr>
            <a:xfrm>
              <a:off x="7013448" y="6123429"/>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130" name="object 130"/>
            <p:cNvSpPr/>
            <p:nvPr/>
          </p:nvSpPr>
          <p:spPr>
            <a:xfrm>
              <a:off x="7013448" y="6123429"/>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131" name="object 131"/>
            <p:cNvSpPr/>
            <p:nvPr/>
          </p:nvSpPr>
          <p:spPr>
            <a:xfrm>
              <a:off x="7056120" y="6123432"/>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FFFA9E"/>
            </a:solidFill>
          </p:spPr>
          <p:txBody>
            <a:bodyPr wrap="square" lIns="0" tIns="0" rIns="0" bIns="0" rtlCol="0"/>
            <a:lstStyle/>
            <a:p>
              <a:endParaRPr/>
            </a:p>
          </p:txBody>
        </p:sp>
        <p:sp>
          <p:nvSpPr>
            <p:cNvPr id="132" name="object 132"/>
            <p:cNvSpPr/>
            <p:nvPr/>
          </p:nvSpPr>
          <p:spPr>
            <a:xfrm>
              <a:off x="7059168" y="6123429"/>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133" name="object 133"/>
            <p:cNvSpPr/>
            <p:nvPr/>
          </p:nvSpPr>
          <p:spPr>
            <a:xfrm>
              <a:off x="7059168" y="6123429"/>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134" name="object 134"/>
            <p:cNvSpPr/>
            <p:nvPr/>
          </p:nvSpPr>
          <p:spPr>
            <a:xfrm>
              <a:off x="7097268" y="6123432"/>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FFFA9E"/>
            </a:solidFill>
          </p:spPr>
          <p:txBody>
            <a:bodyPr wrap="square" lIns="0" tIns="0" rIns="0" bIns="0" rtlCol="0"/>
            <a:lstStyle/>
            <a:p>
              <a:endParaRPr/>
            </a:p>
          </p:txBody>
        </p:sp>
        <p:sp>
          <p:nvSpPr>
            <p:cNvPr id="135" name="object 135"/>
            <p:cNvSpPr/>
            <p:nvPr/>
          </p:nvSpPr>
          <p:spPr>
            <a:xfrm>
              <a:off x="7101840" y="6123429"/>
              <a:ext cx="19685" cy="52069"/>
            </a:xfrm>
            <a:custGeom>
              <a:avLst/>
              <a:gdLst/>
              <a:ahLst/>
              <a:cxnLst/>
              <a:rect l="l" t="t" r="r" b="b"/>
              <a:pathLst>
                <a:path w="19684" h="52070">
                  <a:moveTo>
                    <a:pt x="19532" y="0"/>
                  </a:moveTo>
                  <a:lnTo>
                    <a:pt x="0" y="0"/>
                  </a:lnTo>
                  <a:lnTo>
                    <a:pt x="0" y="51704"/>
                  </a:lnTo>
                  <a:lnTo>
                    <a:pt x="19532" y="51704"/>
                  </a:lnTo>
                  <a:lnTo>
                    <a:pt x="19532" y="0"/>
                  </a:lnTo>
                  <a:close/>
                </a:path>
              </a:pathLst>
            </a:custGeom>
            <a:solidFill>
              <a:srgbClr val="FFFFFF"/>
            </a:solidFill>
          </p:spPr>
          <p:txBody>
            <a:bodyPr wrap="square" lIns="0" tIns="0" rIns="0" bIns="0" rtlCol="0"/>
            <a:lstStyle/>
            <a:p>
              <a:endParaRPr/>
            </a:p>
          </p:txBody>
        </p:sp>
        <p:sp>
          <p:nvSpPr>
            <p:cNvPr id="136" name="object 136"/>
            <p:cNvSpPr/>
            <p:nvPr/>
          </p:nvSpPr>
          <p:spPr>
            <a:xfrm>
              <a:off x="7101840" y="6123429"/>
              <a:ext cx="19685" cy="52069"/>
            </a:xfrm>
            <a:custGeom>
              <a:avLst/>
              <a:gdLst/>
              <a:ahLst/>
              <a:cxnLst/>
              <a:rect l="l" t="t" r="r" b="b"/>
              <a:pathLst>
                <a:path w="19684" h="52070">
                  <a:moveTo>
                    <a:pt x="0" y="51704"/>
                  </a:moveTo>
                  <a:lnTo>
                    <a:pt x="19532" y="51704"/>
                  </a:lnTo>
                  <a:lnTo>
                    <a:pt x="19532" y="0"/>
                  </a:lnTo>
                  <a:lnTo>
                    <a:pt x="0" y="0"/>
                  </a:lnTo>
                  <a:lnTo>
                    <a:pt x="0" y="51704"/>
                  </a:lnTo>
                  <a:close/>
                </a:path>
              </a:pathLst>
            </a:custGeom>
            <a:ln w="3175">
              <a:solidFill>
                <a:srgbClr val="FFFFFF"/>
              </a:solidFill>
            </a:ln>
          </p:spPr>
          <p:txBody>
            <a:bodyPr wrap="square" lIns="0" tIns="0" rIns="0" bIns="0" rtlCol="0"/>
            <a:lstStyle/>
            <a:p>
              <a:endParaRPr/>
            </a:p>
          </p:txBody>
        </p:sp>
        <p:sp>
          <p:nvSpPr>
            <p:cNvPr id="137" name="object 137"/>
            <p:cNvSpPr/>
            <p:nvPr/>
          </p:nvSpPr>
          <p:spPr>
            <a:xfrm>
              <a:off x="7142988" y="6123432"/>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138" name="object 138"/>
            <p:cNvSpPr/>
            <p:nvPr/>
          </p:nvSpPr>
          <p:spPr>
            <a:xfrm>
              <a:off x="7146036" y="6123429"/>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139" name="object 139"/>
            <p:cNvSpPr/>
            <p:nvPr/>
          </p:nvSpPr>
          <p:spPr>
            <a:xfrm>
              <a:off x="7146036" y="6123429"/>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140" name="object 140"/>
            <p:cNvSpPr/>
            <p:nvPr/>
          </p:nvSpPr>
          <p:spPr>
            <a:xfrm>
              <a:off x="6876288" y="6211824"/>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FFFA9E"/>
            </a:solidFill>
          </p:spPr>
          <p:txBody>
            <a:bodyPr wrap="square" lIns="0" tIns="0" rIns="0" bIns="0" rtlCol="0"/>
            <a:lstStyle/>
            <a:p>
              <a:endParaRPr/>
            </a:p>
          </p:txBody>
        </p:sp>
        <p:sp>
          <p:nvSpPr>
            <p:cNvPr id="141" name="object 141"/>
            <p:cNvSpPr/>
            <p:nvPr/>
          </p:nvSpPr>
          <p:spPr>
            <a:xfrm>
              <a:off x="6880860" y="6211821"/>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142" name="object 142"/>
            <p:cNvSpPr/>
            <p:nvPr/>
          </p:nvSpPr>
          <p:spPr>
            <a:xfrm>
              <a:off x="6880860" y="6211821"/>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143" name="object 143"/>
            <p:cNvSpPr/>
            <p:nvPr/>
          </p:nvSpPr>
          <p:spPr>
            <a:xfrm>
              <a:off x="6935724" y="6211824"/>
              <a:ext cx="0" cy="52069"/>
            </a:xfrm>
            <a:custGeom>
              <a:avLst/>
              <a:gdLst/>
              <a:ahLst/>
              <a:cxnLst/>
              <a:rect l="l" t="t" r="r" b="b"/>
              <a:pathLst>
                <a:path h="52070">
                  <a:moveTo>
                    <a:pt x="0" y="0"/>
                  </a:moveTo>
                  <a:lnTo>
                    <a:pt x="0" y="51701"/>
                  </a:lnTo>
                </a:path>
              </a:pathLst>
            </a:custGeom>
            <a:ln w="27432">
              <a:solidFill>
                <a:srgbClr val="00BAF0"/>
              </a:solidFill>
            </a:ln>
          </p:spPr>
          <p:txBody>
            <a:bodyPr wrap="square" lIns="0" tIns="0" rIns="0" bIns="0" rtlCol="0"/>
            <a:lstStyle/>
            <a:p>
              <a:endParaRPr/>
            </a:p>
          </p:txBody>
        </p:sp>
        <p:sp>
          <p:nvSpPr>
            <p:cNvPr id="144" name="object 144"/>
            <p:cNvSpPr/>
            <p:nvPr/>
          </p:nvSpPr>
          <p:spPr>
            <a:xfrm>
              <a:off x="6925056" y="6211821"/>
              <a:ext cx="21590" cy="52069"/>
            </a:xfrm>
            <a:custGeom>
              <a:avLst/>
              <a:gdLst/>
              <a:ahLst/>
              <a:cxnLst/>
              <a:rect l="l" t="t" r="r" b="b"/>
              <a:pathLst>
                <a:path w="21590" h="52070">
                  <a:moveTo>
                    <a:pt x="21024" y="0"/>
                  </a:moveTo>
                  <a:lnTo>
                    <a:pt x="0" y="0"/>
                  </a:lnTo>
                  <a:lnTo>
                    <a:pt x="0" y="51704"/>
                  </a:lnTo>
                  <a:lnTo>
                    <a:pt x="21024" y="51704"/>
                  </a:lnTo>
                  <a:lnTo>
                    <a:pt x="21024" y="0"/>
                  </a:lnTo>
                  <a:close/>
                </a:path>
              </a:pathLst>
            </a:custGeom>
            <a:solidFill>
              <a:srgbClr val="FFFFFF"/>
            </a:solidFill>
          </p:spPr>
          <p:txBody>
            <a:bodyPr wrap="square" lIns="0" tIns="0" rIns="0" bIns="0" rtlCol="0"/>
            <a:lstStyle/>
            <a:p>
              <a:endParaRPr/>
            </a:p>
          </p:txBody>
        </p:sp>
        <p:sp>
          <p:nvSpPr>
            <p:cNvPr id="145" name="object 145"/>
            <p:cNvSpPr/>
            <p:nvPr/>
          </p:nvSpPr>
          <p:spPr>
            <a:xfrm>
              <a:off x="6925056" y="6211821"/>
              <a:ext cx="21590" cy="52069"/>
            </a:xfrm>
            <a:custGeom>
              <a:avLst/>
              <a:gdLst/>
              <a:ahLst/>
              <a:cxnLst/>
              <a:rect l="l" t="t" r="r" b="b"/>
              <a:pathLst>
                <a:path w="21590" h="52070">
                  <a:moveTo>
                    <a:pt x="0" y="51704"/>
                  </a:moveTo>
                  <a:lnTo>
                    <a:pt x="21024" y="51704"/>
                  </a:lnTo>
                  <a:lnTo>
                    <a:pt x="21024" y="0"/>
                  </a:lnTo>
                  <a:lnTo>
                    <a:pt x="0" y="0"/>
                  </a:lnTo>
                  <a:lnTo>
                    <a:pt x="0" y="51704"/>
                  </a:lnTo>
                  <a:close/>
                </a:path>
              </a:pathLst>
            </a:custGeom>
            <a:ln w="3175">
              <a:solidFill>
                <a:srgbClr val="FFFFFF"/>
              </a:solidFill>
            </a:ln>
          </p:spPr>
          <p:txBody>
            <a:bodyPr wrap="square" lIns="0" tIns="0" rIns="0" bIns="0" rtlCol="0"/>
            <a:lstStyle/>
            <a:p>
              <a:endParaRPr/>
            </a:p>
          </p:txBody>
        </p:sp>
        <p:sp>
          <p:nvSpPr>
            <p:cNvPr id="146" name="object 146"/>
            <p:cNvSpPr/>
            <p:nvPr/>
          </p:nvSpPr>
          <p:spPr>
            <a:xfrm>
              <a:off x="6967728" y="6211824"/>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FFFA9E"/>
            </a:solidFill>
          </p:spPr>
          <p:txBody>
            <a:bodyPr wrap="square" lIns="0" tIns="0" rIns="0" bIns="0" rtlCol="0"/>
            <a:lstStyle/>
            <a:p>
              <a:endParaRPr/>
            </a:p>
          </p:txBody>
        </p:sp>
        <p:sp>
          <p:nvSpPr>
            <p:cNvPr id="147" name="object 147"/>
            <p:cNvSpPr/>
            <p:nvPr/>
          </p:nvSpPr>
          <p:spPr>
            <a:xfrm>
              <a:off x="6970776" y="6211821"/>
              <a:ext cx="18415" cy="52069"/>
            </a:xfrm>
            <a:custGeom>
              <a:avLst/>
              <a:gdLst/>
              <a:ahLst/>
              <a:cxnLst/>
              <a:rect l="l" t="t" r="r" b="b"/>
              <a:pathLst>
                <a:path w="18415" h="52070">
                  <a:moveTo>
                    <a:pt x="18080" y="0"/>
                  </a:moveTo>
                  <a:lnTo>
                    <a:pt x="0" y="0"/>
                  </a:lnTo>
                  <a:lnTo>
                    <a:pt x="0" y="51704"/>
                  </a:lnTo>
                  <a:lnTo>
                    <a:pt x="18080" y="51704"/>
                  </a:lnTo>
                  <a:lnTo>
                    <a:pt x="18080" y="0"/>
                  </a:lnTo>
                  <a:close/>
                </a:path>
              </a:pathLst>
            </a:custGeom>
            <a:solidFill>
              <a:srgbClr val="FFFFFF"/>
            </a:solidFill>
          </p:spPr>
          <p:txBody>
            <a:bodyPr wrap="square" lIns="0" tIns="0" rIns="0" bIns="0" rtlCol="0"/>
            <a:lstStyle/>
            <a:p>
              <a:endParaRPr/>
            </a:p>
          </p:txBody>
        </p:sp>
        <p:sp>
          <p:nvSpPr>
            <p:cNvPr id="148" name="object 148"/>
            <p:cNvSpPr/>
            <p:nvPr/>
          </p:nvSpPr>
          <p:spPr>
            <a:xfrm>
              <a:off x="6970776" y="6211821"/>
              <a:ext cx="18415" cy="52069"/>
            </a:xfrm>
            <a:custGeom>
              <a:avLst/>
              <a:gdLst/>
              <a:ahLst/>
              <a:cxnLst/>
              <a:rect l="l" t="t" r="r" b="b"/>
              <a:pathLst>
                <a:path w="18415" h="52070">
                  <a:moveTo>
                    <a:pt x="0" y="51704"/>
                  </a:moveTo>
                  <a:lnTo>
                    <a:pt x="18080" y="51704"/>
                  </a:lnTo>
                  <a:lnTo>
                    <a:pt x="18080" y="0"/>
                  </a:lnTo>
                  <a:lnTo>
                    <a:pt x="0" y="0"/>
                  </a:lnTo>
                  <a:lnTo>
                    <a:pt x="0" y="51704"/>
                  </a:lnTo>
                  <a:close/>
                </a:path>
              </a:pathLst>
            </a:custGeom>
            <a:ln w="3175">
              <a:solidFill>
                <a:srgbClr val="FFFFFF"/>
              </a:solidFill>
            </a:ln>
          </p:spPr>
          <p:txBody>
            <a:bodyPr wrap="square" lIns="0" tIns="0" rIns="0" bIns="0" rtlCol="0"/>
            <a:lstStyle/>
            <a:p>
              <a:endParaRPr/>
            </a:p>
          </p:txBody>
        </p:sp>
        <p:sp>
          <p:nvSpPr>
            <p:cNvPr id="149" name="object 149"/>
            <p:cNvSpPr/>
            <p:nvPr/>
          </p:nvSpPr>
          <p:spPr>
            <a:xfrm>
              <a:off x="7010400" y="6211824"/>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150" name="object 150"/>
            <p:cNvSpPr/>
            <p:nvPr/>
          </p:nvSpPr>
          <p:spPr>
            <a:xfrm>
              <a:off x="7013448" y="6211821"/>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151" name="object 151"/>
            <p:cNvSpPr/>
            <p:nvPr/>
          </p:nvSpPr>
          <p:spPr>
            <a:xfrm>
              <a:off x="7013448" y="6211821"/>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152" name="object 152"/>
            <p:cNvSpPr/>
            <p:nvPr/>
          </p:nvSpPr>
          <p:spPr>
            <a:xfrm>
              <a:off x="7056120" y="6211824"/>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FFFA9E"/>
            </a:solidFill>
          </p:spPr>
          <p:txBody>
            <a:bodyPr wrap="square" lIns="0" tIns="0" rIns="0" bIns="0" rtlCol="0"/>
            <a:lstStyle/>
            <a:p>
              <a:endParaRPr/>
            </a:p>
          </p:txBody>
        </p:sp>
        <p:sp>
          <p:nvSpPr>
            <p:cNvPr id="153" name="object 153"/>
            <p:cNvSpPr/>
            <p:nvPr/>
          </p:nvSpPr>
          <p:spPr>
            <a:xfrm>
              <a:off x="7059168" y="6211821"/>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154" name="object 154"/>
            <p:cNvSpPr/>
            <p:nvPr/>
          </p:nvSpPr>
          <p:spPr>
            <a:xfrm>
              <a:off x="7059168" y="6211821"/>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155" name="object 155"/>
            <p:cNvSpPr/>
            <p:nvPr/>
          </p:nvSpPr>
          <p:spPr>
            <a:xfrm>
              <a:off x="7097268" y="6211824"/>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156" name="object 156"/>
            <p:cNvSpPr/>
            <p:nvPr/>
          </p:nvSpPr>
          <p:spPr>
            <a:xfrm>
              <a:off x="7101840" y="6211821"/>
              <a:ext cx="19685" cy="52069"/>
            </a:xfrm>
            <a:custGeom>
              <a:avLst/>
              <a:gdLst/>
              <a:ahLst/>
              <a:cxnLst/>
              <a:rect l="l" t="t" r="r" b="b"/>
              <a:pathLst>
                <a:path w="19684" h="52070">
                  <a:moveTo>
                    <a:pt x="19532" y="0"/>
                  </a:moveTo>
                  <a:lnTo>
                    <a:pt x="0" y="0"/>
                  </a:lnTo>
                  <a:lnTo>
                    <a:pt x="0" y="51704"/>
                  </a:lnTo>
                  <a:lnTo>
                    <a:pt x="19532" y="51704"/>
                  </a:lnTo>
                  <a:lnTo>
                    <a:pt x="19532" y="0"/>
                  </a:lnTo>
                  <a:close/>
                </a:path>
              </a:pathLst>
            </a:custGeom>
            <a:solidFill>
              <a:srgbClr val="FFFFFF"/>
            </a:solidFill>
          </p:spPr>
          <p:txBody>
            <a:bodyPr wrap="square" lIns="0" tIns="0" rIns="0" bIns="0" rtlCol="0"/>
            <a:lstStyle/>
            <a:p>
              <a:endParaRPr/>
            </a:p>
          </p:txBody>
        </p:sp>
        <p:sp>
          <p:nvSpPr>
            <p:cNvPr id="157" name="object 157"/>
            <p:cNvSpPr/>
            <p:nvPr/>
          </p:nvSpPr>
          <p:spPr>
            <a:xfrm>
              <a:off x="7101840" y="6211821"/>
              <a:ext cx="19685" cy="52069"/>
            </a:xfrm>
            <a:custGeom>
              <a:avLst/>
              <a:gdLst/>
              <a:ahLst/>
              <a:cxnLst/>
              <a:rect l="l" t="t" r="r" b="b"/>
              <a:pathLst>
                <a:path w="19684" h="52070">
                  <a:moveTo>
                    <a:pt x="0" y="51704"/>
                  </a:moveTo>
                  <a:lnTo>
                    <a:pt x="19532" y="51704"/>
                  </a:lnTo>
                  <a:lnTo>
                    <a:pt x="19532" y="0"/>
                  </a:lnTo>
                  <a:lnTo>
                    <a:pt x="0" y="0"/>
                  </a:lnTo>
                  <a:lnTo>
                    <a:pt x="0" y="51704"/>
                  </a:lnTo>
                  <a:close/>
                </a:path>
              </a:pathLst>
            </a:custGeom>
            <a:ln w="3175">
              <a:solidFill>
                <a:srgbClr val="FFFFFF"/>
              </a:solidFill>
            </a:ln>
          </p:spPr>
          <p:txBody>
            <a:bodyPr wrap="square" lIns="0" tIns="0" rIns="0" bIns="0" rtlCol="0"/>
            <a:lstStyle/>
            <a:p>
              <a:endParaRPr/>
            </a:p>
          </p:txBody>
        </p:sp>
        <p:sp>
          <p:nvSpPr>
            <p:cNvPr id="158" name="object 158"/>
            <p:cNvSpPr/>
            <p:nvPr/>
          </p:nvSpPr>
          <p:spPr>
            <a:xfrm>
              <a:off x="7142988" y="6211824"/>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159" name="object 159"/>
            <p:cNvSpPr/>
            <p:nvPr/>
          </p:nvSpPr>
          <p:spPr>
            <a:xfrm>
              <a:off x="7146036" y="6211821"/>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160" name="object 160"/>
            <p:cNvSpPr/>
            <p:nvPr/>
          </p:nvSpPr>
          <p:spPr>
            <a:xfrm>
              <a:off x="7146036" y="6211821"/>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161" name="object 161"/>
            <p:cNvSpPr/>
            <p:nvPr/>
          </p:nvSpPr>
          <p:spPr>
            <a:xfrm>
              <a:off x="6876288" y="6300216"/>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162" name="object 162"/>
            <p:cNvSpPr/>
            <p:nvPr/>
          </p:nvSpPr>
          <p:spPr>
            <a:xfrm>
              <a:off x="6880860" y="6300213"/>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163" name="object 163"/>
            <p:cNvSpPr/>
            <p:nvPr/>
          </p:nvSpPr>
          <p:spPr>
            <a:xfrm>
              <a:off x="6880860" y="6300213"/>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164" name="object 164"/>
            <p:cNvSpPr/>
            <p:nvPr/>
          </p:nvSpPr>
          <p:spPr>
            <a:xfrm>
              <a:off x="6935724" y="6300216"/>
              <a:ext cx="0" cy="52069"/>
            </a:xfrm>
            <a:custGeom>
              <a:avLst/>
              <a:gdLst/>
              <a:ahLst/>
              <a:cxnLst/>
              <a:rect l="l" t="t" r="r" b="b"/>
              <a:pathLst>
                <a:path h="52070">
                  <a:moveTo>
                    <a:pt x="0" y="0"/>
                  </a:moveTo>
                  <a:lnTo>
                    <a:pt x="0" y="51701"/>
                  </a:lnTo>
                </a:path>
              </a:pathLst>
            </a:custGeom>
            <a:ln w="27432">
              <a:solidFill>
                <a:srgbClr val="00BAF0"/>
              </a:solidFill>
            </a:ln>
          </p:spPr>
          <p:txBody>
            <a:bodyPr wrap="square" lIns="0" tIns="0" rIns="0" bIns="0" rtlCol="0"/>
            <a:lstStyle/>
            <a:p>
              <a:endParaRPr/>
            </a:p>
          </p:txBody>
        </p:sp>
        <p:sp>
          <p:nvSpPr>
            <p:cNvPr id="165" name="object 165"/>
            <p:cNvSpPr/>
            <p:nvPr/>
          </p:nvSpPr>
          <p:spPr>
            <a:xfrm>
              <a:off x="6925056" y="6300213"/>
              <a:ext cx="21590" cy="52069"/>
            </a:xfrm>
            <a:custGeom>
              <a:avLst/>
              <a:gdLst/>
              <a:ahLst/>
              <a:cxnLst/>
              <a:rect l="l" t="t" r="r" b="b"/>
              <a:pathLst>
                <a:path w="21590" h="52070">
                  <a:moveTo>
                    <a:pt x="21024" y="0"/>
                  </a:moveTo>
                  <a:lnTo>
                    <a:pt x="0" y="0"/>
                  </a:lnTo>
                  <a:lnTo>
                    <a:pt x="0" y="51704"/>
                  </a:lnTo>
                  <a:lnTo>
                    <a:pt x="21024" y="51704"/>
                  </a:lnTo>
                  <a:lnTo>
                    <a:pt x="21024" y="0"/>
                  </a:lnTo>
                  <a:close/>
                </a:path>
              </a:pathLst>
            </a:custGeom>
            <a:solidFill>
              <a:srgbClr val="FFFFFF"/>
            </a:solidFill>
          </p:spPr>
          <p:txBody>
            <a:bodyPr wrap="square" lIns="0" tIns="0" rIns="0" bIns="0" rtlCol="0"/>
            <a:lstStyle/>
            <a:p>
              <a:endParaRPr/>
            </a:p>
          </p:txBody>
        </p:sp>
        <p:sp>
          <p:nvSpPr>
            <p:cNvPr id="166" name="object 166"/>
            <p:cNvSpPr/>
            <p:nvPr/>
          </p:nvSpPr>
          <p:spPr>
            <a:xfrm>
              <a:off x="6925056" y="6300213"/>
              <a:ext cx="21590" cy="52069"/>
            </a:xfrm>
            <a:custGeom>
              <a:avLst/>
              <a:gdLst/>
              <a:ahLst/>
              <a:cxnLst/>
              <a:rect l="l" t="t" r="r" b="b"/>
              <a:pathLst>
                <a:path w="21590" h="52070">
                  <a:moveTo>
                    <a:pt x="0" y="51704"/>
                  </a:moveTo>
                  <a:lnTo>
                    <a:pt x="21024" y="51704"/>
                  </a:lnTo>
                  <a:lnTo>
                    <a:pt x="21024" y="0"/>
                  </a:lnTo>
                  <a:lnTo>
                    <a:pt x="0" y="0"/>
                  </a:lnTo>
                  <a:lnTo>
                    <a:pt x="0" y="51704"/>
                  </a:lnTo>
                  <a:close/>
                </a:path>
              </a:pathLst>
            </a:custGeom>
            <a:ln w="3175">
              <a:solidFill>
                <a:srgbClr val="FFFFFF"/>
              </a:solidFill>
            </a:ln>
          </p:spPr>
          <p:txBody>
            <a:bodyPr wrap="square" lIns="0" tIns="0" rIns="0" bIns="0" rtlCol="0"/>
            <a:lstStyle/>
            <a:p>
              <a:endParaRPr/>
            </a:p>
          </p:txBody>
        </p:sp>
        <p:sp>
          <p:nvSpPr>
            <p:cNvPr id="167" name="object 167"/>
            <p:cNvSpPr/>
            <p:nvPr/>
          </p:nvSpPr>
          <p:spPr>
            <a:xfrm>
              <a:off x="6967728" y="6300216"/>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168" name="object 168"/>
            <p:cNvSpPr/>
            <p:nvPr/>
          </p:nvSpPr>
          <p:spPr>
            <a:xfrm>
              <a:off x="6970776" y="6300213"/>
              <a:ext cx="18415" cy="52069"/>
            </a:xfrm>
            <a:custGeom>
              <a:avLst/>
              <a:gdLst/>
              <a:ahLst/>
              <a:cxnLst/>
              <a:rect l="l" t="t" r="r" b="b"/>
              <a:pathLst>
                <a:path w="18415" h="52070">
                  <a:moveTo>
                    <a:pt x="18080" y="0"/>
                  </a:moveTo>
                  <a:lnTo>
                    <a:pt x="0" y="0"/>
                  </a:lnTo>
                  <a:lnTo>
                    <a:pt x="0" y="51704"/>
                  </a:lnTo>
                  <a:lnTo>
                    <a:pt x="18080" y="51704"/>
                  </a:lnTo>
                  <a:lnTo>
                    <a:pt x="18080" y="0"/>
                  </a:lnTo>
                  <a:close/>
                </a:path>
              </a:pathLst>
            </a:custGeom>
            <a:solidFill>
              <a:srgbClr val="FFFFFF"/>
            </a:solidFill>
          </p:spPr>
          <p:txBody>
            <a:bodyPr wrap="square" lIns="0" tIns="0" rIns="0" bIns="0" rtlCol="0"/>
            <a:lstStyle/>
            <a:p>
              <a:endParaRPr/>
            </a:p>
          </p:txBody>
        </p:sp>
        <p:sp>
          <p:nvSpPr>
            <p:cNvPr id="169" name="object 169"/>
            <p:cNvSpPr/>
            <p:nvPr/>
          </p:nvSpPr>
          <p:spPr>
            <a:xfrm>
              <a:off x="6970776" y="6300213"/>
              <a:ext cx="18415" cy="52069"/>
            </a:xfrm>
            <a:custGeom>
              <a:avLst/>
              <a:gdLst/>
              <a:ahLst/>
              <a:cxnLst/>
              <a:rect l="l" t="t" r="r" b="b"/>
              <a:pathLst>
                <a:path w="18415" h="52070">
                  <a:moveTo>
                    <a:pt x="0" y="51704"/>
                  </a:moveTo>
                  <a:lnTo>
                    <a:pt x="18080" y="51704"/>
                  </a:lnTo>
                  <a:lnTo>
                    <a:pt x="18080" y="0"/>
                  </a:lnTo>
                  <a:lnTo>
                    <a:pt x="0" y="0"/>
                  </a:lnTo>
                  <a:lnTo>
                    <a:pt x="0" y="51704"/>
                  </a:lnTo>
                  <a:close/>
                </a:path>
              </a:pathLst>
            </a:custGeom>
            <a:ln w="3175">
              <a:solidFill>
                <a:srgbClr val="FFFFFF"/>
              </a:solidFill>
            </a:ln>
          </p:spPr>
          <p:txBody>
            <a:bodyPr wrap="square" lIns="0" tIns="0" rIns="0" bIns="0" rtlCol="0"/>
            <a:lstStyle/>
            <a:p>
              <a:endParaRPr/>
            </a:p>
          </p:txBody>
        </p:sp>
        <p:sp>
          <p:nvSpPr>
            <p:cNvPr id="170" name="object 170"/>
            <p:cNvSpPr/>
            <p:nvPr/>
          </p:nvSpPr>
          <p:spPr>
            <a:xfrm>
              <a:off x="7010400" y="6300216"/>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171" name="object 171"/>
            <p:cNvSpPr/>
            <p:nvPr/>
          </p:nvSpPr>
          <p:spPr>
            <a:xfrm>
              <a:off x="7013448" y="6300213"/>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172" name="object 172"/>
            <p:cNvSpPr/>
            <p:nvPr/>
          </p:nvSpPr>
          <p:spPr>
            <a:xfrm>
              <a:off x="7013448" y="6300213"/>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173" name="object 173"/>
            <p:cNvSpPr/>
            <p:nvPr/>
          </p:nvSpPr>
          <p:spPr>
            <a:xfrm>
              <a:off x="7056120" y="6300216"/>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FFFA9E"/>
            </a:solidFill>
          </p:spPr>
          <p:txBody>
            <a:bodyPr wrap="square" lIns="0" tIns="0" rIns="0" bIns="0" rtlCol="0"/>
            <a:lstStyle/>
            <a:p>
              <a:endParaRPr/>
            </a:p>
          </p:txBody>
        </p:sp>
        <p:sp>
          <p:nvSpPr>
            <p:cNvPr id="174" name="object 174"/>
            <p:cNvSpPr/>
            <p:nvPr/>
          </p:nvSpPr>
          <p:spPr>
            <a:xfrm>
              <a:off x="7059168" y="6300213"/>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175" name="object 175"/>
            <p:cNvSpPr/>
            <p:nvPr/>
          </p:nvSpPr>
          <p:spPr>
            <a:xfrm>
              <a:off x="7059168" y="6300213"/>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176" name="object 176"/>
            <p:cNvSpPr/>
            <p:nvPr/>
          </p:nvSpPr>
          <p:spPr>
            <a:xfrm>
              <a:off x="7097268" y="6300216"/>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177" name="object 177"/>
            <p:cNvSpPr/>
            <p:nvPr/>
          </p:nvSpPr>
          <p:spPr>
            <a:xfrm>
              <a:off x="7101840" y="6300213"/>
              <a:ext cx="19685" cy="52069"/>
            </a:xfrm>
            <a:custGeom>
              <a:avLst/>
              <a:gdLst/>
              <a:ahLst/>
              <a:cxnLst/>
              <a:rect l="l" t="t" r="r" b="b"/>
              <a:pathLst>
                <a:path w="19684" h="52070">
                  <a:moveTo>
                    <a:pt x="19532" y="0"/>
                  </a:moveTo>
                  <a:lnTo>
                    <a:pt x="0" y="0"/>
                  </a:lnTo>
                  <a:lnTo>
                    <a:pt x="0" y="51704"/>
                  </a:lnTo>
                  <a:lnTo>
                    <a:pt x="19532" y="51704"/>
                  </a:lnTo>
                  <a:lnTo>
                    <a:pt x="19532" y="0"/>
                  </a:lnTo>
                  <a:close/>
                </a:path>
              </a:pathLst>
            </a:custGeom>
            <a:solidFill>
              <a:srgbClr val="FFFFFF"/>
            </a:solidFill>
          </p:spPr>
          <p:txBody>
            <a:bodyPr wrap="square" lIns="0" tIns="0" rIns="0" bIns="0" rtlCol="0"/>
            <a:lstStyle/>
            <a:p>
              <a:endParaRPr/>
            </a:p>
          </p:txBody>
        </p:sp>
        <p:sp>
          <p:nvSpPr>
            <p:cNvPr id="178" name="object 178"/>
            <p:cNvSpPr/>
            <p:nvPr/>
          </p:nvSpPr>
          <p:spPr>
            <a:xfrm>
              <a:off x="7101840" y="6300213"/>
              <a:ext cx="19685" cy="52069"/>
            </a:xfrm>
            <a:custGeom>
              <a:avLst/>
              <a:gdLst/>
              <a:ahLst/>
              <a:cxnLst/>
              <a:rect l="l" t="t" r="r" b="b"/>
              <a:pathLst>
                <a:path w="19684" h="52070">
                  <a:moveTo>
                    <a:pt x="0" y="51704"/>
                  </a:moveTo>
                  <a:lnTo>
                    <a:pt x="19532" y="51704"/>
                  </a:lnTo>
                  <a:lnTo>
                    <a:pt x="19532" y="0"/>
                  </a:lnTo>
                  <a:lnTo>
                    <a:pt x="0" y="0"/>
                  </a:lnTo>
                  <a:lnTo>
                    <a:pt x="0" y="51704"/>
                  </a:lnTo>
                  <a:close/>
                </a:path>
              </a:pathLst>
            </a:custGeom>
            <a:ln w="3175">
              <a:solidFill>
                <a:srgbClr val="FFFFFF"/>
              </a:solidFill>
            </a:ln>
          </p:spPr>
          <p:txBody>
            <a:bodyPr wrap="square" lIns="0" tIns="0" rIns="0" bIns="0" rtlCol="0"/>
            <a:lstStyle/>
            <a:p>
              <a:endParaRPr/>
            </a:p>
          </p:txBody>
        </p:sp>
        <p:sp>
          <p:nvSpPr>
            <p:cNvPr id="179" name="object 179"/>
            <p:cNvSpPr/>
            <p:nvPr/>
          </p:nvSpPr>
          <p:spPr>
            <a:xfrm>
              <a:off x="7142988" y="6300216"/>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180" name="object 180"/>
            <p:cNvSpPr/>
            <p:nvPr/>
          </p:nvSpPr>
          <p:spPr>
            <a:xfrm>
              <a:off x="7146036" y="6300213"/>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181" name="object 181"/>
            <p:cNvSpPr/>
            <p:nvPr/>
          </p:nvSpPr>
          <p:spPr>
            <a:xfrm>
              <a:off x="7146036" y="6300213"/>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182" name="object 182"/>
            <p:cNvSpPr/>
            <p:nvPr/>
          </p:nvSpPr>
          <p:spPr>
            <a:xfrm>
              <a:off x="6876288" y="6388607"/>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FFFA9E"/>
            </a:solidFill>
          </p:spPr>
          <p:txBody>
            <a:bodyPr wrap="square" lIns="0" tIns="0" rIns="0" bIns="0" rtlCol="0"/>
            <a:lstStyle/>
            <a:p>
              <a:endParaRPr/>
            </a:p>
          </p:txBody>
        </p:sp>
        <p:sp>
          <p:nvSpPr>
            <p:cNvPr id="183" name="object 183"/>
            <p:cNvSpPr/>
            <p:nvPr/>
          </p:nvSpPr>
          <p:spPr>
            <a:xfrm>
              <a:off x="6880860" y="6388605"/>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184" name="object 184"/>
            <p:cNvSpPr/>
            <p:nvPr/>
          </p:nvSpPr>
          <p:spPr>
            <a:xfrm>
              <a:off x="6880860" y="6388605"/>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185" name="object 185"/>
            <p:cNvSpPr/>
            <p:nvPr/>
          </p:nvSpPr>
          <p:spPr>
            <a:xfrm>
              <a:off x="6935724" y="6388607"/>
              <a:ext cx="0" cy="52069"/>
            </a:xfrm>
            <a:custGeom>
              <a:avLst/>
              <a:gdLst/>
              <a:ahLst/>
              <a:cxnLst/>
              <a:rect l="l" t="t" r="r" b="b"/>
              <a:pathLst>
                <a:path h="52070">
                  <a:moveTo>
                    <a:pt x="0" y="0"/>
                  </a:moveTo>
                  <a:lnTo>
                    <a:pt x="0" y="51701"/>
                  </a:lnTo>
                </a:path>
              </a:pathLst>
            </a:custGeom>
            <a:ln w="27432">
              <a:solidFill>
                <a:srgbClr val="00BAF0"/>
              </a:solidFill>
            </a:ln>
          </p:spPr>
          <p:txBody>
            <a:bodyPr wrap="square" lIns="0" tIns="0" rIns="0" bIns="0" rtlCol="0"/>
            <a:lstStyle/>
            <a:p>
              <a:endParaRPr/>
            </a:p>
          </p:txBody>
        </p:sp>
        <p:sp>
          <p:nvSpPr>
            <p:cNvPr id="186" name="object 186"/>
            <p:cNvSpPr/>
            <p:nvPr/>
          </p:nvSpPr>
          <p:spPr>
            <a:xfrm>
              <a:off x="6925056" y="6388605"/>
              <a:ext cx="21590" cy="52069"/>
            </a:xfrm>
            <a:custGeom>
              <a:avLst/>
              <a:gdLst/>
              <a:ahLst/>
              <a:cxnLst/>
              <a:rect l="l" t="t" r="r" b="b"/>
              <a:pathLst>
                <a:path w="21590" h="52070">
                  <a:moveTo>
                    <a:pt x="21024" y="0"/>
                  </a:moveTo>
                  <a:lnTo>
                    <a:pt x="0" y="0"/>
                  </a:lnTo>
                  <a:lnTo>
                    <a:pt x="0" y="51704"/>
                  </a:lnTo>
                  <a:lnTo>
                    <a:pt x="21024" y="51704"/>
                  </a:lnTo>
                  <a:lnTo>
                    <a:pt x="21024" y="0"/>
                  </a:lnTo>
                  <a:close/>
                </a:path>
              </a:pathLst>
            </a:custGeom>
            <a:solidFill>
              <a:srgbClr val="FFFFFF"/>
            </a:solidFill>
          </p:spPr>
          <p:txBody>
            <a:bodyPr wrap="square" lIns="0" tIns="0" rIns="0" bIns="0" rtlCol="0"/>
            <a:lstStyle/>
            <a:p>
              <a:endParaRPr/>
            </a:p>
          </p:txBody>
        </p:sp>
        <p:sp>
          <p:nvSpPr>
            <p:cNvPr id="187" name="object 187"/>
            <p:cNvSpPr/>
            <p:nvPr/>
          </p:nvSpPr>
          <p:spPr>
            <a:xfrm>
              <a:off x="6925056" y="6388605"/>
              <a:ext cx="21590" cy="52069"/>
            </a:xfrm>
            <a:custGeom>
              <a:avLst/>
              <a:gdLst/>
              <a:ahLst/>
              <a:cxnLst/>
              <a:rect l="l" t="t" r="r" b="b"/>
              <a:pathLst>
                <a:path w="21590" h="52070">
                  <a:moveTo>
                    <a:pt x="0" y="51704"/>
                  </a:moveTo>
                  <a:lnTo>
                    <a:pt x="21024" y="51704"/>
                  </a:lnTo>
                  <a:lnTo>
                    <a:pt x="21024" y="0"/>
                  </a:lnTo>
                  <a:lnTo>
                    <a:pt x="0" y="0"/>
                  </a:lnTo>
                  <a:lnTo>
                    <a:pt x="0" y="51704"/>
                  </a:lnTo>
                  <a:close/>
                </a:path>
              </a:pathLst>
            </a:custGeom>
            <a:ln w="3175">
              <a:solidFill>
                <a:srgbClr val="FFFFFF"/>
              </a:solidFill>
            </a:ln>
          </p:spPr>
          <p:txBody>
            <a:bodyPr wrap="square" lIns="0" tIns="0" rIns="0" bIns="0" rtlCol="0"/>
            <a:lstStyle/>
            <a:p>
              <a:endParaRPr/>
            </a:p>
          </p:txBody>
        </p:sp>
        <p:sp>
          <p:nvSpPr>
            <p:cNvPr id="188" name="object 188"/>
            <p:cNvSpPr/>
            <p:nvPr/>
          </p:nvSpPr>
          <p:spPr>
            <a:xfrm>
              <a:off x="6967728" y="6388607"/>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189" name="object 189"/>
            <p:cNvSpPr/>
            <p:nvPr/>
          </p:nvSpPr>
          <p:spPr>
            <a:xfrm>
              <a:off x="6970776" y="6388605"/>
              <a:ext cx="18415" cy="52069"/>
            </a:xfrm>
            <a:custGeom>
              <a:avLst/>
              <a:gdLst/>
              <a:ahLst/>
              <a:cxnLst/>
              <a:rect l="l" t="t" r="r" b="b"/>
              <a:pathLst>
                <a:path w="18415" h="52070">
                  <a:moveTo>
                    <a:pt x="18080" y="0"/>
                  </a:moveTo>
                  <a:lnTo>
                    <a:pt x="0" y="0"/>
                  </a:lnTo>
                  <a:lnTo>
                    <a:pt x="0" y="51704"/>
                  </a:lnTo>
                  <a:lnTo>
                    <a:pt x="18080" y="51704"/>
                  </a:lnTo>
                  <a:lnTo>
                    <a:pt x="18080" y="0"/>
                  </a:lnTo>
                  <a:close/>
                </a:path>
              </a:pathLst>
            </a:custGeom>
            <a:solidFill>
              <a:srgbClr val="FFFFFF"/>
            </a:solidFill>
          </p:spPr>
          <p:txBody>
            <a:bodyPr wrap="square" lIns="0" tIns="0" rIns="0" bIns="0" rtlCol="0"/>
            <a:lstStyle/>
            <a:p>
              <a:endParaRPr/>
            </a:p>
          </p:txBody>
        </p:sp>
        <p:sp>
          <p:nvSpPr>
            <p:cNvPr id="190" name="object 190"/>
            <p:cNvSpPr/>
            <p:nvPr/>
          </p:nvSpPr>
          <p:spPr>
            <a:xfrm>
              <a:off x="6970776" y="6388605"/>
              <a:ext cx="18415" cy="52069"/>
            </a:xfrm>
            <a:custGeom>
              <a:avLst/>
              <a:gdLst/>
              <a:ahLst/>
              <a:cxnLst/>
              <a:rect l="l" t="t" r="r" b="b"/>
              <a:pathLst>
                <a:path w="18415" h="52070">
                  <a:moveTo>
                    <a:pt x="0" y="51704"/>
                  </a:moveTo>
                  <a:lnTo>
                    <a:pt x="18080" y="51704"/>
                  </a:lnTo>
                  <a:lnTo>
                    <a:pt x="18080" y="0"/>
                  </a:lnTo>
                  <a:lnTo>
                    <a:pt x="0" y="0"/>
                  </a:lnTo>
                  <a:lnTo>
                    <a:pt x="0" y="51704"/>
                  </a:lnTo>
                  <a:close/>
                </a:path>
              </a:pathLst>
            </a:custGeom>
            <a:ln w="3175">
              <a:solidFill>
                <a:srgbClr val="FFFFFF"/>
              </a:solidFill>
            </a:ln>
          </p:spPr>
          <p:txBody>
            <a:bodyPr wrap="square" lIns="0" tIns="0" rIns="0" bIns="0" rtlCol="0"/>
            <a:lstStyle/>
            <a:p>
              <a:endParaRPr/>
            </a:p>
          </p:txBody>
        </p:sp>
        <p:sp>
          <p:nvSpPr>
            <p:cNvPr id="191" name="object 191"/>
            <p:cNvSpPr/>
            <p:nvPr/>
          </p:nvSpPr>
          <p:spPr>
            <a:xfrm>
              <a:off x="7010400" y="6388607"/>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192" name="object 192"/>
            <p:cNvSpPr/>
            <p:nvPr/>
          </p:nvSpPr>
          <p:spPr>
            <a:xfrm>
              <a:off x="7013448" y="6388605"/>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193" name="object 193"/>
            <p:cNvSpPr/>
            <p:nvPr/>
          </p:nvSpPr>
          <p:spPr>
            <a:xfrm>
              <a:off x="7013448" y="6388605"/>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194" name="object 194"/>
            <p:cNvSpPr/>
            <p:nvPr/>
          </p:nvSpPr>
          <p:spPr>
            <a:xfrm>
              <a:off x="7056120" y="6388607"/>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FFFA9E"/>
            </a:solidFill>
          </p:spPr>
          <p:txBody>
            <a:bodyPr wrap="square" lIns="0" tIns="0" rIns="0" bIns="0" rtlCol="0"/>
            <a:lstStyle/>
            <a:p>
              <a:endParaRPr/>
            </a:p>
          </p:txBody>
        </p:sp>
        <p:sp>
          <p:nvSpPr>
            <p:cNvPr id="195" name="object 195"/>
            <p:cNvSpPr/>
            <p:nvPr/>
          </p:nvSpPr>
          <p:spPr>
            <a:xfrm>
              <a:off x="7059168" y="6388605"/>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196" name="object 196"/>
            <p:cNvSpPr/>
            <p:nvPr/>
          </p:nvSpPr>
          <p:spPr>
            <a:xfrm>
              <a:off x="7059168" y="6388605"/>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197" name="object 197"/>
            <p:cNvSpPr/>
            <p:nvPr/>
          </p:nvSpPr>
          <p:spPr>
            <a:xfrm>
              <a:off x="7097268" y="6388607"/>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198" name="object 198"/>
            <p:cNvSpPr/>
            <p:nvPr/>
          </p:nvSpPr>
          <p:spPr>
            <a:xfrm>
              <a:off x="7101840" y="6388605"/>
              <a:ext cx="19685" cy="52069"/>
            </a:xfrm>
            <a:custGeom>
              <a:avLst/>
              <a:gdLst/>
              <a:ahLst/>
              <a:cxnLst/>
              <a:rect l="l" t="t" r="r" b="b"/>
              <a:pathLst>
                <a:path w="19684" h="52070">
                  <a:moveTo>
                    <a:pt x="19532" y="0"/>
                  </a:moveTo>
                  <a:lnTo>
                    <a:pt x="0" y="0"/>
                  </a:lnTo>
                  <a:lnTo>
                    <a:pt x="0" y="51704"/>
                  </a:lnTo>
                  <a:lnTo>
                    <a:pt x="19532" y="51704"/>
                  </a:lnTo>
                  <a:lnTo>
                    <a:pt x="19532" y="0"/>
                  </a:lnTo>
                  <a:close/>
                </a:path>
              </a:pathLst>
            </a:custGeom>
            <a:solidFill>
              <a:srgbClr val="FFFFFF"/>
            </a:solidFill>
          </p:spPr>
          <p:txBody>
            <a:bodyPr wrap="square" lIns="0" tIns="0" rIns="0" bIns="0" rtlCol="0"/>
            <a:lstStyle/>
            <a:p>
              <a:endParaRPr/>
            </a:p>
          </p:txBody>
        </p:sp>
        <p:sp>
          <p:nvSpPr>
            <p:cNvPr id="199" name="object 199"/>
            <p:cNvSpPr/>
            <p:nvPr/>
          </p:nvSpPr>
          <p:spPr>
            <a:xfrm>
              <a:off x="7101840" y="6388605"/>
              <a:ext cx="19685" cy="52069"/>
            </a:xfrm>
            <a:custGeom>
              <a:avLst/>
              <a:gdLst/>
              <a:ahLst/>
              <a:cxnLst/>
              <a:rect l="l" t="t" r="r" b="b"/>
              <a:pathLst>
                <a:path w="19684" h="52070">
                  <a:moveTo>
                    <a:pt x="0" y="51704"/>
                  </a:moveTo>
                  <a:lnTo>
                    <a:pt x="19532" y="51704"/>
                  </a:lnTo>
                  <a:lnTo>
                    <a:pt x="19532" y="0"/>
                  </a:lnTo>
                  <a:lnTo>
                    <a:pt x="0" y="0"/>
                  </a:lnTo>
                  <a:lnTo>
                    <a:pt x="0" y="51704"/>
                  </a:lnTo>
                  <a:close/>
                </a:path>
              </a:pathLst>
            </a:custGeom>
            <a:ln w="3175">
              <a:solidFill>
                <a:srgbClr val="FFFFFF"/>
              </a:solidFill>
            </a:ln>
          </p:spPr>
          <p:txBody>
            <a:bodyPr wrap="square" lIns="0" tIns="0" rIns="0" bIns="0" rtlCol="0"/>
            <a:lstStyle/>
            <a:p>
              <a:endParaRPr/>
            </a:p>
          </p:txBody>
        </p:sp>
        <p:sp>
          <p:nvSpPr>
            <p:cNvPr id="200" name="object 200"/>
            <p:cNvSpPr/>
            <p:nvPr/>
          </p:nvSpPr>
          <p:spPr>
            <a:xfrm>
              <a:off x="7142988" y="6388607"/>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201" name="object 201"/>
            <p:cNvSpPr/>
            <p:nvPr/>
          </p:nvSpPr>
          <p:spPr>
            <a:xfrm>
              <a:off x="7146036" y="6388605"/>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202" name="object 202"/>
            <p:cNvSpPr/>
            <p:nvPr/>
          </p:nvSpPr>
          <p:spPr>
            <a:xfrm>
              <a:off x="7146036" y="6388605"/>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203" name="object 203"/>
            <p:cNvSpPr/>
            <p:nvPr/>
          </p:nvSpPr>
          <p:spPr>
            <a:xfrm>
              <a:off x="6876288" y="6480048"/>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204" name="object 204"/>
            <p:cNvSpPr/>
            <p:nvPr/>
          </p:nvSpPr>
          <p:spPr>
            <a:xfrm>
              <a:off x="6880860" y="6480045"/>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205" name="object 205"/>
            <p:cNvSpPr/>
            <p:nvPr/>
          </p:nvSpPr>
          <p:spPr>
            <a:xfrm>
              <a:off x="6880860" y="6480045"/>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206" name="object 206"/>
            <p:cNvSpPr/>
            <p:nvPr/>
          </p:nvSpPr>
          <p:spPr>
            <a:xfrm>
              <a:off x="6935724" y="6480048"/>
              <a:ext cx="0" cy="52069"/>
            </a:xfrm>
            <a:custGeom>
              <a:avLst/>
              <a:gdLst/>
              <a:ahLst/>
              <a:cxnLst/>
              <a:rect l="l" t="t" r="r" b="b"/>
              <a:pathLst>
                <a:path h="52070">
                  <a:moveTo>
                    <a:pt x="0" y="0"/>
                  </a:moveTo>
                  <a:lnTo>
                    <a:pt x="0" y="51701"/>
                  </a:lnTo>
                </a:path>
              </a:pathLst>
            </a:custGeom>
            <a:ln w="27432">
              <a:solidFill>
                <a:srgbClr val="00BAF0"/>
              </a:solidFill>
            </a:ln>
          </p:spPr>
          <p:txBody>
            <a:bodyPr wrap="square" lIns="0" tIns="0" rIns="0" bIns="0" rtlCol="0"/>
            <a:lstStyle/>
            <a:p>
              <a:endParaRPr/>
            </a:p>
          </p:txBody>
        </p:sp>
        <p:sp>
          <p:nvSpPr>
            <p:cNvPr id="207" name="object 207"/>
            <p:cNvSpPr/>
            <p:nvPr/>
          </p:nvSpPr>
          <p:spPr>
            <a:xfrm>
              <a:off x="6925056" y="6480045"/>
              <a:ext cx="21590" cy="52069"/>
            </a:xfrm>
            <a:custGeom>
              <a:avLst/>
              <a:gdLst/>
              <a:ahLst/>
              <a:cxnLst/>
              <a:rect l="l" t="t" r="r" b="b"/>
              <a:pathLst>
                <a:path w="21590" h="52070">
                  <a:moveTo>
                    <a:pt x="21024" y="0"/>
                  </a:moveTo>
                  <a:lnTo>
                    <a:pt x="0" y="0"/>
                  </a:lnTo>
                  <a:lnTo>
                    <a:pt x="0" y="51704"/>
                  </a:lnTo>
                  <a:lnTo>
                    <a:pt x="21024" y="51704"/>
                  </a:lnTo>
                  <a:lnTo>
                    <a:pt x="21024" y="0"/>
                  </a:lnTo>
                  <a:close/>
                </a:path>
              </a:pathLst>
            </a:custGeom>
            <a:solidFill>
              <a:srgbClr val="FFFFFF"/>
            </a:solidFill>
          </p:spPr>
          <p:txBody>
            <a:bodyPr wrap="square" lIns="0" tIns="0" rIns="0" bIns="0" rtlCol="0"/>
            <a:lstStyle/>
            <a:p>
              <a:endParaRPr/>
            </a:p>
          </p:txBody>
        </p:sp>
        <p:sp>
          <p:nvSpPr>
            <p:cNvPr id="208" name="object 208"/>
            <p:cNvSpPr/>
            <p:nvPr/>
          </p:nvSpPr>
          <p:spPr>
            <a:xfrm>
              <a:off x="6925056" y="6480045"/>
              <a:ext cx="21590" cy="52069"/>
            </a:xfrm>
            <a:custGeom>
              <a:avLst/>
              <a:gdLst/>
              <a:ahLst/>
              <a:cxnLst/>
              <a:rect l="l" t="t" r="r" b="b"/>
              <a:pathLst>
                <a:path w="21590" h="52070">
                  <a:moveTo>
                    <a:pt x="0" y="51704"/>
                  </a:moveTo>
                  <a:lnTo>
                    <a:pt x="21024" y="51704"/>
                  </a:lnTo>
                  <a:lnTo>
                    <a:pt x="21024" y="0"/>
                  </a:lnTo>
                  <a:lnTo>
                    <a:pt x="0" y="0"/>
                  </a:lnTo>
                  <a:lnTo>
                    <a:pt x="0" y="51704"/>
                  </a:lnTo>
                  <a:close/>
                </a:path>
              </a:pathLst>
            </a:custGeom>
            <a:ln w="3175">
              <a:solidFill>
                <a:srgbClr val="FFFFFF"/>
              </a:solidFill>
            </a:ln>
          </p:spPr>
          <p:txBody>
            <a:bodyPr wrap="square" lIns="0" tIns="0" rIns="0" bIns="0" rtlCol="0"/>
            <a:lstStyle/>
            <a:p>
              <a:endParaRPr/>
            </a:p>
          </p:txBody>
        </p:sp>
        <p:sp>
          <p:nvSpPr>
            <p:cNvPr id="209" name="object 209"/>
            <p:cNvSpPr/>
            <p:nvPr/>
          </p:nvSpPr>
          <p:spPr>
            <a:xfrm>
              <a:off x="6967728" y="6480048"/>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210" name="object 210"/>
            <p:cNvSpPr/>
            <p:nvPr/>
          </p:nvSpPr>
          <p:spPr>
            <a:xfrm>
              <a:off x="6970776" y="6480045"/>
              <a:ext cx="18415" cy="52069"/>
            </a:xfrm>
            <a:custGeom>
              <a:avLst/>
              <a:gdLst/>
              <a:ahLst/>
              <a:cxnLst/>
              <a:rect l="l" t="t" r="r" b="b"/>
              <a:pathLst>
                <a:path w="18415" h="52070">
                  <a:moveTo>
                    <a:pt x="18080" y="0"/>
                  </a:moveTo>
                  <a:lnTo>
                    <a:pt x="0" y="0"/>
                  </a:lnTo>
                  <a:lnTo>
                    <a:pt x="0" y="51704"/>
                  </a:lnTo>
                  <a:lnTo>
                    <a:pt x="18080" y="51704"/>
                  </a:lnTo>
                  <a:lnTo>
                    <a:pt x="18080" y="0"/>
                  </a:lnTo>
                  <a:close/>
                </a:path>
              </a:pathLst>
            </a:custGeom>
            <a:solidFill>
              <a:srgbClr val="FFFFFF"/>
            </a:solidFill>
          </p:spPr>
          <p:txBody>
            <a:bodyPr wrap="square" lIns="0" tIns="0" rIns="0" bIns="0" rtlCol="0"/>
            <a:lstStyle/>
            <a:p>
              <a:endParaRPr/>
            </a:p>
          </p:txBody>
        </p:sp>
        <p:sp>
          <p:nvSpPr>
            <p:cNvPr id="211" name="object 211"/>
            <p:cNvSpPr/>
            <p:nvPr/>
          </p:nvSpPr>
          <p:spPr>
            <a:xfrm>
              <a:off x="6970776" y="6480045"/>
              <a:ext cx="18415" cy="52069"/>
            </a:xfrm>
            <a:custGeom>
              <a:avLst/>
              <a:gdLst/>
              <a:ahLst/>
              <a:cxnLst/>
              <a:rect l="l" t="t" r="r" b="b"/>
              <a:pathLst>
                <a:path w="18415" h="52070">
                  <a:moveTo>
                    <a:pt x="0" y="51704"/>
                  </a:moveTo>
                  <a:lnTo>
                    <a:pt x="18080" y="51704"/>
                  </a:lnTo>
                  <a:lnTo>
                    <a:pt x="18080" y="0"/>
                  </a:lnTo>
                  <a:lnTo>
                    <a:pt x="0" y="0"/>
                  </a:lnTo>
                  <a:lnTo>
                    <a:pt x="0" y="51704"/>
                  </a:lnTo>
                  <a:close/>
                </a:path>
              </a:pathLst>
            </a:custGeom>
            <a:ln w="3175">
              <a:solidFill>
                <a:srgbClr val="FFFFFF"/>
              </a:solidFill>
            </a:ln>
          </p:spPr>
          <p:txBody>
            <a:bodyPr wrap="square" lIns="0" tIns="0" rIns="0" bIns="0" rtlCol="0"/>
            <a:lstStyle/>
            <a:p>
              <a:endParaRPr/>
            </a:p>
          </p:txBody>
        </p:sp>
        <p:sp>
          <p:nvSpPr>
            <p:cNvPr id="212" name="object 212"/>
            <p:cNvSpPr/>
            <p:nvPr/>
          </p:nvSpPr>
          <p:spPr>
            <a:xfrm>
              <a:off x="7010400" y="6480048"/>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FFFA9E"/>
            </a:solidFill>
          </p:spPr>
          <p:txBody>
            <a:bodyPr wrap="square" lIns="0" tIns="0" rIns="0" bIns="0" rtlCol="0"/>
            <a:lstStyle/>
            <a:p>
              <a:endParaRPr/>
            </a:p>
          </p:txBody>
        </p:sp>
        <p:sp>
          <p:nvSpPr>
            <p:cNvPr id="213" name="object 213"/>
            <p:cNvSpPr/>
            <p:nvPr/>
          </p:nvSpPr>
          <p:spPr>
            <a:xfrm>
              <a:off x="7013448" y="6480045"/>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214" name="object 214"/>
            <p:cNvSpPr/>
            <p:nvPr/>
          </p:nvSpPr>
          <p:spPr>
            <a:xfrm>
              <a:off x="7013448" y="6480045"/>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215" name="object 215"/>
            <p:cNvSpPr/>
            <p:nvPr/>
          </p:nvSpPr>
          <p:spPr>
            <a:xfrm>
              <a:off x="7056120" y="6480048"/>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216" name="object 216"/>
            <p:cNvSpPr/>
            <p:nvPr/>
          </p:nvSpPr>
          <p:spPr>
            <a:xfrm>
              <a:off x="7059168" y="6480045"/>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217" name="object 217"/>
            <p:cNvSpPr/>
            <p:nvPr/>
          </p:nvSpPr>
          <p:spPr>
            <a:xfrm>
              <a:off x="7059168" y="6480045"/>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218" name="object 218"/>
            <p:cNvSpPr/>
            <p:nvPr/>
          </p:nvSpPr>
          <p:spPr>
            <a:xfrm>
              <a:off x="7097268" y="6480048"/>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219" name="object 219"/>
            <p:cNvSpPr/>
            <p:nvPr/>
          </p:nvSpPr>
          <p:spPr>
            <a:xfrm>
              <a:off x="7101840" y="6480045"/>
              <a:ext cx="19685" cy="52069"/>
            </a:xfrm>
            <a:custGeom>
              <a:avLst/>
              <a:gdLst/>
              <a:ahLst/>
              <a:cxnLst/>
              <a:rect l="l" t="t" r="r" b="b"/>
              <a:pathLst>
                <a:path w="19684" h="52070">
                  <a:moveTo>
                    <a:pt x="19532" y="0"/>
                  </a:moveTo>
                  <a:lnTo>
                    <a:pt x="0" y="0"/>
                  </a:lnTo>
                  <a:lnTo>
                    <a:pt x="0" y="51704"/>
                  </a:lnTo>
                  <a:lnTo>
                    <a:pt x="19532" y="51704"/>
                  </a:lnTo>
                  <a:lnTo>
                    <a:pt x="19532" y="0"/>
                  </a:lnTo>
                  <a:close/>
                </a:path>
              </a:pathLst>
            </a:custGeom>
            <a:solidFill>
              <a:srgbClr val="FFFFFF"/>
            </a:solidFill>
          </p:spPr>
          <p:txBody>
            <a:bodyPr wrap="square" lIns="0" tIns="0" rIns="0" bIns="0" rtlCol="0"/>
            <a:lstStyle/>
            <a:p>
              <a:endParaRPr/>
            </a:p>
          </p:txBody>
        </p:sp>
        <p:sp>
          <p:nvSpPr>
            <p:cNvPr id="220" name="object 220"/>
            <p:cNvSpPr/>
            <p:nvPr/>
          </p:nvSpPr>
          <p:spPr>
            <a:xfrm>
              <a:off x="7101840" y="6480045"/>
              <a:ext cx="19685" cy="52069"/>
            </a:xfrm>
            <a:custGeom>
              <a:avLst/>
              <a:gdLst/>
              <a:ahLst/>
              <a:cxnLst/>
              <a:rect l="l" t="t" r="r" b="b"/>
              <a:pathLst>
                <a:path w="19684" h="52070">
                  <a:moveTo>
                    <a:pt x="0" y="51704"/>
                  </a:moveTo>
                  <a:lnTo>
                    <a:pt x="19532" y="51704"/>
                  </a:lnTo>
                  <a:lnTo>
                    <a:pt x="19532" y="0"/>
                  </a:lnTo>
                  <a:lnTo>
                    <a:pt x="0" y="0"/>
                  </a:lnTo>
                  <a:lnTo>
                    <a:pt x="0" y="51704"/>
                  </a:lnTo>
                  <a:close/>
                </a:path>
              </a:pathLst>
            </a:custGeom>
            <a:ln w="3175">
              <a:solidFill>
                <a:srgbClr val="FFFFFF"/>
              </a:solidFill>
            </a:ln>
          </p:spPr>
          <p:txBody>
            <a:bodyPr wrap="square" lIns="0" tIns="0" rIns="0" bIns="0" rtlCol="0"/>
            <a:lstStyle/>
            <a:p>
              <a:endParaRPr/>
            </a:p>
          </p:txBody>
        </p:sp>
        <p:sp>
          <p:nvSpPr>
            <p:cNvPr id="221" name="object 221"/>
            <p:cNvSpPr/>
            <p:nvPr/>
          </p:nvSpPr>
          <p:spPr>
            <a:xfrm>
              <a:off x="7142988" y="6480048"/>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222" name="object 222"/>
            <p:cNvSpPr/>
            <p:nvPr/>
          </p:nvSpPr>
          <p:spPr>
            <a:xfrm>
              <a:off x="7146036" y="6480045"/>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223" name="object 223"/>
            <p:cNvSpPr/>
            <p:nvPr/>
          </p:nvSpPr>
          <p:spPr>
            <a:xfrm>
              <a:off x="7146036" y="6480045"/>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224" name="object 224"/>
            <p:cNvSpPr/>
            <p:nvPr/>
          </p:nvSpPr>
          <p:spPr>
            <a:xfrm>
              <a:off x="6876288" y="6568439"/>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225" name="object 225"/>
            <p:cNvSpPr/>
            <p:nvPr/>
          </p:nvSpPr>
          <p:spPr>
            <a:xfrm>
              <a:off x="6880860" y="6568437"/>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226" name="object 226"/>
            <p:cNvSpPr/>
            <p:nvPr/>
          </p:nvSpPr>
          <p:spPr>
            <a:xfrm>
              <a:off x="6880860" y="6568437"/>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227" name="object 227"/>
            <p:cNvSpPr/>
            <p:nvPr/>
          </p:nvSpPr>
          <p:spPr>
            <a:xfrm>
              <a:off x="6935724" y="6568439"/>
              <a:ext cx="0" cy="52069"/>
            </a:xfrm>
            <a:custGeom>
              <a:avLst/>
              <a:gdLst/>
              <a:ahLst/>
              <a:cxnLst/>
              <a:rect l="l" t="t" r="r" b="b"/>
              <a:pathLst>
                <a:path h="52070">
                  <a:moveTo>
                    <a:pt x="0" y="0"/>
                  </a:moveTo>
                  <a:lnTo>
                    <a:pt x="0" y="51701"/>
                  </a:lnTo>
                </a:path>
              </a:pathLst>
            </a:custGeom>
            <a:ln w="27432">
              <a:solidFill>
                <a:srgbClr val="00BAF0"/>
              </a:solidFill>
            </a:ln>
          </p:spPr>
          <p:txBody>
            <a:bodyPr wrap="square" lIns="0" tIns="0" rIns="0" bIns="0" rtlCol="0"/>
            <a:lstStyle/>
            <a:p>
              <a:endParaRPr/>
            </a:p>
          </p:txBody>
        </p:sp>
        <p:sp>
          <p:nvSpPr>
            <p:cNvPr id="228" name="object 228"/>
            <p:cNvSpPr/>
            <p:nvPr/>
          </p:nvSpPr>
          <p:spPr>
            <a:xfrm>
              <a:off x="6925056" y="6568437"/>
              <a:ext cx="21590" cy="52069"/>
            </a:xfrm>
            <a:custGeom>
              <a:avLst/>
              <a:gdLst/>
              <a:ahLst/>
              <a:cxnLst/>
              <a:rect l="l" t="t" r="r" b="b"/>
              <a:pathLst>
                <a:path w="21590" h="52070">
                  <a:moveTo>
                    <a:pt x="21024" y="0"/>
                  </a:moveTo>
                  <a:lnTo>
                    <a:pt x="0" y="0"/>
                  </a:lnTo>
                  <a:lnTo>
                    <a:pt x="0" y="51704"/>
                  </a:lnTo>
                  <a:lnTo>
                    <a:pt x="21024" y="51704"/>
                  </a:lnTo>
                  <a:lnTo>
                    <a:pt x="21024" y="0"/>
                  </a:lnTo>
                  <a:close/>
                </a:path>
              </a:pathLst>
            </a:custGeom>
            <a:solidFill>
              <a:srgbClr val="FFFFFF"/>
            </a:solidFill>
          </p:spPr>
          <p:txBody>
            <a:bodyPr wrap="square" lIns="0" tIns="0" rIns="0" bIns="0" rtlCol="0"/>
            <a:lstStyle/>
            <a:p>
              <a:endParaRPr/>
            </a:p>
          </p:txBody>
        </p:sp>
        <p:sp>
          <p:nvSpPr>
            <p:cNvPr id="229" name="object 229"/>
            <p:cNvSpPr/>
            <p:nvPr/>
          </p:nvSpPr>
          <p:spPr>
            <a:xfrm>
              <a:off x="6925056" y="6568437"/>
              <a:ext cx="21590" cy="52069"/>
            </a:xfrm>
            <a:custGeom>
              <a:avLst/>
              <a:gdLst/>
              <a:ahLst/>
              <a:cxnLst/>
              <a:rect l="l" t="t" r="r" b="b"/>
              <a:pathLst>
                <a:path w="21590" h="52070">
                  <a:moveTo>
                    <a:pt x="0" y="51704"/>
                  </a:moveTo>
                  <a:lnTo>
                    <a:pt x="21024" y="51704"/>
                  </a:lnTo>
                  <a:lnTo>
                    <a:pt x="21024" y="0"/>
                  </a:lnTo>
                  <a:lnTo>
                    <a:pt x="0" y="0"/>
                  </a:lnTo>
                  <a:lnTo>
                    <a:pt x="0" y="51704"/>
                  </a:lnTo>
                  <a:close/>
                </a:path>
              </a:pathLst>
            </a:custGeom>
            <a:ln w="3175">
              <a:solidFill>
                <a:srgbClr val="FFFFFF"/>
              </a:solidFill>
            </a:ln>
          </p:spPr>
          <p:txBody>
            <a:bodyPr wrap="square" lIns="0" tIns="0" rIns="0" bIns="0" rtlCol="0"/>
            <a:lstStyle/>
            <a:p>
              <a:endParaRPr/>
            </a:p>
          </p:txBody>
        </p:sp>
        <p:sp>
          <p:nvSpPr>
            <p:cNvPr id="230" name="object 230"/>
            <p:cNvSpPr/>
            <p:nvPr/>
          </p:nvSpPr>
          <p:spPr>
            <a:xfrm>
              <a:off x="6967728" y="6568439"/>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FFFA9E"/>
            </a:solidFill>
          </p:spPr>
          <p:txBody>
            <a:bodyPr wrap="square" lIns="0" tIns="0" rIns="0" bIns="0" rtlCol="0"/>
            <a:lstStyle/>
            <a:p>
              <a:endParaRPr/>
            </a:p>
          </p:txBody>
        </p:sp>
        <p:sp>
          <p:nvSpPr>
            <p:cNvPr id="231" name="object 231"/>
            <p:cNvSpPr/>
            <p:nvPr/>
          </p:nvSpPr>
          <p:spPr>
            <a:xfrm>
              <a:off x="6970776" y="6568437"/>
              <a:ext cx="18415" cy="52069"/>
            </a:xfrm>
            <a:custGeom>
              <a:avLst/>
              <a:gdLst/>
              <a:ahLst/>
              <a:cxnLst/>
              <a:rect l="l" t="t" r="r" b="b"/>
              <a:pathLst>
                <a:path w="18415" h="52070">
                  <a:moveTo>
                    <a:pt x="18080" y="0"/>
                  </a:moveTo>
                  <a:lnTo>
                    <a:pt x="0" y="0"/>
                  </a:lnTo>
                  <a:lnTo>
                    <a:pt x="0" y="51704"/>
                  </a:lnTo>
                  <a:lnTo>
                    <a:pt x="18080" y="51704"/>
                  </a:lnTo>
                  <a:lnTo>
                    <a:pt x="18080" y="0"/>
                  </a:lnTo>
                  <a:close/>
                </a:path>
              </a:pathLst>
            </a:custGeom>
            <a:solidFill>
              <a:srgbClr val="FFFFFF"/>
            </a:solidFill>
          </p:spPr>
          <p:txBody>
            <a:bodyPr wrap="square" lIns="0" tIns="0" rIns="0" bIns="0" rtlCol="0"/>
            <a:lstStyle/>
            <a:p>
              <a:endParaRPr/>
            </a:p>
          </p:txBody>
        </p:sp>
        <p:sp>
          <p:nvSpPr>
            <p:cNvPr id="232" name="object 232"/>
            <p:cNvSpPr/>
            <p:nvPr/>
          </p:nvSpPr>
          <p:spPr>
            <a:xfrm>
              <a:off x="6970776" y="6568437"/>
              <a:ext cx="18415" cy="52069"/>
            </a:xfrm>
            <a:custGeom>
              <a:avLst/>
              <a:gdLst/>
              <a:ahLst/>
              <a:cxnLst/>
              <a:rect l="l" t="t" r="r" b="b"/>
              <a:pathLst>
                <a:path w="18415" h="52070">
                  <a:moveTo>
                    <a:pt x="0" y="51704"/>
                  </a:moveTo>
                  <a:lnTo>
                    <a:pt x="18080" y="51704"/>
                  </a:lnTo>
                  <a:lnTo>
                    <a:pt x="18080" y="0"/>
                  </a:lnTo>
                  <a:lnTo>
                    <a:pt x="0" y="0"/>
                  </a:lnTo>
                  <a:lnTo>
                    <a:pt x="0" y="51704"/>
                  </a:lnTo>
                  <a:close/>
                </a:path>
              </a:pathLst>
            </a:custGeom>
            <a:ln w="3175">
              <a:solidFill>
                <a:srgbClr val="FFFFFF"/>
              </a:solidFill>
            </a:ln>
          </p:spPr>
          <p:txBody>
            <a:bodyPr wrap="square" lIns="0" tIns="0" rIns="0" bIns="0" rtlCol="0"/>
            <a:lstStyle/>
            <a:p>
              <a:endParaRPr/>
            </a:p>
          </p:txBody>
        </p:sp>
        <p:sp>
          <p:nvSpPr>
            <p:cNvPr id="233" name="object 233"/>
            <p:cNvSpPr/>
            <p:nvPr/>
          </p:nvSpPr>
          <p:spPr>
            <a:xfrm>
              <a:off x="7010400" y="6568439"/>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234" name="object 234"/>
            <p:cNvSpPr/>
            <p:nvPr/>
          </p:nvSpPr>
          <p:spPr>
            <a:xfrm>
              <a:off x="7013448" y="6568437"/>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235" name="object 235"/>
            <p:cNvSpPr/>
            <p:nvPr/>
          </p:nvSpPr>
          <p:spPr>
            <a:xfrm>
              <a:off x="7013448" y="6568437"/>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236" name="object 236"/>
            <p:cNvSpPr/>
            <p:nvPr/>
          </p:nvSpPr>
          <p:spPr>
            <a:xfrm>
              <a:off x="7056120" y="6568439"/>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237" name="object 237"/>
            <p:cNvSpPr/>
            <p:nvPr/>
          </p:nvSpPr>
          <p:spPr>
            <a:xfrm>
              <a:off x="7059168" y="6568437"/>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238" name="object 238"/>
            <p:cNvSpPr/>
            <p:nvPr/>
          </p:nvSpPr>
          <p:spPr>
            <a:xfrm>
              <a:off x="7059168" y="6568437"/>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239" name="object 239"/>
            <p:cNvSpPr/>
            <p:nvPr/>
          </p:nvSpPr>
          <p:spPr>
            <a:xfrm>
              <a:off x="7097268" y="6568439"/>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240" name="object 240"/>
            <p:cNvSpPr/>
            <p:nvPr/>
          </p:nvSpPr>
          <p:spPr>
            <a:xfrm>
              <a:off x="7101840" y="6568437"/>
              <a:ext cx="19685" cy="52069"/>
            </a:xfrm>
            <a:custGeom>
              <a:avLst/>
              <a:gdLst/>
              <a:ahLst/>
              <a:cxnLst/>
              <a:rect l="l" t="t" r="r" b="b"/>
              <a:pathLst>
                <a:path w="19684" h="52070">
                  <a:moveTo>
                    <a:pt x="19532" y="0"/>
                  </a:moveTo>
                  <a:lnTo>
                    <a:pt x="0" y="0"/>
                  </a:lnTo>
                  <a:lnTo>
                    <a:pt x="0" y="51704"/>
                  </a:lnTo>
                  <a:lnTo>
                    <a:pt x="19532" y="51704"/>
                  </a:lnTo>
                  <a:lnTo>
                    <a:pt x="19532" y="0"/>
                  </a:lnTo>
                  <a:close/>
                </a:path>
              </a:pathLst>
            </a:custGeom>
            <a:solidFill>
              <a:srgbClr val="FFFFFF"/>
            </a:solidFill>
          </p:spPr>
          <p:txBody>
            <a:bodyPr wrap="square" lIns="0" tIns="0" rIns="0" bIns="0" rtlCol="0"/>
            <a:lstStyle/>
            <a:p>
              <a:endParaRPr/>
            </a:p>
          </p:txBody>
        </p:sp>
        <p:sp>
          <p:nvSpPr>
            <p:cNvPr id="241" name="object 241"/>
            <p:cNvSpPr/>
            <p:nvPr/>
          </p:nvSpPr>
          <p:spPr>
            <a:xfrm>
              <a:off x="7101840" y="6568437"/>
              <a:ext cx="19685" cy="52069"/>
            </a:xfrm>
            <a:custGeom>
              <a:avLst/>
              <a:gdLst/>
              <a:ahLst/>
              <a:cxnLst/>
              <a:rect l="l" t="t" r="r" b="b"/>
              <a:pathLst>
                <a:path w="19684" h="52070">
                  <a:moveTo>
                    <a:pt x="0" y="51704"/>
                  </a:moveTo>
                  <a:lnTo>
                    <a:pt x="19532" y="51704"/>
                  </a:lnTo>
                  <a:lnTo>
                    <a:pt x="19532" y="0"/>
                  </a:lnTo>
                  <a:lnTo>
                    <a:pt x="0" y="0"/>
                  </a:lnTo>
                  <a:lnTo>
                    <a:pt x="0" y="51704"/>
                  </a:lnTo>
                  <a:close/>
                </a:path>
              </a:pathLst>
            </a:custGeom>
            <a:ln w="3175">
              <a:solidFill>
                <a:srgbClr val="FFFFFF"/>
              </a:solidFill>
            </a:ln>
          </p:spPr>
          <p:txBody>
            <a:bodyPr wrap="square" lIns="0" tIns="0" rIns="0" bIns="0" rtlCol="0"/>
            <a:lstStyle/>
            <a:p>
              <a:endParaRPr/>
            </a:p>
          </p:txBody>
        </p:sp>
        <p:sp>
          <p:nvSpPr>
            <p:cNvPr id="242" name="object 242"/>
            <p:cNvSpPr/>
            <p:nvPr/>
          </p:nvSpPr>
          <p:spPr>
            <a:xfrm>
              <a:off x="7142988" y="6568439"/>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243" name="object 243"/>
            <p:cNvSpPr/>
            <p:nvPr/>
          </p:nvSpPr>
          <p:spPr>
            <a:xfrm>
              <a:off x="7146036" y="6568437"/>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244" name="object 244"/>
            <p:cNvSpPr/>
            <p:nvPr/>
          </p:nvSpPr>
          <p:spPr>
            <a:xfrm>
              <a:off x="7146036" y="6568437"/>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245" name="object 245"/>
            <p:cNvSpPr/>
            <p:nvPr/>
          </p:nvSpPr>
          <p:spPr>
            <a:xfrm>
              <a:off x="6876288" y="6656832"/>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246" name="object 246"/>
            <p:cNvSpPr/>
            <p:nvPr/>
          </p:nvSpPr>
          <p:spPr>
            <a:xfrm>
              <a:off x="6880860" y="6656829"/>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247" name="object 247"/>
            <p:cNvSpPr/>
            <p:nvPr/>
          </p:nvSpPr>
          <p:spPr>
            <a:xfrm>
              <a:off x="6880860" y="6656829"/>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248" name="object 248"/>
            <p:cNvSpPr/>
            <p:nvPr/>
          </p:nvSpPr>
          <p:spPr>
            <a:xfrm>
              <a:off x="6935724" y="6656832"/>
              <a:ext cx="0" cy="52069"/>
            </a:xfrm>
            <a:custGeom>
              <a:avLst/>
              <a:gdLst/>
              <a:ahLst/>
              <a:cxnLst/>
              <a:rect l="l" t="t" r="r" b="b"/>
              <a:pathLst>
                <a:path h="52070">
                  <a:moveTo>
                    <a:pt x="0" y="0"/>
                  </a:moveTo>
                  <a:lnTo>
                    <a:pt x="0" y="51701"/>
                  </a:lnTo>
                </a:path>
              </a:pathLst>
            </a:custGeom>
            <a:ln w="27432">
              <a:solidFill>
                <a:srgbClr val="00BAF0"/>
              </a:solidFill>
            </a:ln>
          </p:spPr>
          <p:txBody>
            <a:bodyPr wrap="square" lIns="0" tIns="0" rIns="0" bIns="0" rtlCol="0"/>
            <a:lstStyle/>
            <a:p>
              <a:endParaRPr/>
            </a:p>
          </p:txBody>
        </p:sp>
        <p:sp>
          <p:nvSpPr>
            <p:cNvPr id="249" name="object 249"/>
            <p:cNvSpPr/>
            <p:nvPr/>
          </p:nvSpPr>
          <p:spPr>
            <a:xfrm>
              <a:off x="6925056" y="6656829"/>
              <a:ext cx="21590" cy="52069"/>
            </a:xfrm>
            <a:custGeom>
              <a:avLst/>
              <a:gdLst/>
              <a:ahLst/>
              <a:cxnLst/>
              <a:rect l="l" t="t" r="r" b="b"/>
              <a:pathLst>
                <a:path w="21590" h="52070">
                  <a:moveTo>
                    <a:pt x="21024" y="0"/>
                  </a:moveTo>
                  <a:lnTo>
                    <a:pt x="0" y="0"/>
                  </a:lnTo>
                  <a:lnTo>
                    <a:pt x="0" y="51704"/>
                  </a:lnTo>
                  <a:lnTo>
                    <a:pt x="21024" y="51704"/>
                  </a:lnTo>
                  <a:lnTo>
                    <a:pt x="21024" y="0"/>
                  </a:lnTo>
                  <a:close/>
                </a:path>
              </a:pathLst>
            </a:custGeom>
            <a:solidFill>
              <a:srgbClr val="FFFFFF"/>
            </a:solidFill>
          </p:spPr>
          <p:txBody>
            <a:bodyPr wrap="square" lIns="0" tIns="0" rIns="0" bIns="0" rtlCol="0"/>
            <a:lstStyle/>
            <a:p>
              <a:endParaRPr/>
            </a:p>
          </p:txBody>
        </p:sp>
        <p:sp>
          <p:nvSpPr>
            <p:cNvPr id="250" name="object 250"/>
            <p:cNvSpPr/>
            <p:nvPr/>
          </p:nvSpPr>
          <p:spPr>
            <a:xfrm>
              <a:off x="6925056" y="6656829"/>
              <a:ext cx="21590" cy="52069"/>
            </a:xfrm>
            <a:custGeom>
              <a:avLst/>
              <a:gdLst/>
              <a:ahLst/>
              <a:cxnLst/>
              <a:rect l="l" t="t" r="r" b="b"/>
              <a:pathLst>
                <a:path w="21590" h="52070">
                  <a:moveTo>
                    <a:pt x="0" y="51704"/>
                  </a:moveTo>
                  <a:lnTo>
                    <a:pt x="21024" y="51704"/>
                  </a:lnTo>
                  <a:lnTo>
                    <a:pt x="21024" y="0"/>
                  </a:lnTo>
                  <a:lnTo>
                    <a:pt x="0" y="0"/>
                  </a:lnTo>
                  <a:lnTo>
                    <a:pt x="0" y="51704"/>
                  </a:lnTo>
                  <a:close/>
                </a:path>
              </a:pathLst>
            </a:custGeom>
            <a:ln w="3175">
              <a:solidFill>
                <a:srgbClr val="FFFFFF"/>
              </a:solidFill>
            </a:ln>
          </p:spPr>
          <p:txBody>
            <a:bodyPr wrap="square" lIns="0" tIns="0" rIns="0" bIns="0" rtlCol="0"/>
            <a:lstStyle/>
            <a:p>
              <a:endParaRPr/>
            </a:p>
          </p:txBody>
        </p:sp>
        <p:sp>
          <p:nvSpPr>
            <p:cNvPr id="251" name="object 251"/>
            <p:cNvSpPr/>
            <p:nvPr/>
          </p:nvSpPr>
          <p:spPr>
            <a:xfrm>
              <a:off x="6967728" y="6656832"/>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252" name="object 252"/>
            <p:cNvSpPr/>
            <p:nvPr/>
          </p:nvSpPr>
          <p:spPr>
            <a:xfrm>
              <a:off x="6970776" y="6656829"/>
              <a:ext cx="18415" cy="52069"/>
            </a:xfrm>
            <a:custGeom>
              <a:avLst/>
              <a:gdLst/>
              <a:ahLst/>
              <a:cxnLst/>
              <a:rect l="l" t="t" r="r" b="b"/>
              <a:pathLst>
                <a:path w="18415" h="52070">
                  <a:moveTo>
                    <a:pt x="18080" y="0"/>
                  </a:moveTo>
                  <a:lnTo>
                    <a:pt x="0" y="0"/>
                  </a:lnTo>
                  <a:lnTo>
                    <a:pt x="0" y="51704"/>
                  </a:lnTo>
                  <a:lnTo>
                    <a:pt x="18080" y="51704"/>
                  </a:lnTo>
                  <a:lnTo>
                    <a:pt x="18080" y="0"/>
                  </a:lnTo>
                  <a:close/>
                </a:path>
              </a:pathLst>
            </a:custGeom>
            <a:solidFill>
              <a:srgbClr val="FFFFFF"/>
            </a:solidFill>
          </p:spPr>
          <p:txBody>
            <a:bodyPr wrap="square" lIns="0" tIns="0" rIns="0" bIns="0" rtlCol="0"/>
            <a:lstStyle/>
            <a:p>
              <a:endParaRPr/>
            </a:p>
          </p:txBody>
        </p:sp>
        <p:sp>
          <p:nvSpPr>
            <p:cNvPr id="253" name="object 253"/>
            <p:cNvSpPr/>
            <p:nvPr/>
          </p:nvSpPr>
          <p:spPr>
            <a:xfrm>
              <a:off x="6970776" y="6656829"/>
              <a:ext cx="18415" cy="52069"/>
            </a:xfrm>
            <a:custGeom>
              <a:avLst/>
              <a:gdLst/>
              <a:ahLst/>
              <a:cxnLst/>
              <a:rect l="l" t="t" r="r" b="b"/>
              <a:pathLst>
                <a:path w="18415" h="52070">
                  <a:moveTo>
                    <a:pt x="0" y="51704"/>
                  </a:moveTo>
                  <a:lnTo>
                    <a:pt x="18080" y="51704"/>
                  </a:lnTo>
                  <a:lnTo>
                    <a:pt x="18080" y="0"/>
                  </a:lnTo>
                  <a:lnTo>
                    <a:pt x="0" y="0"/>
                  </a:lnTo>
                  <a:lnTo>
                    <a:pt x="0" y="51704"/>
                  </a:lnTo>
                  <a:close/>
                </a:path>
              </a:pathLst>
            </a:custGeom>
            <a:ln w="3175">
              <a:solidFill>
                <a:srgbClr val="FFFFFF"/>
              </a:solidFill>
            </a:ln>
          </p:spPr>
          <p:txBody>
            <a:bodyPr wrap="square" lIns="0" tIns="0" rIns="0" bIns="0" rtlCol="0"/>
            <a:lstStyle/>
            <a:p>
              <a:endParaRPr/>
            </a:p>
          </p:txBody>
        </p:sp>
        <p:sp>
          <p:nvSpPr>
            <p:cNvPr id="254" name="object 254"/>
            <p:cNvSpPr/>
            <p:nvPr/>
          </p:nvSpPr>
          <p:spPr>
            <a:xfrm>
              <a:off x="7010400" y="6656832"/>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FFFA9E"/>
            </a:solidFill>
          </p:spPr>
          <p:txBody>
            <a:bodyPr wrap="square" lIns="0" tIns="0" rIns="0" bIns="0" rtlCol="0"/>
            <a:lstStyle/>
            <a:p>
              <a:endParaRPr/>
            </a:p>
          </p:txBody>
        </p:sp>
        <p:sp>
          <p:nvSpPr>
            <p:cNvPr id="255" name="object 255"/>
            <p:cNvSpPr/>
            <p:nvPr/>
          </p:nvSpPr>
          <p:spPr>
            <a:xfrm>
              <a:off x="7013448" y="6656829"/>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256" name="object 256"/>
            <p:cNvSpPr/>
            <p:nvPr/>
          </p:nvSpPr>
          <p:spPr>
            <a:xfrm>
              <a:off x="7013448" y="6656829"/>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257" name="object 257"/>
            <p:cNvSpPr/>
            <p:nvPr/>
          </p:nvSpPr>
          <p:spPr>
            <a:xfrm>
              <a:off x="7056120" y="6656832"/>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00BAF0"/>
            </a:solidFill>
          </p:spPr>
          <p:txBody>
            <a:bodyPr wrap="square" lIns="0" tIns="0" rIns="0" bIns="0" rtlCol="0"/>
            <a:lstStyle/>
            <a:p>
              <a:endParaRPr/>
            </a:p>
          </p:txBody>
        </p:sp>
        <p:sp>
          <p:nvSpPr>
            <p:cNvPr id="258" name="object 258"/>
            <p:cNvSpPr/>
            <p:nvPr/>
          </p:nvSpPr>
          <p:spPr>
            <a:xfrm>
              <a:off x="7059168" y="6656829"/>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259" name="object 259"/>
            <p:cNvSpPr/>
            <p:nvPr/>
          </p:nvSpPr>
          <p:spPr>
            <a:xfrm>
              <a:off x="7059168" y="6656829"/>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260" name="object 260"/>
            <p:cNvSpPr/>
            <p:nvPr/>
          </p:nvSpPr>
          <p:spPr>
            <a:xfrm>
              <a:off x="7097268" y="6656832"/>
              <a:ext cx="27940" cy="52069"/>
            </a:xfrm>
            <a:custGeom>
              <a:avLst/>
              <a:gdLst/>
              <a:ahLst/>
              <a:cxnLst/>
              <a:rect l="l" t="t" r="r" b="b"/>
              <a:pathLst>
                <a:path w="27940" h="52070">
                  <a:moveTo>
                    <a:pt x="0" y="51701"/>
                  </a:moveTo>
                  <a:lnTo>
                    <a:pt x="27432" y="51701"/>
                  </a:lnTo>
                  <a:lnTo>
                    <a:pt x="27432" y="0"/>
                  </a:lnTo>
                  <a:lnTo>
                    <a:pt x="0" y="0"/>
                  </a:lnTo>
                  <a:lnTo>
                    <a:pt x="0" y="51701"/>
                  </a:lnTo>
                  <a:close/>
                </a:path>
              </a:pathLst>
            </a:custGeom>
            <a:solidFill>
              <a:srgbClr val="00BAF0"/>
            </a:solidFill>
          </p:spPr>
          <p:txBody>
            <a:bodyPr wrap="square" lIns="0" tIns="0" rIns="0" bIns="0" rtlCol="0"/>
            <a:lstStyle/>
            <a:p>
              <a:endParaRPr/>
            </a:p>
          </p:txBody>
        </p:sp>
        <p:sp>
          <p:nvSpPr>
            <p:cNvPr id="261" name="object 261"/>
            <p:cNvSpPr/>
            <p:nvPr/>
          </p:nvSpPr>
          <p:spPr>
            <a:xfrm>
              <a:off x="7101840" y="6656829"/>
              <a:ext cx="19685" cy="52069"/>
            </a:xfrm>
            <a:custGeom>
              <a:avLst/>
              <a:gdLst/>
              <a:ahLst/>
              <a:cxnLst/>
              <a:rect l="l" t="t" r="r" b="b"/>
              <a:pathLst>
                <a:path w="19684" h="52070">
                  <a:moveTo>
                    <a:pt x="19532" y="0"/>
                  </a:moveTo>
                  <a:lnTo>
                    <a:pt x="0" y="0"/>
                  </a:lnTo>
                  <a:lnTo>
                    <a:pt x="0" y="51704"/>
                  </a:lnTo>
                  <a:lnTo>
                    <a:pt x="19532" y="51704"/>
                  </a:lnTo>
                  <a:lnTo>
                    <a:pt x="19532" y="0"/>
                  </a:lnTo>
                  <a:close/>
                </a:path>
              </a:pathLst>
            </a:custGeom>
            <a:solidFill>
              <a:srgbClr val="FFFFFF"/>
            </a:solidFill>
          </p:spPr>
          <p:txBody>
            <a:bodyPr wrap="square" lIns="0" tIns="0" rIns="0" bIns="0" rtlCol="0"/>
            <a:lstStyle/>
            <a:p>
              <a:endParaRPr/>
            </a:p>
          </p:txBody>
        </p:sp>
        <p:sp>
          <p:nvSpPr>
            <p:cNvPr id="262" name="object 262"/>
            <p:cNvSpPr/>
            <p:nvPr/>
          </p:nvSpPr>
          <p:spPr>
            <a:xfrm>
              <a:off x="7101840" y="6656829"/>
              <a:ext cx="19685" cy="52069"/>
            </a:xfrm>
            <a:custGeom>
              <a:avLst/>
              <a:gdLst/>
              <a:ahLst/>
              <a:cxnLst/>
              <a:rect l="l" t="t" r="r" b="b"/>
              <a:pathLst>
                <a:path w="19684" h="52070">
                  <a:moveTo>
                    <a:pt x="0" y="51704"/>
                  </a:moveTo>
                  <a:lnTo>
                    <a:pt x="19532" y="51704"/>
                  </a:lnTo>
                  <a:lnTo>
                    <a:pt x="19532" y="0"/>
                  </a:lnTo>
                  <a:lnTo>
                    <a:pt x="0" y="0"/>
                  </a:lnTo>
                  <a:lnTo>
                    <a:pt x="0" y="51704"/>
                  </a:lnTo>
                  <a:close/>
                </a:path>
              </a:pathLst>
            </a:custGeom>
            <a:ln w="3175">
              <a:solidFill>
                <a:srgbClr val="FFFFFF"/>
              </a:solidFill>
            </a:ln>
          </p:spPr>
          <p:txBody>
            <a:bodyPr wrap="square" lIns="0" tIns="0" rIns="0" bIns="0" rtlCol="0"/>
            <a:lstStyle/>
            <a:p>
              <a:endParaRPr/>
            </a:p>
          </p:txBody>
        </p:sp>
        <p:sp>
          <p:nvSpPr>
            <p:cNvPr id="263" name="object 263"/>
            <p:cNvSpPr/>
            <p:nvPr/>
          </p:nvSpPr>
          <p:spPr>
            <a:xfrm>
              <a:off x="7142988" y="6656832"/>
              <a:ext cx="24765" cy="52069"/>
            </a:xfrm>
            <a:custGeom>
              <a:avLst/>
              <a:gdLst/>
              <a:ahLst/>
              <a:cxnLst/>
              <a:rect l="l" t="t" r="r" b="b"/>
              <a:pathLst>
                <a:path w="24765" h="52070">
                  <a:moveTo>
                    <a:pt x="0" y="51701"/>
                  </a:moveTo>
                  <a:lnTo>
                    <a:pt x="24384" y="51701"/>
                  </a:lnTo>
                  <a:lnTo>
                    <a:pt x="24384" y="0"/>
                  </a:lnTo>
                  <a:lnTo>
                    <a:pt x="0" y="0"/>
                  </a:lnTo>
                  <a:lnTo>
                    <a:pt x="0" y="51701"/>
                  </a:lnTo>
                  <a:close/>
                </a:path>
              </a:pathLst>
            </a:custGeom>
            <a:solidFill>
              <a:srgbClr val="FFFA9E"/>
            </a:solidFill>
          </p:spPr>
          <p:txBody>
            <a:bodyPr wrap="square" lIns="0" tIns="0" rIns="0" bIns="0" rtlCol="0"/>
            <a:lstStyle/>
            <a:p>
              <a:endParaRPr/>
            </a:p>
          </p:txBody>
        </p:sp>
        <p:sp>
          <p:nvSpPr>
            <p:cNvPr id="264" name="object 264"/>
            <p:cNvSpPr/>
            <p:nvPr/>
          </p:nvSpPr>
          <p:spPr>
            <a:xfrm>
              <a:off x="7146036" y="6656829"/>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265" name="object 265"/>
            <p:cNvSpPr/>
            <p:nvPr/>
          </p:nvSpPr>
          <p:spPr>
            <a:xfrm>
              <a:off x="7146036" y="6656829"/>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266" name="object 266"/>
            <p:cNvSpPr/>
            <p:nvPr/>
          </p:nvSpPr>
          <p:spPr>
            <a:xfrm>
              <a:off x="6876288" y="6745222"/>
              <a:ext cx="27940" cy="52069"/>
            </a:xfrm>
            <a:custGeom>
              <a:avLst/>
              <a:gdLst/>
              <a:ahLst/>
              <a:cxnLst/>
              <a:rect l="l" t="t" r="r" b="b"/>
              <a:pathLst>
                <a:path w="27940" h="52070">
                  <a:moveTo>
                    <a:pt x="0" y="51705"/>
                  </a:moveTo>
                  <a:lnTo>
                    <a:pt x="27432" y="51705"/>
                  </a:lnTo>
                  <a:lnTo>
                    <a:pt x="27432" y="0"/>
                  </a:lnTo>
                  <a:lnTo>
                    <a:pt x="0" y="0"/>
                  </a:lnTo>
                  <a:lnTo>
                    <a:pt x="0" y="51705"/>
                  </a:lnTo>
                  <a:close/>
                </a:path>
              </a:pathLst>
            </a:custGeom>
            <a:solidFill>
              <a:srgbClr val="00BAF0"/>
            </a:solidFill>
          </p:spPr>
          <p:txBody>
            <a:bodyPr wrap="square" lIns="0" tIns="0" rIns="0" bIns="0" rtlCol="0"/>
            <a:lstStyle/>
            <a:p>
              <a:endParaRPr/>
            </a:p>
          </p:txBody>
        </p:sp>
        <p:sp>
          <p:nvSpPr>
            <p:cNvPr id="267" name="object 267"/>
            <p:cNvSpPr/>
            <p:nvPr/>
          </p:nvSpPr>
          <p:spPr>
            <a:xfrm>
              <a:off x="6880860" y="6745224"/>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268" name="object 268"/>
            <p:cNvSpPr/>
            <p:nvPr/>
          </p:nvSpPr>
          <p:spPr>
            <a:xfrm>
              <a:off x="6880860" y="6745224"/>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269" name="object 269"/>
            <p:cNvSpPr/>
            <p:nvPr/>
          </p:nvSpPr>
          <p:spPr>
            <a:xfrm>
              <a:off x="6935724" y="6745222"/>
              <a:ext cx="0" cy="52069"/>
            </a:xfrm>
            <a:custGeom>
              <a:avLst/>
              <a:gdLst/>
              <a:ahLst/>
              <a:cxnLst/>
              <a:rect l="l" t="t" r="r" b="b"/>
              <a:pathLst>
                <a:path h="52070">
                  <a:moveTo>
                    <a:pt x="0" y="0"/>
                  </a:moveTo>
                  <a:lnTo>
                    <a:pt x="0" y="51705"/>
                  </a:lnTo>
                </a:path>
              </a:pathLst>
            </a:custGeom>
            <a:ln w="27432">
              <a:solidFill>
                <a:srgbClr val="00BAF0"/>
              </a:solidFill>
            </a:ln>
          </p:spPr>
          <p:txBody>
            <a:bodyPr wrap="square" lIns="0" tIns="0" rIns="0" bIns="0" rtlCol="0"/>
            <a:lstStyle/>
            <a:p>
              <a:endParaRPr/>
            </a:p>
          </p:txBody>
        </p:sp>
        <p:sp>
          <p:nvSpPr>
            <p:cNvPr id="270" name="object 270"/>
            <p:cNvSpPr/>
            <p:nvPr/>
          </p:nvSpPr>
          <p:spPr>
            <a:xfrm>
              <a:off x="6925056" y="6745224"/>
              <a:ext cx="21590" cy="52069"/>
            </a:xfrm>
            <a:custGeom>
              <a:avLst/>
              <a:gdLst/>
              <a:ahLst/>
              <a:cxnLst/>
              <a:rect l="l" t="t" r="r" b="b"/>
              <a:pathLst>
                <a:path w="21590" h="52070">
                  <a:moveTo>
                    <a:pt x="21024" y="0"/>
                  </a:moveTo>
                  <a:lnTo>
                    <a:pt x="0" y="0"/>
                  </a:lnTo>
                  <a:lnTo>
                    <a:pt x="0" y="51704"/>
                  </a:lnTo>
                  <a:lnTo>
                    <a:pt x="21024" y="51704"/>
                  </a:lnTo>
                  <a:lnTo>
                    <a:pt x="21024" y="0"/>
                  </a:lnTo>
                  <a:close/>
                </a:path>
              </a:pathLst>
            </a:custGeom>
            <a:solidFill>
              <a:srgbClr val="FFFFFF"/>
            </a:solidFill>
          </p:spPr>
          <p:txBody>
            <a:bodyPr wrap="square" lIns="0" tIns="0" rIns="0" bIns="0" rtlCol="0"/>
            <a:lstStyle/>
            <a:p>
              <a:endParaRPr/>
            </a:p>
          </p:txBody>
        </p:sp>
        <p:sp>
          <p:nvSpPr>
            <p:cNvPr id="271" name="object 271"/>
            <p:cNvSpPr/>
            <p:nvPr/>
          </p:nvSpPr>
          <p:spPr>
            <a:xfrm>
              <a:off x="6925056" y="6745224"/>
              <a:ext cx="21590" cy="52069"/>
            </a:xfrm>
            <a:custGeom>
              <a:avLst/>
              <a:gdLst/>
              <a:ahLst/>
              <a:cxnLst/>
              <a:rect l="l" t="t" r="r" b="b"/>
              <a:pathLst>
                <a:path w="21590" h="52070">
                  <a:moveTo>
                    <a:pt x="0" y="51704"/>
                  </a:moveTo>
                  <a:lnTo>
                    <a:pt x="21024" y="51704"/>
                  </a:lnTo>
                  <a:lnTo>
                    <a:pt x="21024" y="0"/>
                  </a:lnTo>
                  <a:lnTo>
                    <a:pt x="0" y="0"/>
                  </a:lnTo>
                  <a:lnTo>
                    <a:pt x="0" y="51704"/>
                  </a:lnTo>
                  <a:close/>
                </a:path>
              </a:pathLst>
            </a:custGeom>
            <a:ln w="3175">
              <a:solidFill>
                <a:srgbClr val="FFFFFF"/>
              </a:solidFill>
            </a:ln>
          </p:spPr>
          <p:txBody>
            <a:bodyPr wrap="square" lIns="0" tIns="0" rIns="0" bIns="0" rtlCol="0"/>
            <a:lstStyle/>
            <a:p>
              <a:endParaRPr/>
            </a:p>
          </p:txBody>
        </p:sp>
        <p:sp>
          <p:nvSpPr>
            <p:cNvPr id="272" name="object 272"/>
            <p:cNvSpPr/>
            <p:nvPr/>
          </p:nvSpPr>
          <p:spPr>
            <a:xfrm>
              <a:off x="6967728" y="6745222"/>
              <a:ext cx="24765" cy="52069"/>
            </a:xfrm>
            <a:custGeom>
              <a:avLst/>
              <a:gdLst/>
              <a:ahLst/>
              <a:cxnLst/>
              <a:rect l="l" t="t" r="r" b="b"/>
              <a:pathLst>
                <a:path w="24765" h="52070">
                  <a:moveTo>
                    <a:pt x="0" y="51705"/>
                  </a:moveTo>
                  <a:lnTo>
                    <a:pt x="24384" y="51705"/>
                  </a:lnTo>
                  <a:lnTo>
                    <a:pt x="24384" y="0"/>
                  </a:lnTo>
                  <a:lnTo>
                    <a:pt x="0" y="0"/>
                  </a:lnTo>
                  <a:lnTo>
                    <a:pt x="0" y="51705"/>
                  </a:lnTo>
                  <a:close/>
                </a:path>
              </a:pathLst>
            </a:custGeom>
            <a:solidFill>
              <a:srgbClr val="00BAF0"/>
            </a:solidFill>
          </p:spPr>
          <p:txBody>
            <a:bodyPr wrap="square" lIns="0" tIns="0" rIns="0" bIns="0" rtlCol="0"/>
            <a:lstStyle/>
            <a:p>
              <a:endParaRPr/>
            </a:p>
          </p:txBody>
        </p:sp>
        <p:sp>
          <p:nvSpPr>
            <p:cNvPr id="273" name="object 273"/>
            <p:cNvSpPr/>
            <p:nvPr/>
          </p:nvSpPr>
          <p:spPr>
            <a:xfrm>
              <a:off x="6970776" y="6745224"/>
              <a:ext cx="18415" cy="52069"/>
            </a:xfrm>
            <a:custGeom>
              <a:avLst/>
              <a:gdLst/>
              <a:ahLst/>
              <a:cxnLst/>
              <a:rect l="l" t="t" r="r" b="b"/>
              <a:pathLst>
                <a:path w="18415" h="52070">
                  <a:moveTo>
                    <a:pt x="18080" y="0"/>
                  </a:moveTo>
                  <a:lnTo>
                    <a:pt x="0" y="0"/>
                  </a:lnTo>
                  <a:lnTo>
                    <a:pt x="0" y="51704"/>
                  </a:lnTo>
                  <a:lnTo>
                    <a:pt x="18080" y="51704"/>
                  </a:lnTo>
                  <a:lnTo>
                    <a:pt x="18080" y="0"/>
                  </a:lnTo>
                  <a:close/>
                </a:path>
              </a:pathLst>
            </a:custGeom>
            <a:solidFill>
              <a:srgbClr val="FFFFFF"/>
            </a:solidFill>
          </p:spPr>
          <p:txBody>
            <a:bodyPr wrap="square" lIns="0" tIns="0" rIns="0" bIns="0" rtlCol="0"/>
            <a:lstStyle/>
            <a:p>
              <a:endParaRPr/>
            </a:p>
          </p:txBody>
        </p:sp>
        <p:sp>
          <p:nvSpPr>
            <p:cNvPr id="274" name="object 274"/>
            <p:cNvSpPr/>
            <p:nvPr/>
          </p:nvSpPr>
          <p:spPr>
            <a:xfrm>
              <a:off x="6970776" y="6745224"/>
              <a:ext cx="18415" cy="52069"/>
            </a:xfrm>
            <a:custGeom>
              <a:avLst/>
              <a:gdLst/>
              <a:ahLst/>
              <a:cxnLst/>
              <a:rect l="l" t="t" r="r" b="b"/>
              <a:pathLst>
                <a:path w="18415" h="52070">
                  <a:moveTo>
                    <a:pt x="0" y="51704"/>
                  </a:moveTo>
                  <a:lnTo>
                    <a:pt x="18080" y="51704"/>
                  </a:lnTo>
                  <a:lnTo>
                    <a:pt x="18080" y="0"/>
                  </a:lnTo>
                  <a:lnTo>
                    <a:pt x="0" y="0"/>
                  </a:lnTo>
                  <a:lnTo>
                    <a:pt x="0" y="51704"/>
                  </a:lnTo>
                  <a:close/>
                </a:path>
              </a:pathLst>
            </a:custGeom>
            <a:ln w="3175">
              <a:solidFill>
                <a:srgbClr val="FFFFFF"/>
              </a:solidFill>
            </a:ln>
          </p:spPr>
          <p:txBody>
            <a:bodyPr wrap="square" lIns="0" tIns="0" rIns="0" bIns="0" rtlCol="0"/>
            <a:lstStyle/>
            <a:p>
              <a:endParaRPr/>
            </a:p>
          </p:txBody>
        </p:sp>
        <p:sp>
          <p:nvSpPr>
            <p:cNvPr id="275" name="object 275"/>
            <p:cNvSpPr/>
            <p:nvPr/>
          </p:nvSpPr>
          <p:spPr>
            <a:xfrm>
              <a:off x="7010400" y="6745222"/>
              <a:ext cx="27940" cy="52069"/>
            </a:xfrm>
            <a:custGeom>
              <a:avLst/>
              <a:gdLst/>
              <a:ahLst/>
              <a:cxnLst/>
              <a:rect l="l" t="t" r="r" b="b"/>
              <a:pathLst>
                <a:path w="27940" h="52070">
                  <a:moveTo>
                    <a:pt x="0" y="51705"/>
                  </a:moveTo>
                  <a:lnTo>
                    <a:pt x="27432" y="51705"/>
                  </a:lnTo>
                  <a:lnTo>
                    <a:pt x="27432" y="0"/>
                  </a:lnTo>
                  <a:lnTo>
                    <a:pt x="0" y="0"/>
                  </a:lnTo>
                  <a:lnTo>
                    <a:pt x="0" y="51705"/>
                  </a:lnTo>
                  <a:close/>
                </a:path>
              </a:pathLst>
            </a:custGeom>
            <a:solidFill>
              <a:srgbClr val="00BAF0"/>
            </a:solidFill>
          </p:spPr>
          <p:txBody>
            <a:bodyPr wrap="square" lIns="0" tIns="0" rIns="0" bIns="0" rtlCol="0"/>
            <a:lstStyle/>
            <a:p>
              <a:endParaRPr/>
            </a:p>
          </p:txBody>
        </p:sp>
        <p:sp>
          <p:nvSpPr>
            <p:cNvPr id="276" name="object 276"/>
            <p:cNvSpPr/>
            <p:nvPr/>
          </p:nvSpPr>
          <p:spPr>
            <a:xfrm>
              <a:off x="7013448" y="6745224"/>
              <a:ext cx="19685" cy="52069"/>
            </a:xfrm>
            <a:custGeom>
              <a:avLst/>
              <a:gdLst/>
              <a:ahLst/>
              <a:cxnLst/>
              <a:rect l="l" t="t" r="r" b="b"/>
              <a:pathLst>
                <a:path w="19684" h="52070">
                  <a:moveTo>
                    <a:pt x="19523" y="0"/>
                  </a:moveTo>
                  <a:lnTo>
                    <a:pt x="0" y="0"/>
                  </a:lnTo>
                  <a:lnTo>
                    <a:pt x="0" y="51704"/>
                  </a:lnTo>
                  <a:lnTo>
                    <a:pt x="19523" y="51704"/>
                  </a:lnTo>
                  <a:lnTo>
                    <a:pt x="19523" y="0"/>
                  </a:lnTo>
                  <a:close/>
                </a:path>
              </a:pathLst>
            </a:custGeom>
            <a:solidFill>
              <a:srgbClr val="FFFFFF"/>
            </a:solidFill>
          </p:spPr>
          <p:txBody>
            <a:bodyPr wrap="square" lIns="0" tIns="0" rIns="0" bIns="0" rtlCol="0"/>
            <a:lstStyle/>
            <a:p>
              <a:endParaRPr/>
            </a:p>
          </p:txBody>
        </p:sp>
        <p:sp>
          <p:nvSpPr>
            <p:cNvPr id="277" name="object 277"/>
            <p:cNvSpPr/>
            <p:nvPr/>
          </p:nvSpPr>
          <p:spPr>
            <a:xfrm>
              <a:off x="7013448" y="6745224"/>
              <a:ext cx="19685" cy="52069"/>
            </a:xfrm>
            <a:custGeom>
              <a:avLst/>
              <a:gdLst/>
              <a:ahLst/>
              <a:cxnLst/>
              <a:rect l="l" t="t" r="r" b="b"/>
              <a:pathLst>
                <a:path w="19684" h="52070">
                  <a:moveTo>
                    <a:pt x="0" y="51704"/>
                  </a:moveTo>
                  <a:lnTo>
                    <a:pt x="19523" y="51704"/>
                  </a:lnTo>
                  <a:lnTo>
                    <a:pt x="19523" y="0"/>
                  </a:lnTo>
                  <a:lnTo>
                    <a:pt x="0" y="0"/>
                  </a:lnTo>
                  <a:lnTo>
                    <a:pt x="0" y="51704"/>
                  </a:lnTo>
                  <a:close/>
                </a:path>
              </a:pathLst>
            </a:custGeom>
            <a:ln w="3175">
              <a:solidFill>
                <a:srgbClr val="FFFFFF"/>
              </a:solidFill>
            </a:ln>
          </p:spPr>
          <p:txBody>
            <a:bodyPr wrap="square" lIns="0" tIns="0" rIns="0" bIns="0" rtlCol="0"/>
            <a:lstStyle/>
            <a:p>
              <a:endParaRPr/>
            </a:p>
          </p:txBody>
        </p:sp>
        <p:sp>
          <p:nvSpPr>
            <p:cNvPr id="278" name="object 278"/>
            <p:cNvSpPr/>
            <p:nvPr/>
          </p:nvSpPr>
          <p:spPr>
            <a:xfrm>
              <a:off x="7056120" y="6745222"/>
              <a:ext cx="24765" cy="52069"/>
            </a:xfrm>
            <a:custGeom>
              <a:avLst/>
              <a:gdLst/>
              <a:ahLst/>
              <a:cxnLst/>
              <a:rect l="l" t="t" r="r" b="b"/>
              <a:pathLst>
                <a:path w="24765" h="52070">
                  <a:moveTo>
                    <a:pt x="0" y="51705"/>
                  </a:moveTo>
                  <a:lnTo>
                    <a:pt x="24384" y="51705"/>
                  </a:lnTo>
                  <a:lnTo>
                    <a:pt x="24384" y="0"/>
                  </a:lnTo>
                  <a:lnTo>
                    <a:pt x="0" y="0"/>
                  </a:lnTo>
                  <a:lnTo>
                    <a:pt x="0" y="51705"/>
                  </a:lnTo>
                  <a:close/>
                </a:path>
              </a:pathLst>
            </a:custGeom>
            <a:solidFill>
              <a:srgbClr val="00BAF0"/>
            </a:solidFill>
          </p:spPr>
          <p:txBody>
            <a:bodyPr wrap="square" lIns="0" tIns="0" rIns="0" bIns="0" rtlCol="0"/>
            <a:lstStyle/>
            <a:p>
              <a:endParaRPr/>
            </a:p>
          </p:txBody>
        </p:sp>
        <p:sp>
          <p:nvSpPr>
            <p:cNvPr id="279" name="object 279"/>
            <p:cNvSpPr/>
            <p:nvPr/>
          </p:nvSpPr>
          <p:spPr>
            <a:xfrm>
              <a:off x="7059168" y="6745224"/>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280" name="object 280"/>
            <p:cNvSpPr/>
            <p:nvPr/>
          </p:nvSpPr>
          <p:spPr>
            <a:xfrm>
              <a:off x="7059168" y="6745224"/>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sp>
          <p:nvSpPr>
            <p:cNvPr id="281" name="object 281"/>
            <p:cNvSpPr/>
            <p:nvPr/>
          </p:nvSpPr>
          <p:spPr>
            <a:xfrm>
              <a:off x="7097268" y="6745222"/>
              <a:ext cx="27940" cy="52069"/>
            </a:xfrm>
            <a:custGeom>
              <a:avLst/>
              <a:gdLst/>
              <a:ahLst/>
              <a:cxnLst/>
              <a:rect l="l" t="t" r="r" b="b"/>
              <a:pathLst>
                <a:path w="27940" h="52070">
                  <a:moveTo>
                    <a:pt x="0" y="51705"/>
                  </a:moveTo>
                  <a:lnTo>
                    <a:pt x="27432" y="51705"/>
                  </a:lnTo>
                  <a:lnTo>
                    <a:pt x="27432" y="0"/>
                  </a:lnTo>
                  <a:lnTo>
                    <a:pt x="0" y="0"/>
                  </a:lnTo>
                  <a:lnTo>
                    <a:pt x="0" y="51705"/>
                  </a:lnTo>
                  <a:close/>
                </a:path>
              </a:pathLst>
            </a:custGeom>
            <a:solidFill>
              <a:srgbClr val="00BAF0"/>
            </a:solidFill>
          </p:spPr>
          <p:txBody>
            <a:bodyPr wrap="square" lIns="0" tIns="0" rIns="0" bIns="0" rtlCol="0"/>
            <a:lstStyle/>
            <a:p>
              <a:endParaRPr/>
            </a:p>
          </p:txBody>
        </p:sp>
        <p:sp>
          <p:nvSpPr>
            <p:cNvPr id="282" name="object 282"/>
            <p:cNvSpPr/>
            <p:nvPr/>
          </p:nvSpPr>
          <p:spPr>
            <a:xfrm>
              <a:off x="7101840" y="6745224"/>
              <a:ext cx="19685" cy="52069"/>
            </a:xfrm>
            <a:custGeom>
              <a:avLst/>
              <a:gdLst/>
              <a:ahLst/>
              <a:cxnLst/>
              <a:rect l="l" t="t" r="r" b="b"/>
              <a:pathLst>
                <a:path w="19684" h="52070">
                  <a:moveTo>
                    <a:pt x="19532" y="0"/>
                  </a:moveTo>
                  <a:lnTo>
                    <a:pt x="0" y="0"/>
                  </a:lnTo>
                  <a:lnTo>
                    <a:pt x="0" y="51704"/>
                  </a:lnTo>
                  <a:lnTo>
                    <a:pt x="19532" y="51704"/>
                  </a:lnTo>
                  <a:lnTo>
                    <a:pt x="19532" y="0"/>
                  </a:lnTo>
                  <a:close/>
                </a:path>
              </a:pathLst>
            </a:custGeom>
            <a:solidFill>
              <a:srgbClr val="FFFFFF"/>
            </a:solidFill>
          </p:spPr>
          <p:txBody>
            <a:bodyPr wrap="square" lIns="0" tIns="0" rIns="0" bIns="0" rtlCol="0"/>
            <a:lstStyle/>
            <a:p>
              <a:endParaRPr/>
            </a:p>
          </p:txBody>
        </p:sp>
        <p:sp>
          <p:nvSpPr>
            <p:cNvPr id="283" name="object 283"/>
            <p:cNvSpPr/>
            <p:nvPr/>
          </p:nvSpPr>
          <p:spPr>
            <a:xfrm>
              <a:off x="7101840" y="6745224"/>
              <a:ext cx="19685" cy="52069"/>
            </a:xfrm>
            <a:custGeom>
              <a:avLst/>
              <a:gdLst/>
              <a:ahLst/>
              <a:cxnLst/>
              <a:rect l="l" t="t" r="r" b="b"/>
              <a:pathLst>
                <a:path w="19684" h="52070">
                  <a:moveTo>
                    <a:pt x="0" y="51704"/>
                  </a:moveTo>
                  <a:lnTo>
                    <a:pt x="19532" y="51704"/>
                  </a:lnTo>
                  <a:lnTo>
                    <a:pt x="19532" y="0"/>
                  </a:lnTo>
                  <a:lnTo>
                    <a:pt x="0" y="0"/>
                  </a:lnTo>
                  <a:lnTo>
                    <a:pt x="0" y="51704"/>
                  </a:lnTo>
                  <a:close/>
                </a:path>
              </a:pathLst>
            </a:custGeom>
            <a:ln w="3175">
              <a:solidFill>
                <a:srgbClr val="FFFFFF"/>
              </a:solidFill>
            </a:ln>
          </p:spPr>
          <p:txBody>
            <a:bodyPr wrap="square" lIns="0" tIns="0" rIns="0" bIns="0" rtlCol="0"/>
            <a:lstStyle/>
            <a:p>
              <a:endParaRPr/>
            </a:p>
          </p:txBody>
        </p:sp>
        <p:sp>
          <p:nvSpPr>
            <p:cNvPr id="284" name="object 284"/>
            <p:cNvSpPr/>
            <p:nvPr/>
          </p:nvSpPr>
          <p:spPr>
            <a:xfrm>
              <a:off x="7142988" y="6745222"/>
              <a:ext cx="24765" cy="52069"/>
            </a:xfrm>
            <a:custGeom>
              <a:avLst/>
              <a:gdLst/>
              <a:ahLst/>
              <a:cxnLst/>
              <a:rect l="l" t="t" r="r" b="b"/>
              <a:pathLst>
                <a:path w="24765" h="52070">
                  <a:moveTo>
                    <a:pt x="0" y="51705"/>
                  </a:moveTo>
                  <a:lnTo>
                    <a:pt x="24384" y="51705"/>
                  </a:lnTo>
                  <a:lnTo>
                    <a:pt x="24384" y="0"/>
                  </a:lnTo>
                  <a:lnTo>
                    <a:pt x="0" y="0"/>
                  </a:lnTo>
                  <a:lnTo>
                    <a:pt x="0" y="51705"/>
                  </a:lnTo>
                  <a:close/>
                </a:path>
              </a:pathLst>
            </a:custGeom>
            <a:solidFill>
              <a:srgbClr val="00BAF0"/>
            </a:solidFill>
          </p:spPr>
          <p:txBody>
            <a:bodyPr wrap="square" lIns="0" tIns="0" rIns="0" bIns="0" rtlCol="0"/>
            <a:lstStyle/>
            <a:p>
              <a:endParaRPr/>
            </a:p>
          </p:txBody>
        </p:sp>
        <p:sp>
          <p:nvSpPr>
            <p:cNvPr id="285" name="object 285"/>
            <p:cNvSpPr/>
            <p:nvPr/>
          </p:nvSpPr>
          <p:spPr>
            <a:xfrm>
              <a:off x="7146036" y="6745224"/>
              <a:ext cx="18415" cy="52069"/>
            </a:xfrm>
            <a:custGeom>
              <a:avLst/>
              <a:gdLst/>
              <a:ahLst/>
              <a:cxnLst/>
              <a:rect l="l" t="t" r="r" b="b"/>
              <a:pathLst>
                <a:path w="18415" h="52070">
                  <a:moveTo>
                    <a:pt x="18072" y="0"/>
                  </a:moveTo>
                  <a:lnTo>
                    <a:pt x="0" y="0"/>
                  </a:lnTo>
                  <a:lnTo>
                    <a:pt x="0" y="51704"/>
                  </a:lnTo>
                  <a:lnTo>
                    <a:pt x="18072" y="51704"/>
                  </a:lnTo>
                  <a:lnTo>
                    <a:pt x="18072" y="0"/>
                  </a:lnTo>
                  <a:close/>
                </a:path>
              </a:pathLst>
            </a:custGeom>
            <a:solidFill>
              <a:srgbClr val="FFFFFF"/>
            </a:solidFill>
          </p:spPr>
          <p:txBody>
            <a:bodyPr wrap="square" lIns="0" tIns="0" rIns="0" bIns="0" rtlCol="0"/>
            <a:lstStyle/>
            <a:p>
              <a:endParaRPr/>
            </a:p>
          </p:txBody>
        </p:sp>
        <p:sp>
          <p:nvSpPr>
            <p:cNvPr id="286" name="object 286"/>
            <p:cNvSpPr/>
            <p:nvPr/>
          </p:nvSpPr>
          <p:spPr>
            <a:xfrm>
              <a:off x="7146036" y="6745224"/>
              <a:ext cx="18415" cy="52069"/>
            </a:xfrm>
            <a:custGeom>
              <a:avLst/>
              <a:gdLst/>
              <a:ahLst/>
              <a:cxnLst/>
              <a:rect l="l" t="t" r="r" b="b"/>
              <a:pathLst>
                <a:path w="18415" h="52070">
                  <a:moveTo>
                    <a:pt x="0" y="51704"/>
                  </a:moveTo>
                  <a:lnTo>
                    <a:pt x="18072" y="51704"/>
                  </a:lnTo>
                  <a:lnTo>
                    <a:pt x="18072" y="0"/>
                  </a:lnTo>
                  <a:lnTo>
                    <a:pt x="0" y="0"/>
                  </a:lnTo>
                  <a:lnTo>
                    <a:pt x="0" y="51704"/>
                  </a:lnTo>
                  <a:close/>
                </a:path>
              </a:pathLst>
            </a:custGeom>
            <a:ln w="3175">
              <a:solidFill>
                <a:srgbClr val="FFFFFF"/>
              </a:solidFill>
            </a:ln>
          </p:spPr>
          <p:txBody>
            <a:bodyPr wrap="square" lIns="0" tIns="0" rIns="0" bIns="0" rtlCol="0"/>
            <a:lstStyle/>
            <a:p>
              <a:endParaRPr/>
            </a:p>
          </p:txBody>
        </p:sp>
      </p:grpSp>
      <p:grpSp>
        <p:nvGrpSpPr>
          <p:cNvPr id="287" name="object 287"/>
          <p:cNvGrpSpPr/>
          <p:nvPr/>
        </p:nvGrpSpPr>
        <p:grpSpPr>
          <a:xfrm>
            <a:off x="525589" y="1223581"/>
            <a:ext cx="3414395" cy="3482340"/>
            <a:chOff x="525589" y="1223581"/>
            <a:chExt cx="3414395" cy="3482340"/>
          </a:xfrm>
        </p:grpSpPr>
        <p:sp>
          <p:nvSpPr>
            <p:cNvPr id="288" name="object 288"/>
            <p:cNvSpPr/>
            <p:nvPr/>
          </p:nvSpPr>
          <p:spPr>
            <a:xfrm>
              <a:off x="2740151" y="4373879"/>
              <a:ext cx="327660" cy="327660"/>
            </a:xfrm>
            <a:custGeom>
              <a:avLst/>
              <a:gdLst/>
              <a:ahLst/>
              <a:cxnLst/>
              <a:rect l="l" t="t" r="r" b="b"/>
              <a:pathLst>
                <a:path w="327660" h="327660">
                  <a:moveTo>
                    <a:pt x="163575" y="0"/>
                  </a:moveTo>
                  <a:lnTo>
                    <a:pt x="99949" y="12827"/>
                  </a:lnTo>
                  <a:lnTo>
                    <a:pt x="47879" y="47879"/>
                  </a:lnTo>
                  <a:lnTo>
                    <a:pt x="12827" y="99949"/>
                  </a:lnTo>
                  <a:lnTo>
                    <a:pt x="0" y="163576"/>
                  </a:lnTo>
                  <a:lnTo>
                    <a:pt x="3302" y="196596"/>
                  </a:lnTo>
                  <a:lnTo>
                    <a:pt x="27940" y="255143"/>
                  </a:lnTo>
                  <a:lnTo>
                    <a:pt x="72136" y="299339"/>
                  </a:lnTo>
                  <a:lnTo>
                    <a:pt x="130683" y="323850"/>
                  </a:lnTo>
                  <a:lnTo>
                    <a:pt x="163575" y="327279"/>
                  </a:lnTo>
                  <a:lnTo>
                    <a:pt x="196596" y="323850"/>
                  </a:lnTo>
                  <a:lnTo>
                    <a:pt x="255143" y="299339"/>
                  </a:lnTo>
                  <a:lnTo>
                    <a:pt x="299339" y="255143"/>
                  </a:lnTo>
                  <a:lnTo>
                    <a:pt x="323850" y="196596"/>
                  </a:lnTo>
                  <a:lnTo>
                    <a:pt x="327279" y="163576"/>
                  </a:lnTo>
                  <a:lnTo>
                    <a:pt x="323850" y="130683"/>
                  </a:lnTo>
                  <a:lnTo>
                    <a:pt x="299339" y="72136"/>
                  </a:lnTo>
                  <a:lnTo>
                    <a:pt x="255143" y="27940"/>
                  </a:lnTo>
                  <a:lnTo>
                    <a:pt x="196596" y="3302"/>
                  </a:lnTo>
                  <a:lnTo>
                    <a:pt x="163575" y="0"/>
                  </a:lnTo>
                  <a:close/>
                </a:path>
              </a:pathLst>
            </a:custGeom>
            <a:ln w="9144">
              <a:solidFill>
                <a:srgbClr val="505050"/>
              </a:solidFill>
            </a:ln>
          </p:spPr>
          <p:txBody>
            <a:bodyPr wrap="square" lIns="0" tIns="0" rIns="0" bIns="0" rtlCol="0"/>
            <a:lstStyle/>
            <a:p>
              <a:endParaRPr/>
            </a:p>
          </p:txBody>
        </p:sp>
        <p:sp>
          <p:nvSpPr>
            <p:cNvPr id="289" name="object 289"/>
            <p:cNvSpPr/>
            <p:nvPr/>
          </p:nvSpPr>
          <p:spPr>
            <a:xfrm>
              <a:off x="2845307" y="4431792"/>
              <a:ext cx="123085" cy="216281"/>
            </a:xfrm>
            <a:prstGeom prst="rect">
              <a:avLst/>
            </a:prstGeom>
            <a:blipFill>
              <a:blip r:embed="rId10" cstate="print"/>
              <a:stretch>
                <a:fillRect/>
              </a:stretch>
            </a:blipFill>
          </p:spPr>
          <p:txBody>
            <a:bodyPr wrap="square" lIns="0" tIns="0" rIns="0" bIns="0" rtlCol="0"/>
            <a:lstStyle/>
            <a:p>
              <a:endParaRPr/>
            </a:p>
          </p:txBody>
        </p:sp>
        <p:sp>
          <p:nvSpPr>
            <p:cNvPr id="290" name="object 290"/>
            <p:cNvSpPr/>
            <p:nvPr/>
          </p:nvSpPr>
          <p:spPr>
            <a:xfrm>
              <a:off x="1441704" y="3566160"/>
              <a:ext cx="0" cy="278765"/>
            </a:xfrm>
            <a:custGeom>
              <a:avLst/>
              <a:gdLst/>
              <a:ahLst/>
              <a:cxnLst/>
              <a:rect l="l" t="t" r="r" b="b"/>
              <a:pathLst>
                <a:path h="278764">
                  <a:moveTo>
                    <a:pt x="0" y="0"/>
                  </a:moveTo>
                  <a:lnTo>
                    <a:pt x="0" y="278638"/>
                  </a:lnTo>
                </a:path>
              </a:pathLst>
            </a:custGeom>
            <a:ln w="12192">
              <a:solidFill>
                <a:srgbClr val="151515"/>
              </a:solidFill>
              <a:prstDash val="sysDash"/>
            </a:ln>
          </p:spPr>
          <p:txBody>
            <a:bodyPr wrap="square" lIns="0" tIns="0" rIns="0" bIns="0" rtlCol="0"/>
            <a:lstStyle/>
            <a:p>
              <a:endParaRPr/>
            </a:p>
          </p:txBody>
        </p:sp>
        <p:sp>
          <p:nvSpPr>
            <p:cNvPr id="291" name="object 291"/>
            <p:cNvSpPr/>
            <p:nvPr/>
          </p:nvSpPr>
          <p:spPr>
            <a:xfrm>
              <a:off x="530351" y="1365504"/>
              <a:ext cx="1231265" cy="2185670"/>
            </a:xfrm>
            <a:custGeom>
              <a:avLst/>
              <a:gdLst/>
              <a:ahLst/>
              <a:cxnLst/>
              <a:rect l="l" t="t" r="r" b="b"/>
              <a:pathLst>
                <a:path w="1231264" h="2185670">
                  <a:moveTo>
                    <a:pt x="1095375" y="0"/>
                  </a:moveTo>
                  <a:lnTo>
                    <a:pt x="130733" y="0"/>
                  </a:lnTo>
                  <a:lnTo>
                    <a:pt x="95834" y="4953"/>
                  </a:lnTo>
                  <a:lnTo>
                    <a:pt x="38138" y="40640"/>
                  </a:lnTo>
                  <a:lnTo>
                    <a:pt x="4635" y="100584"/>
                  </a:lnTo>
                  <a:lnTo>
                    <a:pt x="0" y="136017"/>
                  </a:lnTo>
                  <a:lnTo>
                    <a:pt x="0" y="2049145"/>
                  </a:lnTo>
                  <a:lnTo>
                    <a:pt x="17056" y="2107946"/>
                  </a:lnTo>
                  <a:lnTo>
                    <a:pt x="60540" y="2154555"/>
                  </a:lnTo>
                  <a:lnTo>
                    <a:pt x="118922" y="2181352"/>
                  </a:lnTo>
                  <a:lnTo>
                    <a:pt x="150114" y="2185162"/>
                  </a:lnTo>
                  <a:lnTo>
                    <a:pt x="1080897" y="2185162"/>
                  </a:lnTo>
                  <a:lnTo>
                    <a:pt x="1142365" y="2173478"/>
                  </a:lnTo>
                  <a:lnTo>
                    <a:pt x="1194816" y="2139315"/>
                  </a:lnTo>
                  <a:lnTo>
                    <a:pt x="1226439" y="2084197"/>
                  </a:lnTo>
                  <a:lnTo>
                    <a:pt x="1231011" y="2049145"/>
                  </a:lnTo>
                  <a:lnTo>
                    <a:pt x="1231011" y="136017"/>
                  </a:lnTo>
                  <a:lnTo>
                    <a:pt x="1209802" y="68325"/>
                  </a:lnTo>
                  <a:lnTo>
                    <a:pt x="1161796" y="19050"/>
                  </a:lnTo>
                  <a:lnTo>
                    <a:pt x="1095375" y="0"/>
                  </a:lnTo>
                  <a:close/>
                </a:path>
                <a:path w="1231264" h="2185670">
                  <a:moveTo>
                    <a:pt x="486156" y="197993"/>
                  </a:moveTo>
                  <a:lnTo>
                    <a:pt x="734288" y="197993"/>
                  </a:lnTo>
                  <a:lnTo>
                    <a:pt x="734288" y="149365"/>
                  </a:lnTo>
                  <a:lnTo>
                    <a:pt x="486156" y="149365"/>
                  </a:lnTo>
                  <a:lnTo>
                    <a:pt x="486156" y="197993"/>
                  </a:lnTo>
                  <a:close/>
                </a:path>
              </a:pathLst>
            </a:custGeom>
            <a:ln w="9144">
              <a:solidFill>
                <a:srgbClr val="505050"/>
              </a:solidFill>
            </a:ln>
          </p:spPr>
          <p:txBody>
            <a:bodyPr wrap="square" lIns="0" tIns="0" rIns="0" bIns="0" rtlCol="0"/>
            <a:lstStyle/>
            <a:p>
              <a:endParaRPr/>
            </a:p>
          </p:txBody>
        </p:sp>
        <p:sp>
          <p:nvSpPr>
            <p:cNvPr id="292" name="object 292"/>
            <p:cNvSpPr/>
            <p:nvPr/>
          </p:nvSpPr>
          <p:spPr>
            <a:xfrm>
              <a:off x="1051559" y="3275076"/>
              <a:ext cx="184061" cy="184023"/>
            </a:xfrm>
            <a:prstGeom prst="rect">
              <a:avLst/>
            </a:prstGeom>
            <a:blipFill>
              <a:blip r:embed="rId11" cstate="print"/>
              <a:stretch>
                <a:fillRect/>
              </a:stretch>
            </a:blipFill>
          </p:spPr>
          <p:txBody>
            <a:bodyPr wrap="square" lIns="0" tIns="0" rIns="0" bIns="0" rtlCol="0"/>
            <a:lstStyle/>
            <a:p>
              <a:endParaRPr/>
            </a:p>
          </p:txBody>
        </p:sp>
        <p:sp>
          <p:nvSpPr>
            <p:cNvPr id="293" name="object 293"/>
            <p:cNvSpPr/>
            <p:nvPr/>
          </p:nvSpPr>
          <p:spPr>
            <a:xfrm>
              <a:off x="620267" y="1612392"/>
              <a:ext cx="1042669" cy="1589405"/>
            </a:xfrm>
            <a:custGeom>
              <a:avLst/>
              <a:gdLst/>
              <a:ahLst/>
              <a:cxnLst/>
              <a:rect l="l" t="t" r="r" b="b"/>
              <a:pathLst>
                <a:path w="1042669" h="1589405">
                  <a:moveTo>
                    <a:pt x="0" y="1589151"/>
                  </a:moveTo>
                  <a:lnTo>
                    <a:pt x="1042149" y="1589151"/>
                  </a:lnTo>
                  <a:lnTo>
                    <a:pt x="1042149" y="0"/>
                  </a:lnTo>
                  <a:lnTo>
                    <a:pt x="0" y="0"/>
                  </a:lnTo>
                  <a:lnTo>
                    <a:pt x="0" y="1589151"/>
                  </a:lnTo>
                  <a:close/>
                </a:path>
              </a:pathLst>
            </a:custGeom>
            <a:ln w="9144">
              <a:solidFill>
                <a:srgbClr val="505050"/>
              </a:solidFill>
            </a:ln>
          </p:spPr>
          <p:txBody>
            <a:bodyPr wrap="square" lIns="0" tIns="0" rIns="0" bIns="0" rtlCol="0"/>
            <a:lstStyle/>
            <a:p>
              <a:endParaRPr/>
            </a:p>
          </p:txBody>
        </p:sp>
        <p:sp>
          <p:nvSpPr>
            <p:cNvPr id="294" name="object 294"/>
            <p:cNvSpPr/>
            <p:nvPr/>
          </p:nvSpPr>
          <p:spPr>
            <a:xfrm>
              <a:off x="998219" y="2289047"/>
              <a:ext cx="252077" cy="248412"/>
            </a:xfrm>
            <a:prstGeom prst="rect">
              <a:avLst/>
            </a:prstGeom>
            <a:blipFill>
              <a:blip r:embed="rId12" cstate="print"/>
              <a:stretch>
                <a:fillRect/>
              </a:stretch>
            </a:blipFill>
          </p:spPr>
          <p:txBody>
            <a:bodyPr wrap="square" lIns="0" tIns="0" rIns="0" bIns="0" rtlCol="0"/>
            <a:lstStyle/>
            <a:p>
              <a:endParaRPr/>
            </a:p>
          </p:txBody>
        </p:sp>
        <p:sp>
          <p:nvSpPr>
            <p:cNvPr id="295" name="object 295"/>
            <p:cNvSpPr/>
            <p:nvPr/>
          </p:nvSpPr>
          <p:spPr>
            <a:xfrm>
              <a:off x="1319783" y="2287524"/>
              <a:ext cx="252984" cy="252984"/>
            </a:xfrm>
            <a:prstGeom prst="rect">
              <a:avLst/>
            </a:prstGeom>
            <a:blipFill>
              <a:blip r:embed="rId13" cstate="print"/>
              <a:stretch>
                <a:fillRect/>
              </a:stretch>
            </a:blipFill>
          </p:spPr>
          <p:txBody>
            <a:bodyPr wrap="square" lIns="0" tIns="0" rIns="0" bIns="0" rtlCol="0"/>
            <a:lstStyle/>
            <a:p>
              <a:endParaRPr/>
            </a:p>
          </p:txBody>
        </p:sp>
        <p:sp>
          <p:nvSpPr>
            <p:cNvPr id="296" name="object 296"/>
            <p:cNvSpPr/>
            <p:nvPr/>
          </p:nvSpPr>
          <p:spPr>
            <a:xfrm>
              <a:off x="1319783" y="1988847"/>
              <a:ext cx="252984" cy="248384"/>
            </a:xfrm>
            <a:prstGeom prst="rect">
              <a:avLst/>
            </a:prstGeom>
            <a:blipFill>
              <a:blip r:embed="rId14" cstate="print"/>
              <a:stretch>
                <a:fillRect/>
              </a:stretch>
            </a:blipFill>
          </p:spPr>
          <p:txBody>
            <a:bodyPr wrap="square" lIns="0" tIns="0" rIns="0" bIns="0" rtlCol="0"/>
            <a:lstStyle/>
            <a:p>
              <a:endParaRPr/>
            </a:p>
          </p:txBody>
        </p:sp>
        <p:sp>
          <p:nvSpPr>
            <p:cNvPr id="297" name="object 297"/>
            <p:cNvSpPr/>
            <p:nvPr/>
          </p:nvSpPr>
          <p:spPr>
            <a:xfrm>
              <a:off x="993647" y="1987379"/>
              <a:ext cx="254508" cy="251376"/>
            </a:xfrm>
            <a:prstGeom prst="rect">
              <a:avLst/>
            </a:prstGeom>
            <a:blipFill>
              <a:blip r:embed="rId15" cstate="print"/>
              <a:stretch>
                <a:fillRect/>
              </a:stretch>
            </a:blipFill>
          </p:spPr>
          <p:txBody>
            <a:bodyPr wrap="square" lIns="0" tIns="0" rIns="0" bIns="0" rtlCol="0"/>
            <a:lstStyle/>
            <a:p>
              <a:endParaRPr/>
            </a:p>
          </p:txBody>
        </p:sp>
        <p:sp>
          <p:nvSpPr>
            <p:cNvPr id="298" name="object 298"/>
            <p:cNvSpPr/>
            <p:nvPr/>
          </p:nvSpPr>
          <p:spPr>
            <a:xfrm>
              <a:off x="1002878" y="1682582"/>
              <a:ext cx="242229" cy="242229"/>
            </a:xfrm>
            <a:prstGeom prst="rect">
              <a:avLst/>
            </a:prstGeom>
            <a:blipFill>
              <a:blip r:embed="rId16" cstate="print"/>
              <a:stretch>
                <a:fillRect/>
              </a:stretch>
            </a:blipFill>
          </p:spPr>
          <p:txBody>
            <a:bodyPr wrap="square" lIns="0" tIns="0" rIns="0" bIns="0" rtlCol="0"/>
            <a:lstStyle/>
            <a:p>
              <a:endParaRPr/>
            </a:p>
          </p:txBody>
        </p:sp>
        <p:sp>
          <p:nvSpPr>
            <p:cNvPr id="299" name="object 299"/>
            <p:cNvSpPr/>
            <p:nvPr/>
          </p:nvSpPr>
          <p:spPr>
            <a:xfrm>
              <a:off x="1318259" y="1678007"/>
              <a:ext cx="256031" cy="251376"/>
            </a:xfrm>
            <a:prstGeom prst="rect">
              <a:avLst/>
            </a:prstGeom>
            <a:blipFill>
              <a:blip r:embed="rId17" cstate="print"/>
              <a:stretch>
                <a:fillRect/>
              </a:stretch>
            </a:blipFill>
          </p:spPr>
          <p:txBody>
            <a:bodyPr wrap="square" lIns="0" tIns="0" rIns="0" bIns="0" rtlCol="0"/>
            <a:lstStyle/>
            <a:p>
              <a:endParaRPr/>
            </a:p>
          </p:txBody>
        </p:sp>
        <p:sp>
          <p:nvSpPr>
            <p:cNvPr id="300" name="object 300"/>
            <p:cNvSpPr/>
            <p:nvPr/>
          </p:nvSpPr>
          <p:spPr>
            <a:xfrm>
              <a:off x="995268" y="2594216"/>
              <a:ext cx="257386" cy="255515"/>
            </a:xfrm>
            <a:prstGeom prst="rect">
              <a:avLst/>
            </a:prstGeom>
            <a:blipFill>
              <a:blip r:embed="rId18" cstate="print"/>
              <a:stretch>
                <a:fillRect/>
              </a:stretch>
            </a:blipFill>
          </p:spPr>
          <p:txBody>
            <a:bodyPr wrap="square" lIns="0" tIns="0" rIns="0" bIns="0" rtlCol="0"/>
            <a:lstStyle/>
            <a:p>
              <a:endParaRPr/>
            </a:p>
          </p:txBody>
        </p:sp>
        <p:sp>
          <p:nvSpPr>
            <p:cNvPr id="301" name="object 301"/>
            <p:cNvSpPr/>
            <p:nvPr/>
          </p:nvSpPr>
          <p:spPr>
            <a:xfrm>
              <a:off x="678179" y="2284476"/>
              <a:ext cx="257556" cy="257556"/>
            </a:xfrm>
            <a:prstGeom prst="rect">
              <a:avLst/>
            </a:prstGeom>
            <a:blipFill>
              <a:blip r:embed="rId19" cstate="print"/>
              <a:stretch>
                <a:fillRect/>
              </a:stretch>
            </a:blipFill>
          </p:spPr>
          <p:txBody>
            <a:bodyPr wrap="square" lIns="0" tIns="0" rIns="0" bIns="0" rtlCol="0"/>
            <a:lstStyle/>
            <a:p>
              <a:endParaRPr/>
            </a:p>
          </p:txBody>
        </p:sp>
        <p:sp>
          <p:nvSpPr>
            <p:cNvPr id="302" name="object 302"/>
            <p:cNvSpPr/>
            <p:nvPr/>
          </p:nvSpPr>
          <p:spPr>
            <a:xfrm>
              <a:off x="686168" y="1990712"/>
              <a:ext cx="246224" cy="246224"/>
            </a:xfrm>
            <a:prstGeom prst="rect">
              <a:avLst/>
            </a:prstGeom>
            <a:blipFill>
              <a:blip r:embed="rId20" cstate="print"/>
              <a:stretch>
                <a:fillRect/>
              </a:stretch>
            </a:blipFill>
          </p:spPr>
          <p:txBody>
            <a:bodyPr wrap="square" lIns="0" tIns="0" rIns="0" bIns="0" rtlCol="0"/>
            <a:lstStyle/>
            <a:p>
              <a:endParaRPr/>
            </a:p>
          </p:txBody>
        </p:sp>
        <p:sp>
          <p:nvSpPr>
            <p:cNvPr id="303" name="object 303"/>
            <p:cNvSpPr/>
            <p:nvPr/>
          </p:nvSpPr>
          <p:spPr>
            <a:xfrm>
              <a:off x="1322831" y="2901782"/>
              <a:ext cx="246887" cy="242229"/>
            </a:xfrm>
            <a:prstGeom prst="rect">
              <a:avLst/>
            </a:prstGeom>
            <a:blipFill>
              <a:blip r:embed="rId21" cstate="print"/>
              <a:stretch>
                <a:fillRect/>
              </a:stretch>
            </a:blipFill>
          </p:spPr>
          <p:txBody>
            <a:bodyPr wrap="square" lIns="0" tIns="0" rIns="0" bIns="0" rtlCol="0"/>
            <a:lstStyle/>
            <a:p>
              <a:endParaRPr/>
            </a:p>
          </p:txBody>
        </p:sp>
        <p:sp>
          <p:nvSpPr>
            <p:cNvPr id="304" name="object 304"/>
            <p:cNvSpPr/>
            <p:nvPr/>
          </p:nvSpPr>
          <p:spPr>
            <a:xfrm>
              <a:off x="2942844" y="1228344"/>
              <a:ext cx="668020" cy="668020"/>
            </a:xfrm>
            <a:custGeom>
              <a:avLst/>
              <a:gdLst/>
              <a:ahLst/>
              <a:cxnLst/>
              <a:rect l="l" t="t" r="r" b="b"/>
              <a:pathLst>
                <a:path w="668020" h="668019">
                  <a:moveTo>
                    <a:pt x="333756" y="0"/>
                  </a:moveTo>
                  <a:lnTo>
                    <a:pt x="262128" y="7746"/>
                  </a:lnTo>
                  <a:lnTo>
                    <a:pt x="195833" y="29717"/>
                  </a:lnTo>
                  <a:lnTo>
                    <a:pt x="136651" y="64388"/>
                  </a:lnTo>
                  <a:lnTo>
                    <a:pt x="85979" y="110108"/>
                  </a:lnTo>
                  <a:lnTo>
                    <a:pt x="45593" y="165353"/>
                  </a:lnTo>
                  <a:lnTo>
                    <a:pt x="17018" y="228218"/>
                  </a:lnTo>
                  <a:lnTo>
                    <a:pt x="1905" y="297433"/>
                  </a:lnTo>
                  <a:lnTo>
                    <a:pt x="0" y="333755"/>
                  </a:lnTo>
                  <a:lnTo>
                    <a:pt x="1905" y="370077"/>
                  </a:lnTo>
                  <a:lnTo>
                    <a:pt x="17018" y="439292"/>
                  </a:lnTo>
                  <a:lnTo>
                    <a:pt x="45593" y="502157"/>
                  </a:lnTo>
                  <a:lnTo>
                    <a:pt x="85979" y="557402"/>
                  </a:lnTo>
                  <a:lnTo>
                    <a:pt x="136651" y="603122"/>
                  </a:lnTo>
                  <a:lnTo>
                    <a:pt x="195833" y="637793"/>
                  </a:lnTo>
                  <a:lnTo>
                    <a:pt x="262128" y="659764"/>
                  </a:lnTo>
                  <a:lnTo>
                    <a:pt x="333756" y="667511"/>
                  </a:lnTo>
                  <a:lnTo>
                    <a:pt x="370078" y="665479"/>
                  </a:lnTo>
                  <a:lnTo>
                    <a:pt x="439166" y="650493"/>
                  </a:lnTo>
                  <a:lnTo>
                    <a:pt x="502157" y="621918"/>
                  </a:lnTo>
                  <a:lnTo>
                    <a:pt x="557403" y="581532"/>
                  </a:lnTo>
                  <a:lnTo>
                    <a:pt x="603122" y="530859"/>
                  </a:lnTo>
                  <a:lnTo>
                    <a:pt x="637794" y="471550"/>
                  </a:lnTo>
                  <a:lnTo>
                    <a:pt x="659765" y="405383"/>
                  </a:lnTo>
                  <a:lnTo>
                    <a:pt x="667511" y="333755"/>
                  </a:lnTo>
                  <a:lnTo>
                    <a:pt x="665480" y="297433"/>
                  </a:lnTo>
                  <a:lnTo>
                    <a:pt x="650494" y="228218"/>
                  </a:lnTo>
                  <a:lnTo>
                    <a:pt x="621919" y="165353"/>
                  </a:lnTo>
                  <a:lnTo>
                    <a:pt x="581532" y="110108"/>
                  </a:lnTo>
                  <a:lnTo>
                    <a:pt x="530859" y="64388"/>
                  </a:lnTo>
                  <a:lnTo>
                    <a:pt x="471551" y="29717"/>
                  </a:lnTo>
                  <a:lnTo>
                    <a:pt x="405383" y="7746"/>
                  </a:lnTo>
                  <a:lnTo>
                    <a:pt x="333756" y="0"/>
                  </a:lnTo>
                  <a:close/>
                </a:path>
              </a:pathLst>
            </a:custGeom>
            <a:solidFill>
              <a:srgbClr val="FFFFFF"/>
            </a:solidFill>
          </p:spPr>
          <p:txBody>
            <a:bodyPr wrap="square" lIns="0" tIns="0" rIns="0" bIns="0" rtlCol="0"/>
            <a:lstStyle/>
            <a:p>
              <a:endParaRPr/>
            </a:p>
          </p:txBody>
        </p:sp>
        <p:sp>
          <p:nvSpPr>
            <p:cNvPr id="305" name="object 305"/>
            <p:cNvSpPr/>
            <p:nvPr/>
          </p:nvSpPr>
          <p:spPr>
            <a:xfrm>
              <a:off x="2942844" y="1228344"/>
              <a:ext cx="668020" cy="668020"/>
            </a:xfrm>
            <a:custGeom>
              <a:avLst/>
              <a:gdLst/>
              <a:ahLst/>
              <a:cxnLst/>
              <a:rect l="l" t="t" r="r" b="b"/>
              <a:pathLst>
                <a:path w="668020" h="668019">
                  <a:moveTo>
                    <a:pt x="333756" y="0"/>
                  </a:moveTo>
                  <a:lnTo>
                    <a:pt x="262128" y="7746"/>
                  </a:lnTo>
                  <a:lnTo>
                    <a:pt x="195833" y="29717"/>
                  </a:lnTo>
                  <a:lnTo>
                    <a:pt x="136651" y="64388"/>
                  </a:lnTo>
                  <a:lnTo>
                    <a:pt x="85979" y="110108"/>
                  </a:lnTo>
                  <a:lnTo>
                    <a:pt x="45593" y="165353"/>
                  </a:lnTo>
                  <a:lnTo>
                    <a:pt x="17018" y="228218"/>
                  </a:lnTo>
                  <a:lnTo>
                    <a:pt x="1905" y="297433"/>
                  </a:lnTo>
                  <a:lnTo>
                    <a:pt x="0" y="333755"/>
                  </a:lnTo>
                  <a:lnTo>
                    <a:pt x="1905" y="370077"/>
                  </a:lnTo>
                  <a:lnTo>
                    <a:pt x="17018" y="439292"/>
                  </a:lnTo>
                  <a:lnTo>
                    <a:pt x="45593" y="502157"/>
                  </a:lnTo>
                  <a:lnTo>
                    <a:pt x="85979" y="557402"/>
                  </a:lnTo>
                  <a:lnTo>
                    <a:pt x="136651" y="603122"/>
                  </a:lnTo>
                  <a:lnTo>
                    <a:pt x="195833" y="637793"/>
                  </a:lnTo>
                  <a:lnTo>
                    <a:pt x="262128" y="659764"/>
                  </a:lnTo>
                  <a:lnTo>
                    <a:pt x="333756" y="667511"/>
                  </a:lnTo>
                  <a:lnTo>
                    <a:pt x="370078" y="665479"/>
                  </a:lnTo>
                  <a:lnTo>
                    <a:pt x="439166" y="650493"/>
                  </a:lnTo>
                  <a:lnTo>
                    <a:pt x="502157" y="621918"/>
                  </a:lnTo>
                  <a:lnTo>
                    <a:pt x="557403" y="581532"/>
                  </a:lnTo>
                  <a:lnTo>
                    <a:pt x="603122" y="530859"/>
                  </a:lnTo>
                  <a:lnTo>
                    <a:pt x="637794" y="471550"/>
                  </a:lnTo>
                  <a:lnTo>
                    <a:pt x="659765" y="405383"/>
                  </a:lnTo>
                  <a:lnTo>
                    <a:pt x="667511" y="333755"/>
                  </a:lnTo>
                  <a:lnTo>
                    <a:pt x="665480" y="297433"/>
                  </a:lnTo>
                  <a:lnTo>
                    <a:pt x="650494" y="228218"/>
                  </a:lnTo>
                  <a:lnTo>
                    <a:pt x="621919" y="165353"/>
                  </a:lnTo>
                  <a:lnTo>
                    <a:pt x="581532" y="110108"/>
                  </a:lnTo>
                  <a:lnTo>
                    <a:pt x="530859" y="64388"/>
                  </a:lnTo>
                  <a:lnTo>
                    <a:pt x="471551" y="29717"/>
                  </a:lnTo>
                  <a:lnTo>
                    <a:pt x="405383" y="7746"/>
                  </a:lnTo>
                  <a:lnTo>
                    <a:pt x="333756" y="0"/>
                  </a:lnTo>
                  <a:close/>
                </a:path>
              </a:pathLst>
            </a:custGeom>
            <a:ln w="9144">
              <a:solidFill>
                <a:srgbClr val="505050"/>
              </a:solidFill>
            </a:ln>
          </p:spPr>
          <p:txBody>
            <a:bodyPr wrap="square" lIns="0" tIns="0" rIns="0" bIns="0" rtlCol="0"/>
            <a:lstStyle/>
            <a:p>
              <a:endParaRPr/>
            </a:p>
          </p:txBody>
        </p:sp>
        <p:sp>
          <p:nvSpPr>
            <p:cNvPr id="306" name="object 306"/>
            <p:cNvSpPr/>
            <p:nvPr/>
          </p:nvSpPr>
          <p:spPr>
            <a:xfrm>
              <a:off x="2554223" y="2659380"/>
              <a:ext cx="1381125" cy="393065"/>
            </a:xfrm>
            <a:custGeom>
              <a:avLst/>
              <a:gdLst/>
              <a:ahLst/>
              <a:cxnLst/>
              <a:rect l="l" t="t" r="r" b="b"/>
              <a:pathLst>
                <a:path w="1381125" h="393064">
                  <a:moveTo>
                    <a:pt x="1268095" y="0"/>
                  </a:moveTo>
                  <a:lnTo>
                    <a:pt x="112521" y="0"/>
                  </a:lnTo>
                  <a:lnTo>
                    <a:pt x="77088" y="5715"/>
                  </a:lnTo>
                  <a:lnTo>
                    <a:pt x="46100" y="21844"/>
                  </a:lnTo>
                  <a:lnTo>
                    <a:pt x="21717" y="46228"/>
                  </a:lnTo>
                  <a:lnTo>
                    <a:pt x="5714" y="77216"/>
                  </a:lnTo>
                  <a:lnTo>
                    <a:pt x="0" y="112775"/>
                  </a:lnTo>
                  <a:lnTo>
                    <a:pt x="0" y="392684"/>
                  </a:lnTo>
                  <a:lnTo>
                    <a:pt x="1380616" y="392684"/>
                  </a:lnTo>
                  <a:lnTo>
                    <a:pt x="1380616" y="112775"/>
                  </a:lnTo>
                  <a:lnTo>
                    <a:pt x="1358900" y="46228"/>
                  </a:lnTo>
                  <a:lnTo>
                    <a:pt x="1303654" y="5715"/>
                  </a:lnTo>
                  <a:lnTo>
                    <a:pt x="1268095" y="0"/>
                  </a:lnTo>
                  <a:close/>
                </a:path>
              </a:pathLst>
            </a:custGeom>
            <a:solidFill>
              <a:srgbClr val="FFFFFF"/>
            </a:solidFill>
          </p:spPr>
          <p:txBody>
            <a:bodyPr wrap="square" lIns="0" tIns="0" rIns="0" bIns="0" rtlCol="0"/>
            <a:lstStyle/>
            <a:p>
              <a:endParaRPr/>
            </a:p>
          </p:txBody>
        </p:sp>
        <p:sp>
          <p:nvSpPr>
            <p:cNvPr id="307" name="object 307"/>
            <p:cNvSpPr/>
            <p:nvPr/>
          </p:nvSpPr>
          <p:spPr>
            <a:xfrm>
              <a:off x="2554223" y="2659380"/>
              <a:ext cx="1381125" cy="393065"/>
            </a:xfrm>
            <a:custGeom>
              <a:avLst/>
              <a:gdLst/>
              <a:ahLst/>
              <a:cxnLst/>
              <a:rect l="l" t="t" r="r" b="b"/>
              <a:pathLst>
                <a:path w="1381125" h="393064">
                  <a:moveTo>
                    <a:pt x="1268095" y="0"/>
                  </a:moveTo>
                  <a:lnTo>
                    <a:pt x="112521" y="0"/>
                  </a:lnTo>
                  <a:lnTo>
                    <a:pt x="77088" y="5715"/>
                  </a:lnTo>
                  <a:lnTo>
                    <a:pt x="46100" y="21844"/>
                  </a:lnTo>
                  <a:lnTo>
                    <a:pt x="21717" y="46228"/>
                  </a:lnTo>
                  <a:lnTo>
                    <a:pt x="5714" y="77216"/>
                  </a:lnTo>
                  <a:lnTo>
                    <a:pt x="0" y="112775"/>
                  </a:lnTo>
                  <a:lnTo>
                    <a:pt x="0" y="392684"/>
                  </a:lnTo>
                  <a:lnTo>
                    <a:pt x="1380616" y="392684"/>
                  </a:lnTo>
                  <a:lnTo>
                    <a:pt x="1380616" y="112775"/>
                  </a:lnTo>
                  <a:lnTo>
                    <a:pt x="1358900" y="46228"/>
                  </a:lnTo>
                  <a:lnTo>
                    <a:pt x="1303654" y="5715"/>
                  </a:lnTo>
                  <a:lnTo>
                    <a:pt x="1268095" y="0"/>
                  </a:lnTo>
                  <a:close/>
                </a:path>
              </a:pathLst>
            </a:custGeom>
            <a:ln w="9144">
              <a:solidFill>
                <a:srgbClr val="505050"/>
              </a:solidFill>
            </a:ln>
          </p:spPr>
          <p:txBody>
            <a:bodyPr wrap="square" lIns="0" tIns="0" rIns="0" bIns="0" rtlCol="0"/>
            <a:lstStyle/>
            <a:p>
              <a:endParaRPr/>
            </a:p>
          </p:txBody>
        </p:sp>
      </p:grpSp>
      <p:sp>
        <p:nvSpPr>
          <p:cNvPr id="308" name="object 308"/>
          <p:cNvSpPr txBox="1"/>
          <p:nvPr/>
        </p:nvSpPr>
        <p:spPr>
          <a:xfrm>
            <a:off x="4118609" y="3486150"/>
            <a:ext cx="412750" cy="417195"/>
          </a:xfrm>
          <a:prstGeom prst="rect">
            <a:avLst/>
          </a:prstGeom>
        </p:spPr>
        <p:txBody>
          <a:bodyPr vert="horz" wrap="square" lIns="0" tIns="22225" rIns="0" bIns="0" rtlCol="0">
            <a:spAutoFit/>
          </a:bodyPr>
          <a:lstStyle/>
          <a:p>
            <a:pPr marL="12700" marR="5080" indent="24130" algn="just">
              <a:lnSpc>
                <a:spcPct val="92800"/>
              </a:lnSpc>
              <a:spcBef>
                <a:spcPts val="175"/>
              </a:spcBef>
            </a:pPr>
            <a:r>
              <a:rPr sz="900" spc="-165" dirty="0">
                <a:solidFill>
                  <a:srgbClr val="505050"/>
                </a:solidFill>
                <a:latin typeface="Arial Black"/>
                <a:cs typeface="Arial Black"/>
              </a:rPr>
              <a:t>Access  </a:t>
            </a:r>
            <a:r>
              <a:rPr sz="900" spc="-90" dirty="0">
                <a:solidFill>
                  <a:srgbClr val="505050"/>
                </a:solidFill>
                <a:latin typeface="Arial Black"/>
                <a:cs typeface="Arial Black"/>
              </a:rPr>
              <a:t>g</a:t>
            </a:r>
            <a:r>
              <a:rPr sz="900" spc="-105" dirty="0">
                <a:solidFill>
                  <a:srgbClr val="505050"/>
                </a:solidFill>
                <a:latin typeface="Arial Black"/>
                <a:cs typeface="Arial Black"/>
              </a:rPr>
              <a:t>r</a:t>
            </a:r>
            <a:r>
              <a:rPr sz="900" spc="-150" dirty="0">
                <a:solidFill>
                  <a:srgbClr val="505050"/>
                </a:solidFill>
                <a:latin typeface="Arial Black"/>
                <a:cs typeface="Arial Black"/>
              </a:rPr>
              <a:t>a</a:t>
            </a:r>
            <a:r>
              <a:rPr sz="900" spc="-114" dirty="0">
                <a:solidFill>
                  <a:srgbClr val="505050"/>
                </a:solidFill>
                <a:latin typeface="Arial Black"/>
                <a:cs typeface="Arial Black"/>
              </a:rPr>
              <a:t>nt</a:t>
            </a:r>
            <a:r>
              <a:rPr sz="900" spc="-135" dirty="0">
                <a:solidFill>
                  <a:srgbClr val="505050"/>
                </a:solidFill>
                <a:latin typeface="Arial Black"/>
                <a:cs typeface="Arial Black"/>
              </a:rPr>
              <a:t>e</a:t>
            </a:r>
            <a:r>
              <a:rPr sz="900" spc="-50" dirty="0">
                <a:solidFill>
                  <a:srgbClr val="505050"/>
                </a:solidFill>
                <a:latin typeface="Arial Black"/>
                <a:cs typeface="Arial Black"/>
              </a:rPr>
              <a:t>d  </a:t>
            </a:r>
            <a:r>
              <a:rPr sz="900" spc="-90" dirty="0">
                <a:solidFill>
                  <a:srgbClr val="505050"/>
                </a:solidFill>
                <a:latin typeface="Arial Black"/>
                <a:cs typeface="Arial Black"/>
              </a:rPr>
              <a:t>to</a:t>
            </a:r>
            <a:r>
              <a:rPr sz="900" spc="-155" dirty="0">
                <a:solidFill>
                  <a:srgbClr val="505050"/>
                </a:solidFill>
                <a:latin typeface="Arial Black"/>
                <a:cs typeface="Arial Black"/>
              </a:rPr>
              <a:t> </a:t>
            </a:r>
            <a:r>
              <a:rPr sz="900" spc="-120" dirty="0">
                <a:solidFill>
                  <a:srgbClr val="505050"/>
                </a:solidFill>
                <a:latin typeface="Arial Black"/>
                <a:cs typeface="Arial Black"/>
              </a:rPr>
              <a:t>data</a:t>
            </a:r>
            <a:endParaRPr sz="900">
              <a:latin typeface="Arial Black"/>
              <a:cs typeface="Arial Black"/>
            </a:endParaRPr>
          </a:p>
        </p:txBody>
      </p:sp>
      <p:grpSp>
        <p:nvGrpSpPr>
          <p:cNvPr id="309" name="object 309"/>
          <p:cNvGrpSpPr/>
          <p:nvPr/>
        </p:nvGrpSpPr>
        <p:grpSpPr>
          <a:xfrm>
            <a:off x="341375" y="4913376"/>
            <a:ext cx="2071370" cy="1614170"/>
            <a:chOff x="341375" y="4913376"/>
            <a:chExt cx="2071370" cy="1614170"/>
          </a:xfrm>
        </p:grpSpPr>
        <p:sp>
          <p:nvSpPr>
            <p:cNvPr id="310" name="object 310"/>
            <p:cNvSpPr/>
            <p:nvPr/>
          </p:nvSpPr>
          <p:spPr>
            <a:xfrm>
              <a:off x="345947" y="4917948"/>
              <a:ext cx="2061845" cy="914400"/>
            </a:xfrm>
            <a:custGeom>
              <a:avLst/>
              <a:gdLst/>
              <a:ahLst/>
              <a:cxnLst/>
              <a:rect l="l" t="t" r="r" b="b"/>
              <a:pathLst>
                <a:path w="2061845" h="914400">
                  <a:moveTo>
                    <a:pt x="1961260" y="265175"/>
                  </a:moveTo>
                  <a:lnTo>
                    <a:pt x="1951863" y="335660"/>
                  </a:lnTo>
                  <a:lnTo>
                    <a:pt x="1925065" y="398906"/>
                  </a:lnTo>
                  <a:lnTo>
                    <a:pt x="1883664" y="452627"/>
                  </a:lnTo>
                  <a:lnTo>
                    <a:pt x="1829943" y="494029"/>
                  </a:lnTo>
                  <a:lnTo>
                    <a:pt x="1766696" y="520826"/>
                  </a:lnTo>
                  <a:lnTo>
                    <a:pt x="1696212" y="530224"/>
                  </a:lnTo>
                  <a:lnTo>
                    <a:pt x="1660144" y="527811"/>
                  </a:lnTo>
                  <a:lnTo>
                    <a:pt x="1592961" y="509396"/>
                  </a:lnTo>
                  <a:lnTo>
                    <a:pt x="1534160" y="474979"/>
                  </a:lnTo>
                  <a:lnTo>
                    <a:pt x="1486281" y="427100"/>
                  </a:lnTo>
                  <a:lnTo>
                    <a:pt x="1451864" y="368299"/>
                  </a:lnTo>
                  <a:lnTo>
                    <a:pt x="1433449" y="301116"/>
                  </a:lnTo>
                  <a:lnTo>
                    <a:pt x="1431036" y="265175"/>
                  </a:lnTo>
                  <a:lnTo>
                    <a:pt x="1433449" y="229107"/>
                  </a:lnTo>
                  <a:lnTo>
                    <a:pt x="1451864" y="161925"/>
                  </a:lnTo>
                  <a:lnTo>
                    <a:pt x="1486281" y="103124"/>
                  </a:lnTo>
                  <a:lnTo>
                    <a:pt x="1534160" y="55244"/>
                  </a:lnTo>
                  <a:lnTo>
                    <a:pt x="1592961" y="20827"/>
                  </a:lnTo>
                  <a:lnTo>
                    <a:pt x="1660144" y="2412"/>
                  </a:lnTo>
                  <a:lnTo>
                    <a:pt x="1696212" y="0"/>
                  </a:lnTo>
                  <a:lnTo>
                    <a:pt x="1732152" y="2412"/>
                  </a:lnTo>
                  <a:lnTo>
                    <a:pt x="1799335" y="20827"/>
                  </a:lnTo>
                  <a:lnTo>
                    <a:pt x="1858137" y="55244"/>
                  </a:lnTo>
                  <a:lnTo>
                    <a:pt x="1906015" y="103124"/>
                  </a:lnTo>
                  <a:lnTo>
                    <a:pt x="1940433" y="161925"/>
                  </a:lnTo>
                  <a:lnTo>
                    <a:pt x="1958847" y="229107"/>
                  </a:lnTo>
                  <a:lnTo>
                    <a:pt x="1961260" y="265175"/>
                  </a:lnTo>
                  <a:close/>
                </a:path>
                <a:path w="2061845" h="914400">
                  <a:moveTo>
                    <a:pt x="1312164" y="905205"/>
                  </a:moveTo>
                  <a:lnTo>
                    <a:pt x="1318895" y="833970"/>
                  </a:lnTo>
                  <a:lnTo>
                    <a:pt x="1338326" y="767257"/>
                  </a:lnTo>
                  <a:lnTo>
                    <a:pt x="1369187" y="706297"/>
                  </a:lnTo>
                  <a:lnTo>
                    <a:pt x="1410208" y="652398"/>
                  </a:lnTo>
                  <a:lnTo>
                    <a:pt x="1460246" y="606679"/>
                  </a:lnTo>
                  <a:lnTo>
                    <a:pt x="1517777" y="570610"/>
                  </a:lnTo>
                  <a:lnTo>
                    <a:pt x="1581785" y="545338"/>
                  </a:lnTo>
                  <a:lnTo>
                    <a:pt x="1650872" y="532129"/>
                  </a:lnTo>
                  <a:lnTo>
                    <a:pt x="1687068" y="530351"/>
                  </a:lnTo>
                  <a:lnTo>
                    <a:pt x="1723135" y="532129"/>
                  </a:lnTo>
                  <a:lnTo>
                    <a:pt x="1792224" y="545338"/>
                  </a:lnTo>
                  <a:lnTo>
                    <a:pt x="1856232" y="570610"/>
                  </a:lnTo>
                  <a:lnTo>
                    <a:pt x="1913763" y="606679"/>
                  </a:lnTo>
                  <a:lnTo>
                    <a:pt x="1963801" y="652398"/>
                  </a:lnTo>
                  <a:lnTo>
                    <a:pt x="2004821" y="706297"/>
                  </a:lnTo>
                  <a:lnTo>
                    <a:pt x="2035683" y="767257"/>
                  </a:lnTo>
                  <a:lnTo>
                    <a:pt x="2055114" y="833970"/>
                  </a:lnTo>
                  <a:lnTo>
                    <a:pt x="2061845" y="905205"/>
                  </a:lnTo>
                  <a:lnTo>
                    <a:pt x="2061464" y="914336"/>
                  </a:lnTo>
                </a:path>
                <a:path w="2061845" h="914400">
                  <a:moveTo>
                    <a:pt x="649135" y="265175"/>
                  </a:moveTo>
                  <a:lnTo>
                    <a:pt x="639660" y="335660"/>
                  </a:lnTo>
                  <a:lnTo>
                    <a:pt x="612927" y="398906"/>
                  </a:lnTo>
                  <a:lnTo>
                    <a:pt x="571474" y="452627"/>
                  </a:lnTo>
                  <a:lnTo>
                    <a:pt x="517817" y="494029"/>
                  </a:lnTo>
                  <a:lnTo>
                    <a:pt x="454482" y="520826"/>
                  </a:lnTo>
                  <a:lnTo>
                    <a:pt x="383997" y="530224"/>
                  </a:lnTo>
                  <a:lnTo>
                    <a:pt x="348018" y="527811"/>
                  </a:lnTo>
                  <a:lnTo>
                    <a:pt x="280797" y="509396"/>
                  </a:lnTo>
                  <a:lnTo>
                    <a:pt x="221983" y="474979"/>
                  </a:lnTo>
                  <a:lnTo>
                    <a:pt x="174117" y="427100"/>
                  </a:lnTo>
                  <a:lnTo>
                    <a:pt x="139712" y="368299"/>
                  </a:lnTo>
                  <a:lnTo>
                    <a:pt x="121297" y="301116"/>
                  </a:lnTo>
                  <a:lnTo>
                    <a:pt x="118872" y="265175"/>
                  </a:lnTo>
                  <a:lnTo>
                    <a:pt x="121297" y="229107"/>
                  </a:lnTo>
                  <a:lnTo>
                    <a:pt x="139712" y="161925"/>
                  </a:lnTo>
                  <a:lnTo>
                    <a:pt x="174117" y="103124"/>
                  </a:lnTo>
                  <a:lnTo>
                    <a:pt x="221983" y="55244"/>
                  </a:lnTo>
                  <a:lnTo>
                    <a:pt x="280797" y="20827"/>
                  </a:lnTo>
                  <a:lnTo>
                    <a:pt x="348018" y="2412"/>
                  </a:lnTo>
                  <a:lnTo>
                    <a:pt x="383997" y="0"/>
                  </a:lnTo>
                  <a:lnTo>
                    <a:pt x="419976" y="2412"/>
                  </a:lnTo>
                  <a:lnTo>
                    <a:pt x="487197" y="20827"/>
                  </a:lnTo>
                  <a:lnTo>
                    <a:pt x="546011" y="55244"/>
                  </a:lnTo>
                  <a:lnTo>
                    <a:pt x="593890" y="103124"/>
                  </a:lnTo>
                  <a:lnTo>
                    <a:pt x="628294" y="161925"/>
                  </a:lnTo>
                  <a:lnTo>
                    <a:pt x="646709" y="229107"/>
                  </a:lnTo>
                  <a:lnTo>
                    <a:pt x="649135" y="265175"/>
                  </a:lnTo>
                  <a:close/>
                </a:path>
                <a:path w="2061845" h="914400">
                  <a:moveTo>
                    <a:pt x="0" y="905205"/>
                  </a:moveTo>
                  <a:lnTo>
                    <a:pt x="6756" y="833970"/>
                  </a:lnTo>
                  <a:lnTo>
                    <a:pt x="26200" y="767257"/>
                  </a:lnTo>
                  <a:lnTo>
                    <a:pt x="57061" y="706297"/>
                  </a:lnTo>
                  <a:lnTo>
                    <a:pt x="98094" y="652398"/>
                  </a:lnTo>
                  <a:lnTo>
                    <a:pt x="148031" y="606679"/>
                  </a:lnTo>
                  <a:lnTo>
                    <a:pt x="205625" y="570610"/>
                  </a:lnTo>
                  <a:lnTo>
                    <a:pt x="269608" y="545338"/>
                  </a:lnTo>
                  <a:lnTo>
                    <a:pt x="338734" y="532129"/>
                  </a:lnTo>
                  <a:lnTo>
                    <a:pt x="374840" y="530351"/>
                  </a:lnTo>
                  <a:lnTo>
                    <a:pt x="410933" y="532129"/>
                  </a:lnTo>
                  <a:lnTo>
                    <a:pt x="480072" y="545338"/>
                  </a:lnTo>
                  <a:lnTo>
                    <a:pt x="544055" y="570610"/>
                  </a:lnTo>
                  <a:lnTo>
                    <a:pt x="601649" y="606679"/>
                  </a:lnTo>
                  <a:lnTo>
                    <a:pt x="651598" y="652398"/>
                  </a:lnTo>
                  <a:lnTo>
                    <a:pt x="692619" y="706297"/>
                  </a:lnTo>
                  <a:lnTo>
                    <a:pt x="723493" y="767257"/>
                  </a:lnTo>
                  <a:lnTo>
                    <a:pt x="742924" y="833970"/>
                  </a:lnTo>
                  <a:lnTo>
                    <a:pt x="749681" y="905205"/>
                  </a:lnTo>
                  <a:lnTo>
                    <a:pt x="749249" y="914336"/>
                  </a:lnTo>
                </a:path>
              </a:pathLst>
            </a:custGeom>
            <a:ln w="9144">
              <a:solidFill>
                <a:srgbClr val="505050"/>
              </a:solidFill>
            </a:ln>
          </p:spPr>
          <p:txBody>
            <a:bodyPr wrap="square" lIns="0" tIns="0" rIns="0" bIns="0" rtlCol="0"/>
            <a:lstStyle/>
            <a:p>
              <a:endParaRPr/>
            </a:p>
          </p:txBody>
        </p:sp>
        <p:sp>
          <p:nvSpPr>
            <p:cNvPr id="311" name="object 311"/>
            <p:cNvSpPr/>
            <p:nvPr/>
          </p:nvSpPr>
          <p:spPr>
            <a:xfrm>
              <a:off x="1037843" y="5330952"/>
              <a:ext cx="692150" cy="692150"/>
            </a:xfrm>
            <a:custGeom>
              <a:avLst/>
              <a:gdLst/>
              <a:ahLst/>
              <a:cxnLst/>
              <a:rect l="l" t="t" r="r" b="b"/>
              <a:pathLst>
                <a:path w="692150" h="692150">
                  <a:moveTo>
                    <a:pt x="345821" y="0"/>
                  </a:moveTo>
                  <a:lnTo>
                    <a:pt x="276097" y="6985"/>
                  </a:lnTo>
                  <a:lnTo>
                    <a:pt x="211239" y="27178"/>
                  </a:lnTo>
                  <a:lnTo>
                    <a:pt x="152488" y="59055"/>
                  </a:lnTo>
                  <a:lnTo>
                    <a:pt x="101295" y="101346"/>
                  </a:lnTo>
                  <a:lnTo>
                    <a:pt x="59067" y="152527"/>
                  </a:lnTo>
                  <a:lnTo>
                    <a:pt x="27178" y="211201"/>
                  </a:lnTo>
                  <a:lnTo>
                    <a:pt x="7023" y="276174"/>
                  </a:lnTo>
                  <a:lnTo>
                    <a:pt x="0" y="345884"/>
                  </a:lnTo>
                  <a:lnTo>
                    <a:pt x="1790" y="381241"/>
                  </a:lnTo>
                  <a:lnTo>
                    <a:pt x="15544" y="448729"/>
                  </a:lnTo>
                  <a:lnTo>
                    <a:pt x="41744" y="510743"/>
                  </a:lnTo>
                  <a:lnTo>
                    <a:pt x="78981" y="565886"/>
                  </a:lnTo>
                  <a:lnTo>
                    <a:pt x="125856" y="612775"/>
                  </a:lnTo>
                  <a:lnTo>
                    <a:pt x="181000" y="650011"/>
                  </a:lnTo>
                  <a:lnTo>
                    <a:pt x="242950" y="676198"/>
                  </a:lnTo>
                  <a:lnTo>
                    <a:pt x="310515" y="689965"/>
                  </a:lnTo>
                  <a:lnTo>
                    <a:pt x="345821" y="691756"/>
                  </a:lnTo>
                  <a:lnTo>
                    <a:pt x="381253" y="689965"/>
                  </a:lnTo>
                  <a:lnTo>
                    <a:pt x="448691" y="676198"/>
                  </a:lnTo>
                  <a:lnTo>
                    <a:pt x="510667" y="650011"/>
                  </a:lnTo>
                  <a:lnTo>
                    <a:pt x="565912" y="612775"/>
                  </a:lnTo>
                  <a:lnTo>
                    <a:pt x="612775" y="565886"/>
                  </a:lnTo>
                  <a:lnTo>
                    <a:pt x="649986" y="510743"/>
                  </a:lnTo>
                  <a:lnTo>
                    <a:pt x="676148" y="448729"/>
                  </a:lnTo>
                  <a:lnTo>
                    <a:pt x="689991" y="381241"/>
                  </a:lnTo>
                  <a:lnTo>
                    <a:pt x="691769" y="345884"/>
                  </a:lnTo>
                  <a:lnTo>
                    <a:pt x="689991" y="310515"/>
                  </a:lnTo>
                  <a:lnTo>
                    <a:pt x="676148" y="243078"/>
                  </a:lnTo>
                  <a:lnTo>
                    <a:pt x="649986" y="180975"/>
                  </a:lnTo>
                  <a:lnTo>
                    <a:pt x="612775" y="125857"/>
                  </a:lnTo>
                  <a:lnTo>
                    <a:pt x="565912" y="78994"/>
                  </a:lnTo>
                  <a:lnTo>
                    <a:pt x="510667" y="41783"/>
                  </a:lnTo>
                  <a:lnTo>
                    <a:pt x="448691" y="15494"/>
                  </a:lnTo>
                  <a:lnTo>
                    <a:pt x="381253" y="1778"/>
                  </a:lnTo>
                  <a:lnTo>
                    <a:pt x="345821" y="0"/>
                  </a:lnTo>
                  <a:close/>
                </a:path>
              </a:pathLst>
            </a:custGeom>
            <a:solidFill>
              <a:srgbClr val="F8F8F8"/>
            </a:solidFill>
          </p:spPr>
          <p:txBody>
            <a:bodyPr wrap="square" lIns="0" tIns="0" rIns="0" bIns="0" rtlCol="0"/>
            <a:lstStyle/>
            <a:p>
              <a:endParaRPr/>
            </a:p>
          </p:txBody>
        </p:sp>
        <p:sp>
          <p:nvSpPr>
            <p:cNvPr id="312" name="object 312"/>
            <p:cNvSpPr/>
            <p:nvPr/>
          </p:nvSpPr>
          <p:spPr>
            <a:xfrm>
              <a:off x="1037843" y="5330952"/>
              <a:ext cx="692150" cy="692150"/>
            </a:xfrm>
            <a:custGeom>
              <a:avLst/>
              <a:gdLst/>
              <a:ahLst/>
              <a:cxnLst/>
              <a:rect l="l" t="t" r="r" b="b"/>
              <a:pathLst>
                <a:path w="692150" h="692150">
                  <a:moveTo>
                    <a:pt x="345821" y="0"/>
                  </a:moveTo>
                  <a:lnTo>
                    <a:pt x="276097" y="6985"/>
                  </a:lnTo>
                  <a:lnTo>
                    <a:pt x="211239" y="27178"/>
                  </a:lnTo>
                  <a:lnTo>
                    <a:pt x="152488" y="59055"/>
                  </a:lnTo>
                  <a:lnTo>
                    <a:pt x="101295" y="101346"/>
                  </a:lnTo>
                  <a:lnTo>
                    <a:pt x="59067" y="152527"/>
                  </a:lnTo>
                  <a:lnTo>
                    <a:pt x="27178" y="211201"/>
                  </a:lnTo>
                  <a:lnTo>
                    <a:pt x="7023" y="276174"/>
                  </a:lnTo>
                  <a:lnTo>
                    <a:pt x="0" y="345884"/>
                  </a:lnTo>
                  <a:lnTo>
                    <a:pt x="1790" y="381241"/>
                  </a:lnTo>
                  <a:lnTo>
                    <a:pt x="15544" y="448729"/>
                  </a:lnTo>
                  <a:lnTo>
                    <a:pt x="41744" y="510743"/>
                  </a:lnTo>
                  <a:lnTo>
                    <a:pt x="78981" y="565886"/>
                  </a:lnTo>
                  <a:lnTo>
                    <a:pt x="125856" y="612775"/>
                  </a:lnTo>
                  <a:lnTo>
                    <a:pt x="181000" y="650011"/>
                  </a:lnTo>
                  <a:lnTo>
                    <a:pt x="242950" y="676198"/>
                  </a:lnTo>
                  <a:lnTo>
                    <a:pt x="310515" y="689965"/>
                  </a:lnTo>
                  <a:lnTo>
                    <a:pt x="345821" y="691756"/>
                  </a:lnTo>
                  <a:lnTo>
                    <a:pt x="381253" y="689965"/>
                  </a:lnTo>
                  <a:lnTo>
                    <a:pt x="448691" y="676198"/>
                  </a:lnTo>
                  <a:lnTo>
                    <a:pt x="510667" y="650011"/>
                  </a:lnTo>
                  <a:lnTo>
                    <a:pt x="565912" y="612775"/>
                  </a:lnTo>
                  <a:lnTo>
                    <a:pt x="612775" y="565886"/>
                  </a:lnTo>
                  <a:lnTo>
                    <a:pt x="649986" y="510743"/>
                  </a:lnTo>
                  <a:lnTo>
                    <a:pt x="676148" y="448729"/>
                  </a:lnTo>
                  <a:lnTo>
                    <a:pt x="689991" y="381241"/>
                  </a:lnTo>
                  <a:lnTo>
                    <a:pt x="691769" y="345884"/>
                  </a:lnTo>
                  <a:lnTo>
                    <a:pt x="689991" y="310515"/>
                  </a:lnTo>
                  <a:lnTo>
                    <a:pt x="676148" y="243078"/>
                  </a:lnTo>
                  <a:lnTo>
                    <a:pt x="649986" y="180975"/>
                  </a:lnTo>
                  <a:lnTo>
                    <a:pt x="612775" y="125857"/>
                  </a:lnTo>
                  <a:lnTo>
                    <a:pt x="565912" y="78994"/>
                  </a:lnTo>
                  <a:lnTo>
                    <a:pt x="510667" y="41783"/>
                  </a:lnTo>
                  <a:lnTo>
                    <a:pt x="448691" y="15494"/>
                  </a:lnTo>
                  <a:lnTo>
                    <a:pt x="381253" y="1778"/>
                  </a:lnTo>
                  <a:lnTo>
                    <a:pt x="345821" y="0"/>
                  </a:lnTo>
                  <a:close/>
                </a:path>
              </a:pathLst>
            </a:custGeom>
            <a:solidFill>
              <a:srgbClr val="FFFFFF"/>
            </a:solidFill>
          </p:spPr>
          <p:txBody>
            <a:bodyPr wrap="square" lIns="0" tIns="0" rIns="0" bIns="0" rtlCol="0"/>
            <a:lstStyle/>
            <a:p>
              <a:endParaRPr/>
            </a:p>
          </p:txBody>
        </p:sp>
        <p:sp>
          <p:nvSpPr>
            <p:cNvPr id="313" name="object 313"/>
            <p:cNvSpPr/>
            <p:nvPr/>
          </p:nvSpPr>
          <p:spPr>
            <a:xfrm>
              <a:off x="882395" y="5330952"/>
              <a:ext cx="978535" cy="1191895"/>
            </a:xfrm>
            <a:custGeom>
              <a:avLst/>
              <a:gdLst/>
              <a:ahLst/>
              <a:cxnLst/>
              <a:rect l="l" t="t" r="r" b="b"/>
              <a:pathLst>
                <a:path w="978535" h="1191895">
                  <a:moveTo>
                    <a:pt x="847216" y="345884"/>
                  </a:moveTo>
                  <a:lnTo>
                    <a:pt x="840104" y="415582"/>
                  </a:lnTo>
                  <a:lnTo>
                    <a:pt x="820039" y="480504"/>
                  </a:lnTo>
                  <a:lnTo>
                    <a:pt x="788161" y="539254"/>
                  </a:lnTo>
                  <a:lnTo>
                    <a:pt x="745871" y="590448"/>
                  </a:lnTo>
                  <a:lnTo>
                    <a:pt x="694690" y="632688"/>
                  </a:lnTo>
                  <a:lnTo>
                    <a:pt x="635888" y="664578"/>
                  </a:lnTo>
                  <a:lnTo>
                    <a:pt x="570991" y="684733"/>
                  </a:lnTo>
                  <a:lnTo>
                    <a:pt x="501269" y="691756"/>
                  </a:lnTo>
                  <a:lnTo>
                    <a:pt x="465963" y="689965"/>
                  </a:lnTo>
                  <a:lnTo>
                    <a:pt x="398398" y="676198"/>
                  </a:lnTo>
                  <a:lnTo>
                    <a:pt x="336448" y="650011"/>
                  </a:lnTo>
                  <a:lnTo>
                    <a:pt x="281304" y="612775"/>
                  </a:lnTo>
                  <a:lnTo>
                    <a:pt x="234429" y="565886"/>
                  </a:lnTo>
                  <a:lnTo>
                    <a:pt x="197192" y="510743"/>
                  </a:lnTo>
                  <a:lnTo>
                    <a:pt x="170992" y="448729"/>
                  </a:lnTo>
                  <a:lnTo>
                    <a:pt x="157238" y="381241"/>
                  </a:lnTo>
                  <a:lnTo>
                    <a:pt x="155447" y="345884"/>
                  </a:lnTo>
                  <a:lnTo>
                    <a:pt x="157238" y="310515"/>
                  </a:lnTo>
                  <a:lnTo>
                    <a:pt x="170992" y="243078"/>
                  </a:lnTo>
                  <a:lnTo>
                    <a:pt x="197192" y="180975"/>
                  </a:lnTo>
                  <a:lnTo>
                    <a:pt x="234429" y="125857"/>
                  </a:lnTo>
                  <a:lnTo>
                    <a:pt x="281304" y="78994"/>
                  </a:lnTo>
                  <a:lnTo>
                    <a:pt x="336448" y="41783"/>
                  </a:lnTo>
                  <a:lnTo>
                    <a:pt x="398398" y="15494"/>
                  </a:lnTo>
                  <a:lnTo>
                    <a:pt x="465963" y="1778"/>
                  </a:lnTo>
                  <a:lnTo>
                    <a:pt x="501269" y="0"/>
                  </a:lnTo>
                  <a:lnTo>
                    <a:pt x="536701" y="1778"/>
                  </a:lnTo>
                  <a:lnTo>
                    <a:pt x="604138" y="15494"/>
                  </a:lnTo>
                  <a:lnTo>
                    <a:pt x="666115" y="41783"/>
                  </a:lnTo>
                  <a:lnTo>
                    <a:pt x="721360" y="78994"/>
                  </a:lnTo>
                  <a:lnTo>
                    <a:pt x="768222" y="125857"/>
                  </a:lnTo>
                  <a:lnTo>
                    <a:pt x="805434" y="180975"/>
                  </a:lnTo>
                  <a:lnTo>
                    <a:pt x="831596" y="243078"/>
                  </a:lnTo>
                  <a:lnTo>
                    <a:pt x="845439" y="310515"/>
                  </a:lnTo>
                  <a:lnTo>
                    <a:pt x="847216" y="345884"/>
                  </a:lnTo>
                  <a:close/>
                </a:path>
                <a:path w="978535" h="1191895">
                  <a:moveTo>
                    <a:pt x="0" y="1179677"/>
                  </a:moveTo>
                  <a:lnTo>
                    <a:pt x="4851" y="1110665"/>
                  </a:lnTo>
                  <a:lnTo>
                    <a:pt x="18986" y="1044625"/>
                  </a:lnTo>
                  <a:lnTo>
                    <a:pt x="41719" y="982230"/>
                  </a:lnTo>
                  <a:lnTo>
                    <a:pt x="72402" y="924128"/>
                  </a:lnTo>
                  <a:lnTo>
                    <a:pt x="110375" y="870978"/>
                  </a:lnTo>
                  <a:lnTo>
                    <a:pt x="154965" y="823442"/>
                  </a:lnTo>
                  <a:lnTo>
                    <a:pt x="205524" y="782180"/>
                  </a:lnTo>
                  <a:lnTo>
                    <a:pt x="261378" y="747864"/>
                  </a:lnTo>
                  <a:lnTo>
                    <a:pt x="321868" y="721131"/>
                  </a:lnTo>
                  <a:lnTo>
                    <a:pt x="386334" y="702665"/>
                  </a:lnTo>
                  <a:lnTo>
                    <a:pt x="454151" y="693115"/>
                  </a:lnTo>
                  <a:lnTo>
                    <a:pt x="489076" y="691896"/>
                  </a:lnTo>
                  <a:lnTo>
                    <a:pt x="524001" y="693115"/>
                  </a:lnTo>
                  <a:lnTo>
                    <a:pt x="591692" y="702665"/>
                  </a:lnTo>
                  <a:lnTo>
                    <a:pt x="656209" y="721131"/>
                  </a:lnTo>
                  <a:lnTo>
                    <a:pt x="716660" y="747864"/>
                  </a:lnTo>
                  <a:lnTo>
                    <a:pt x="772541" y="782180"/>
                  </a:lnTo>
                  <a:lnTo>
                    <a:pt x="823086" y="823442"/>
                  </a:lnTo>
                  <a:lnTo>
                    <a:pt x="867664" y="870978"/>
                  </a:lnTo>
                  <a:lnTo>
                    <a:pt x="905636" y="924128"/>
                  </a:lnTo>
                  <a:lnTo>
                    <a:pt x="936371" y="982230"/>
                  </a:lnTo>
                  <a:lnTo>
                    <a:pt x="959104" y="1044625"/>
                  </a:lnTo>
                  <a:lnTo>
                    <a:pt x="973201" y="1110665"/>
                  </a:lnTo>
                  <a:lnTo>
                    <a:pt x="978027" y="1179677"/>
                  </a:lnTo>
                  <a:lnTo>
                    <a:pt x="977646" y="1191564"/>
                  </a:lnTo>
                </a:path>
              </a:pathLst>
            </a:custGeom>
            <a:ln w="9144">
              <a:solidFill>
                <a:srgbClr val="505050"/>
              </a:solidFill>
            </a:ln>
          </p:spPr>
          <p:txBody>
            <a:bodyPr wrap="square" lIns="0" tIns="0" rIns="0" bIns="0" rtlCol="0"/>
            <a:lstStyle/>
            <a:p>
              <a:endParaRPr/>
            </a:p>
          </p:txBody>
        </p:sp>
      </p:grpSp>
      <p:grpSp>
        <p:nvGrpSpPr>
          <p:cNvPr id="314" name="object 314"/>
          <p:cNvGrpSpPr/>
          <p:nvPr/>
        </p:nvGrpSpPr>
        <p:grpSpPr>
          <a:xfrm>
            <a:off x="3073907" y="5545835"/>
            <a:ext cx="454025" cy="455295"/>
            <a:chOff x="3073907" y="5545835"/>
            <a:chExt cx="454025" cy="455295"/>
          </a:xfrm>
        </p:grpSpPr>
        <p:sp>
          <p:nvSpPr>
            <p:cNvPr id="315" name="object 315"/>
            <p:cNvSpPr/>
            <p:nvPr/>
          </p:nvSpPr>
          <p:spPr>
            <a:xfrm>
              <a:off x="3073907" y="5545835"/>
              <a:ext cx="310515" cy="455295"/>
            </a:xfrm>
            <a:custGeom>
              <a:avLst/>
              <a:gdLst/>
              <a:ahLst/>
              <a:cxnLst/>
              <a:rect l="l" t="t" r="r" b="b"/>
              <a:pathLst>
                <a:path w="310514" h="455295">
                  <a:moveTo>
                    <a:pt x="226568" y="0"/>
                  </a:moveTo>
                  <a:lnTo>
                    <a:pt x="223774" y="4952"/>
                  </a:lnTo>
                  <a:lnTo>
                    <a:pt x="0" y="270446"/>
                  </a:lnTo>
                  <a:lnTo>
                    <a:pt x="226568" y="455282"/>
                  </a:lnTo>
                  <a:lnTo>
                    <a:pt x="228600" y="455155"/>
                  </a:lnTo>
                  <a:lnTo>
                    <a:pt x="310133" y="388658"/>
                  </a:lnTo>
                  <a:lnTo>
                    <a:pt x="230505" y="388658"/>
                  </a:lnTo>
                  <a:lnTo>
                    <a:pt x="219582" y="387553"/>
                  </a:lnTo>
                  <a:lnTo>
                    <a:pt x="195453" y="369798"/>
                  </a:lnTo>
                  <a:lnTo>
                    <a:pt x="190627" y="352412"/>
                  </a:lnTo>
                  <a:lnTo>
                    <a:pt x="191134" y="345274"/>
                  </a:lnTo>
                  <a:lnTo>
                    <a:pt x="193167" y="338353"/>
                  </a:lnTo>
                  <a:lnTo>
                    <a:pt x="196469" y="331698"/>
                  </a:lnTo>
                  <a:lnTo>
                    <a:pt x="199008" y="327875"/>
                  </a:lnTo>
                  <a:lnTo>
                    <a:pt x="145796" y="299300"/>
                  </a:lnTo>
                  <a:lnTo>
                    <a:pt x="107187" y="299300"/>
                  </a:lnTo>
                  <a:lnTo>
                    <a:pt x="97917" y="299059"/>
                  </a:lnTo>
                  <a:lnTo>
                    <a:pt x="73152" y="284238"/>
                  </a:lnTo>
                  <a:lnTo>
                    <a:pt x="66167" y="265747"/>
                  </a:lnTo>
                  <a:lnTo>
                    <a:pt x="68706" y="247853"/>
                  </a:lnTo>
                  <a:lnTo>
                    <a:pt x="79629" y="233362"/>
                  </a:lnTo>
                  <a:lnTo>
                    <a:pt x="96393" y="225501"/>
                  </a:lnTo>
                  <a:lnTo>
                    <a:pt x="124079" y="225501"/>
                  </a:lnTo>
                  <a:lnTo>
                    <a:pt x="194564" y="160362"/>
                  </a:lnTo>
                  <a:lnTo>
                    <a:pt x="194564" y="158876"/>
                  </a:lnTo>
                  <a:lnTo>
                    <a:pt x="193040" y="156324"/>
                  </a:lnTo>
                  <a:lnTo>
                    <a:pt x="187197" y="137007"/>
                  </a:lnTo>
                  <a:lnTo>
                    <a:pt x="191134" y="118313"/>
                  </a:lnTo>
                  <a:lnTo>
                    <a:pt x="203200" y="103479"/>
                  </a:lnTo>
                  <a:lnTo>
                    <a:pt x="221869" y="95745"/>
                  </a:lnTo>
                  <a:lnTo>
                    <a:pt x="233806" y="95491"/>
                  </a:lnTo>
                  <a:lnTo>
                    <a:pt x="306578" y="95491"/>
                  </a:lnTo>
                  <a:lnTo>
                    <a:pt x="226568" y="0"/>
                  </a:lnTo>
                  <a:close/>
                </a:path>
              </a:pathLst>
            </a:custGeom>
            <a:solidFill>
              <a:srgbClr val="1279D2"/>
            </a:solidFill>
          </p:spPr>
          <p:txBody>
            <a:bodyPr wrap="square" lIns="0" tIns="0" rIns="0" bIns="0" rtlCol="0"/>
            <a:lstStyle/>
            <a:p>
              <a:endParaRPr/>
            </a:p>
          </p:txBody>
        </p:sp>
        <p:sp>
          <p:nvSpPr>
            <p:cNvPr id="316" name="object 316"/>
            <p:cNvSpPr/>
            <p:nvPr/>
          </p:nvSpPr>
          <p:spPr>
            <a:xfrm>
              <a:off x="3170300" y="5641327"/>
              <a:ext cx="357504" cy="293166"/>
            </a:xfrm>
            <a:prstGeom prst="rect">
              <a:avLst/>
            </a:prstGeom>
            <a:blipFill>
              <a:blip r:embed="rId22" cstate="print"/>
              <a:stretch>
                <a:fillRect/>
              </a:stretch>
            </a:blipFill>
          </p:spPr>
          <p:txBody>
            <a:bodyPr wrap="square" lIns="0" tIns="0" rIns="0" bIns="0" rtlCol="0"/>
            <a:lstStyle/>
            <a:p>
              <a:endParaRPr/>
            </a:p>
          </p:txBody>
        </p:sp>
      </p:grpSp>
      <p:grpSp>
        <p:nvGrpSpPr>
          <p:cNvPr id="317" name="object 317"/>
          <p:cNvGrpSpPr/>
          <p:nvPr/>
        </p:nvGrpSpPr>
        <p:grpSpPr>
          <a:xfrm>
            <a:off x="6665976" y="989075"/>
            <a:ext cx="4145279" cy="1365885"/>
            <a:chOff x="6665976" y="989075"/>
            <a:chExt cx="4145279" cy="1365885"/>
          </a:xfrm>
        </p:grpSpPr>
        <p:sp>
          <p:nvSpPr>
            <p:cNvPr id="318" name="object 318"/>
            <p:cNvSpPr/>
            <p:nvPr/>
          </p:nvSpPr>
          <p:spPr>
            <a:xfrm>
              <a:off x="6665976" y="989075"/>
              <a:ext cx="2119883" cy="1365503"/>
            </a:xfrm>
            <a:prstGeom prst="rect">
              <a:avLst/>
            </a:prstGeom>
            <a:blipFill>
              <a:blip r:embed="rId23" cstate="print"/>
              <a:stretch>
                <a:fillRect/>
              </a:stretch>
            </a:blipFill>
          </p:spPr>
          <p:txBody>
            <a:bodyPr wrap="square" lIns="0" tIns="0" rIns="0" bIns="0" rtlCol="0"/>
            <a:lstStyle/>
            <a:p>
              <a:endParaRPr/>
            </a:p>
          </p:txBody>
        </p:sp>
        <p:sp>
          <p:nvSpPr>
            <p:cNvPr id="319" name="object 319"/>
            <p:cNvSpPr/>
            <p:nvPr/>
          </p:nvSpPr>
          <p:spPr>
            <a:xfrm>
              <a:off x="7345680" y="1680971"/>
              <a:ext cx="373379" cy="207263"/>
            </a:xfrm>
            <a:prstGeom prst="rect">
              <a:avLst/>
            </a:prstGeom>
            <a:blipFill>
              <a:blip r:embed="rId24" cstate="print"/>
              <a:stretch>
                <a:fillRect/>
              </a:stretch>
            </a:blipFill>
          </p:spPr>
          <p:txBody>
            <a:bodyPr wrap="square" lIns="0" tIns="0" rIns="0" bIns="0" rtlCol="0"/>
            <a:lstStyle/>
            <a:p>
              <a:endParaRPr/>
            </a:p>
          </p:txBody>
        </p:sp>
        <p:sp>
          <p:nvSpPr>
            <p:cNvPr id="320" name="object 320"/>
            <p:cNvSpPr/>
            <p:nvPr/>
          </p:nvSpPr>
          <p:spPr>
            <a:xfrm>
              <a:off x="7272528" y="1217675"/>
              <a:ext cx="525779" cy="350520"/>
            </a:xfrm>
            <a:prstGeom prst="rect">
              <a:avLst/>
            </a:prstGeom>
            <a:blipFill>
              <a:blip r:embed="rId25" cstate="print"/>
              <a:stretch>
                <a:fillRect/>
              </a:stretch>
            </a:blipFill>
          </p:spPr>
          <p:txBody>
            <a:bodyPr wrap="square" lIns="0" tIns="0" rIns="0" bIns="0" rtlCol="0"/>
            <a:lstStyle/>
            <a:p>
              <a:endParaRPr/>
            </a:p>
          </p:txBody>
        </p:sp>
        <p:sp>
          <p:nvSpPr>
            <p:cNvPr id="321" name="object 321"/>
            <p:cNvSpPr/>
            <p:nvPr/>
          </p:nvSpPr>
          <p:spPr>
            <a:xfrm>
              <a:off x="6943344" y="1970531"/>
              <a:ext cx="1027176" cy="213360"/>
            </a:xfrm>
            <a:prstGeom prst="rect">
              <a:avLst/>
            </a:prstGeom>
            <a:blipFill>
              <a:blip r:embed="rId26" cstate="print"/>
              <a:stretch>
                <a:fillRect/>
              </a:stretch>
            </a:blipFill>
          </p:spPr>
          <p:txBody>
            <a:bodyPr wrap="square" lIns="0" tIns="0" rIns="0" bIns="0" rtlCol="0"/>
            <a:lstStyle/>
            <a:p>
              <a:endParaRPr/>
            </a:p>
          </p:txBody>
        </p:sp>
        <p:sp>
          <p:nvSpPr>
            <p:cNvPr id="322" name="object 322"/>
            <p:cNvSpPr/>
            <p:nvPr/>
          </p:nvSpPr>
          <p:spPr>
            <a:xfrm>
              <a:off x="9255252" y="1717547"/>
              <a:ext cx="1551305" cy="100330"/>
            </a:xfrm>
            <a:custGeom>
              <a:avLst/>
              <a:gdLst/>
              <a:ahLst/>
              <a:cxnLst/>
              <a:rect l="l" t="t" r="r" b="b"/>
              <a:pathLst>
                <a:path w="1551304" h="100330">
                  <a:moveTo>
                    <a:pt x="1551177" y="100202"/>
                  </a:moveTo>
                  <a:lnTo>
                    <a:pt x="117348" y="100202"/>
                  </a:lnTo>
                  <a:lnTo>
                    <a:pt x="0" y="0"/>
                  </a:lnTo>
                </a:path>
              </a:pathLst>
            </a:custGeom>
            <a:ln w="9144">
              <a:solidFill>
                <a:srgbClr val="505050"/>
              </a:solidFill>
            </a:ln>
          </p:spPr>
          <p:txBody>
            <a:bodyPr wrap="square" lIns="0" tIns="0" rIns="0" bIns="0" rtlCol="0"/>
            <a:lstStyle/>
            <a:p>
              <a:endParaRPr/>
            </a:p>
          </p:txBody>
        </p:sp>
        <p:sp>
          <p:nvSpPr>
            <p:cNvPr id="323" name="object 323"/>
            <p:cNvSpPr/>
            <p:nvPr/>
          </p:nvSpPr>
          <p:spPr>
            <a:xfrm>
              <a:off x="8625077" y="1450085"/>
              <a:ext cx="667385" cy="667385"/>
            </a:xfrm>
            <a:custGeom>
              <a:avLst/>
              <a:gdLst/>
              <a:ahLst/>
              <a:cxnLst/>
              <a:rect l="l" t="t" r="r" b="b"/>
              <a:pathLst>
                <a:path w="667384" h="667385">
                  <a:moveTo>
                    <a:pt x="667130" y="333501"/>
                  </a:moveTo>
                  <a:lnTo>
                    <a:pt x="659383" y="405129"/>
                  </a:lnTo>
                  <a:lnTo>
                    <a:pt x="637413" y="471297"/>
                  </a:lnTo>
                  <a:lnTo>
                    <a:pt x="602742" y="530478"/>
                  </a:lnTo>
                  <a:lnTo>
                    <a:pt x="557022" y="581151"/>
                  </a:lnTo>
                  <a:lnTo>
                    <a:pt x="501903" y="621538"/>
                  </a:lnTo>
                  <a:lnTo>
                    <a:pt x="438912" y="650113"/>
                  </a:lnTo>
                  <a:lnTo>
                    <a:pt x="369824" y="665099"/>
                  </a:lnTo>
                  <a:lnTo>
                    <a:pt x="333501" y="667003"/>
                  </a:lnTo>
                  <a:lnTo>
                    <a:pt x="297179" y="665099"/>
                  </a:lnTo>
                  <a:lnTo>
                    <a:pt x="228092" y="650113"/>
                  </a:lnTo>
                  <a:lnTo>
                    <a:pt x="165226" y="621538"/>
                  </a:lnTo>
                  <a:lnTo>
                    <a:pt x="110108" y="581151"/>
                  </a:lnTo>
                  <a:lnTo>
                    <a:pt x="64389" y="530478"/>
                  </a:lnTo>
                  <a:lnTo>
                    <a:pt x="29718" y="471297"/>
                  </a:lnTo>
                  <a:lnTo>
                    <a:pt x="7747" y="405129"/>
                  </a:lnTo>
                  <a:lnTo>
                    <a:pt x="0" y="333501"/>
                  </a:lnTo>
                  <a:lnTo>
                    <a:pt x="2413" y="292735"/>
                  </a:lnTo>
                  <a:lnTo>
                    <a:pt x="9651" y="253364"/>
                  </a:lnTo>
                  <a:lnTo>
                    <a:pt x="21336" y="215773"/>
                  </a:lnTo>
                  <a:lnTo>
                    <a:pt x="37211" y="180212"/>
                  </a:lnTo>
                  <a:lnTo>
                    <a:pt x="57023" y="147065"/>
                  </a:lnTo>
                  <a:lnTo>
                    <a:pt x="102743" y="92710"/>
                  </a:lnTo>
                  <a:lnTo>
                    <a:pt x="159003" y="49275"/>
                  </a:lnTo>
                  <a:lnTo>
                    <a:pt x="224027" y="18414"/>
                  </a:lnTo>
                  <a:lnTo>
                    <a:pt x="295655" y="2159"/>
                  </a:lnTo>
                  <a:lnTo>
                    <a:pt x="333501" y="0"/>
                  </a:lnTo>
                  <a:lnTo>
                    <a:pt x="369824" y="1904"/>
                  </a:lnTo>
                  <a:lnTo>
                    <a:pt x="438912" y="17017"/>
                  </a:lnTo>
                  <a:lnTo>
                    <a:pt x="501903" y="45592"/>
                  </a:lnTo>
                  <a:lnTo>
                    <a:pt x="557022" y="85978"/>
                  </a:lnTo>
                  <a:lnTo>
                    <a:pt x="602742" y="136525"/>
                  </a:lnTo>
                  <a:lnTo>
                    <a:pt x="637413" y="195834"/>
                  </a:lnTo>
                  <a:lnTo>
                    <a:pt x="659383" y="262000"/>
                  </a:lnTo>
                  <a:lnTo>
                    <a:pt x="667130" y="333501"/>
                  </a:lnTo>
                  <a:close/>
                </a:path>
              </a:pathLst>
            </a:custGeom>
            <a:ln w="102107">
              <a:solidFill>
                <a:srgbClr val="E6E6E6"/>
              </a:solidFill>
            </a:ln>
          </p:spPr>
          <p:txBody>
            <a:bodyPr wrap="square" lIns="0" tIns="0" rIns="0" bIns="0" rtlCol="0"/>
            <a:lstStyle/>
            <a:p>
              <a:endParaRPr/>
            </a:p>
          </p:txBody>
        </p:sp>
        <p:sp>
          <p:nvSpPr>
            <p:cNvPr id="324" name="object 324"/>
            <p:cNvSpPr/>
            <p:nvPr/>
          </p:nvSpPr>
          <p:spPr>
            <a:xfrm>
              <a:off x="9057132" y="1322831"/>
              <a:ext cx="304800" cy="304800"/>
            </a:xfrm>
            <a:custGeom>
              <a:avLst/>
              <a:gdLst/>
              <a:ahLst/>
              <a:cxnLst/>
              <a:rect l="l" t="t" r="r" b="b"/>
              <a:pathLst>
                <a:path w="304800" h="304800">
                  <a:moveTo>
                    <a:pt x="304546" y="152272"/>
                  </a:moveTo>
                  <a:lnTo>
                    <a:pt x="296799" y="200405"/>
                  </a:lnTo>
                  <a:lnTo>
                    <a:pt x="275209" y="242188"/>
                  </a:lnTo>
                  <a:lnTo>
                    <a:pt x="242189" y="275208"/>
                  </a:lnTo>
                  <a:lnTo>
                    <a:pt x="200406" y="296798"/>
                  </a:lnTo>
                  <a:lnTo>
                    <a:pt x="152273" y="304545"/>
                  </a:lnTo>
                  <a:lnTo>
                    <a:pt x="135763" y="303656"/>
                  </a:lnTo>
                  <a:lnTo>
                    <a:pt x="89408" y="291083"/>
                  </a:lnTo>
                  <a:lnTo>
                    <a:pt x="50292" y="265302"/>
                  </a:lnTo>
                  <a:lnTo>
                    <a:pt x="20827" y="229107"/>
                  </a:lnTo>
                  <a:lnTo>
                    <a:pt x="3556" y="184912"/>
                  </a:lnTo>
                  <a:lnTo>
                    <a:pt x="0" y="152272"/>
                  </a:lnTo>
                  <a:lnTo>
                    <a:pt x="1143" y="133603"/>
                  </a:lnTo>
                  <a:lnTo>
                    <a:pt x="17018" y="82295"/>
                  </a:lnTo>
                  <a:lnTo>
                    <a:pt x="46990" y="42290"/>
                  </a:lnTo>
                  <a:lnTo>
                    <a:pt x="86995" y="14604"/>
                  </a:lnTo>
                  <a:lnTo>
                    <a:pt x="135000" y="1015"/>
                  </a:lnTo>
                  <a:lnTo>
                    <a:pt x="152273" y="0"/>
                  </a:lnTo>
                  <a:lnTo>
                    <a:pt x="168910" y="888"/>
                  </a:lnTo>
                  <a:lnTo>
                    <a:pt x="215138" y="13588"/>
                  </a:lnTo>
                  <a:lnTo>
                    <a:pt x="254381" y="39242"/>
                  </a:lnTo>
                  <a:lnTo>
                    <a:pt x="283845" y="75437"/>
                  </a:lnTo>
                  <a:lnTo>
                    <a:pt x="301117" y="119633"/>
                  </a:lnTo>
                  <a:lnTo>
                    <a:pt x="304546" y="152272"/>
                  </a:lnTo>
                  <a:close/>
                </a:path>
              </a:pathLst>
            </a:custGeom>
            <a:ln w="67056">
              <a:solidFill>
                <a:srgbClr val="E6E6E6"/>
              </a:solidFill>
            </a:ln>
          </p:spPr>
          <p:txBody>
            <a:bodyPr wrap="square" lIns="0" tIns="0" rIns="0" bIns="0" rtlCol="0"/>
            <a:lstStyle/>
            <a:p>
              <a:endParaRPr/>
            </a:p>
          </p:txBody>
        </p:sp>
        <p:sp>
          <p:nvSpPr>
            <p:cNvPr id="325" name="object 325"/>
            <p:cNvSpPr/>
            <p:nvPr/>
          </p:nvSpPr>
          <p:spPr>
            <a:xfrm>
              <a:off x="8624316" y="1449323"/>
              <a:ext cx="667385" cy="667385"/>
            </a:xfrm>
            <a:custGeom>
              <a:avLst/>
              <a:gdLst/>
              <a:ahLst/>
              <a:cxnLst/>
              <a:rect l="l" t="t" r="r" b="b"/>
              <a:pathLst>
                <a:path w="667384" h="667385">
                  <a:moveTo>
                    <a:pt x="667131" y="333502"/>
                  </a:moveTo>
                  <a:lnTo>
                    <a:pt x="659384" y="262001"/>
                  </a:lnTo>
                  <a:lnTo>
                    <a:pt x="637413" y="195834"/>
                  </a:lnTo>
                  <a:lnTo>
                    <a:pt x="602742" y="136525"/>
                  </a:lnTo>
                  <a:lnTo>
                    <a:pt x="557022" y="85979"/>
                  </a:lnTo>
                  <a:lnTo>
                    <a:pt x="501904" y="45593"/>
                  </a:lnTo>
                  <a:lnTo>
                    <a:pt x="438912" y="17018"/>
                  </a:lnTo>
                  <a:lnTo>
                    <a:pt x="369824" y="1905"/>
                  </a:lnTo>
                  <a:lnTo>
                    <a:pt x="333502" y="0"/>
                  </a:lnTo>
                  <a:lnTo>
                    <a:pt x="295656" y="2159"/>
                  </a:lnTo>
                  <a:lnTo>
                    <a:pt x="224028" y="18415"/>
                  </a:lnTo>
                  <a:lnTo>
                    <a:pt x="159004" y="49276"/>
                  </a:lnTo>
                  <a:lnTo>
                    <a:pt x="102743" y="92710"/>
                  </a:lnTo>
                  <a:lnTo>
                    <a:pt x="57023" y="147066"/>
                  </a:lnTo>
                  <a:lnTo>
                    <a:pt x="37211" y="180213"/>
                  </a:lnTo>
                  <a:lnTo>
                    <a:pt x="21336" y="215773"/>
                  </a:lnTo>
                  <a:lnTo>
                    <a:pt x="9652" y="253365"/>
                  </a:lnTo>
                  <a:lnTo>
                    <a:pt x="2413" y="292735"/>
                  </a:lnTo>
                  <a:lnTo>
                    <a:pt x="0" y="333502"/>
                  </a:lnTo>
                  <a:lnTo>
                    <a:pt x="1905" y="369824"/>
                  </a:lnTo>
                  <a:lnTo>
                    <a:pt x="17018" y="438912"/>
                  </a:lnTo>
                  <a:lnTo>
                    <a:pt x="45593" y="501904"/>
                  </a:lnTo>
                  <a:lnTo>
                    <a:pt x="85979" y="557022"/>
                  </a:lnTo>
                  <a:lnTo>
                    <a:pt x="136525" y="602742"/>
                  </a:lnTo>
                  <a:lnTo>
                    <a:pt x="195834" y="637413"/>
                  </a:lnTo>
                  <a:lnTo>
                    <a:pt x="262001" y="659384"/>
                  </a:lnTo>
                  <a:lnTo>
                    <a:pt x="333502" y="667004"/>
                  </a:lnTo>
                  <a:lnTo>
                    <a:pt x="369824" y="665099"/>
                  </a:lnTo>
                  <a:lnTo>
                    <a:pt x="438912" y="650113"/>
                  </a:lnTo>
                  <a:lnTo>
                    <a:pt x="501904" y="621538"/>
                  </a:lnTo>
                  <a:lnTo>
                    <a:pt x="557022" y="581152"/>
                  </a:lnTo>
                  <a:lnTo>
                    <a:pt x="602742" y="530479"/>
                  </a:lnTo>
                  <a:lnTo>
                    <a:pt x="637413" y="471297"/>
                  </a:lnTo>
                  <a:lnTo>
                    <a:pt x="659384" y="405130"/>
                  </a:lnTo>
                  <a:lnTo>
                    <a:pt x="667131" y="333502"/>
                  </a:lnTo>
                  <a:close/>
                </a:path>
              </a:pathLst>
            </a:custGeom>
            <a:solidFill>
              <a:srgbClr val="FFFFFF"/>
            </a:solidFill>
          </p:spPr>
          <p:txBody>
            <a:bodyPr wrap="square" lIns="0" tIns="0" rIns="0" bIns="0" rtlCol="0"/>
            <a:lstStyle/>
            <a:p>
              <a:endParaRPr/>
            </a:p>
          </p:txBody>
        </p:sp>
        <p:sp>
          <p:nvSpPr>
            <p:cNvPr id="326" name="object 326"/>
            <p:cNvSpPr/>
            <p:nvPr/>
          </p:nvSpPr>
          <p:spPr>
            <a:xfrm>
              <a:off x="8716518" y="1605533"/>
              <a:ext cx="484505" cy="307975"/>
            </a:xfrm>
            <a:custGeom>
              <a:avLst/>
              <a:gdLst/>
              <a:ahLst/>
              <a:cxnLst/>
              <a:rect l="l" t="t" r="r" b="b"/>
              <a:pathLst>
                <a:path w="484504" h="307975">
                  <a:moveTo>
                    <a:pt x="114934" y="307466"/>
                  </a:moveTo>
                  <a:lnTo>
                    <a:pt x="47116" y="285623"/>
                  </a:lnTo>
                  <a:lnTo>
                    <a:pt x="5841" y="230377"/>
                  </a:lnTo>
                  <a:lnTo>
                    <a:pt x="0" y="194690"/>
                  </a:lnTo>
                  <a:lnTo>
                    <a:pt x="5079" y="161543"/>
                  </a:lnTo>
                  <a:lnTo>
                    <a:pt x="19303" y="132206"/>
                  </a:lnTo>
                  <a:lnTo>
                    <a:pt x="41275" y="108330"/>
                  </a:lnTo>
                  <a:lnTo>
                    <a:pt x="69214" y="91439"/>
                  </a:lnTo>
                  <a:lnTo>
                    <a:pt x="101726" y="82930"/>
                  </a:lnTo>
                  <a:lnTo>
                    <a:pt x="109474" y="50545"/>
                  </a:lnTo>
                  <a:lnTo>
                    <a:pt x="128524" y="24129"/>
                  </a:lnTo>
                  <a:lnTo>
                    <a:pt x="156082" y="6476"/>
                  </a:lnTo>
                  <a:lnTo>
                    <a:pt x="189483" y="0"/>
                  </a:lnTo>
                  <a:lnTo>
                    <a:pt x="213995" y="3301"/>
                  </a:lnTo>
                  <a:lnTo>
                    <a:pt x="235711" y="12700"/>
                  </a:lnTo>
                  <a:lnTo>
                    <a:pt x="253873" y="27177"/>
                  </a:lnTo>
                  <a:lnTo>
                    <a:pt x="267588" y="45846"/>
                  </a:lnTo>
                  <a:lnTo>
                    <a:pt x="274574" y="43561"/>
                  </a:lnTo>
                  <a:lnTo>
                    <a:pt x="281431" y="41910"/>
                  </a:lnTo>
                  <a:lnTo>
                    <a:pt x="288289" y="40893"/>
                  </a:lnTo>
                  <a:lnTo>
                    <a:pt x="295401" y="40639"/>
                  </a:lnTo>
                  <a:lnTo>
                    <a:pt x="327786" y="47116"/>
                  </a:lnTo>
                  <a:lnTo>
                    <a:pt x="354075" y="64642"/>
                  </a:lnTo>
                  <a:lnTo>
                    <a:pt x="371728" y="90677"/>
                  </a:lnTo>
                  <a:lnTo>
                    <a:pt x="378205" y="122554"/>
                  </a:lnTo>
                  <a:lnTo>
                    <a:pt x="378205" y="123316"/>
                  </a:lnTo>
                  <a:lnTo>
                    <a:pt x="382904" y="122554"/>
                  </a:lnTo>
                  <a:lnTo>
                    <a:pt x="386460" y="122554"/>
                  </a:lnTo>
                  <a:lnTo>
                    <a:pt x="390016" y="122554"/>
                  </a:lnTo>
                  <a:lnTo>
                    <a:pt x="426720" y="129793"/>
                  </a:lnTo>
                  <a:lnTo>
                    <a:pt x="456564" y="149605"/>
                  </a:lnTo>
                  <a:lnTo>
                    <a:pt x="476757" y="178942"/>
                  </a:lnTo>
                  <a:lnTo>
                    <a:pt x="484250" y="215011"/>
                  </a:lnTo>
                  <a:lnTo>
                    <a:pt x="476757" y="251078"/>
                  </a:lnTo>
                  <a:lnTo>
                    <a:pt x="456564" y="280542"/>
                  </a:lnTo>
                  <a:lnTo>
                    <a:pt x="426720" y="300481"/>
                  </a:lnTo>
                  <a:lnTo>
                    <a:pt x="390016" y="307720"/>
                  </a:lnTo>
                  <a:lnTo>
                    <a:pt x="114934" y="307720"/>
                  </a:lnTo>
                  <a:lnTo>
                    <a:pt x="114934" y="307466"/>
                  </a:lnTo>
                  <a:close/>
                </a:path>
              </a:pathLst>
            </a:custGeom>
            <a:ln w="38100">
              <a:solidFill>
                <a:srgbClr val="1279D2"/>
              </a:solidFill>
            </a:ln>
          </p:spPr>
          <p:txBody>
            <a:bodyPr wrap="square" lIns="0" tIns="0" rIns="0" bIns="0" rtlCol="0"/>
            <a:lstStyle/>
            <a:p>
              <a:endParaRPr/>
            </a:p>
          </p:txBody>
        </p:sp>
        <p:sp>
          <p:nvSpPr>
            <p:cNvPr id="327" name="object 327"/>
            <p:cNvSpPr/>
            <p:nvPr/>
          </p:nvSpPr>
          <p:spPr>
            <a:xfrm>
              <a:off x="9051036" y="1327403"/>
              <a:ext cx="306070" cy="306070"/>
            </a:xfrm>
            <a:custGeom>
              <a:avLst/>
              <a:gdLst/>
              <a:ahLst/>
              <a:cxnLst/>
              <a:rect l="l" t="t" r="r" b="b"/>
              <a:pathLst>
                <a:path w="306070" h="306069">
                  <a:moveTo>
                    <a:pt x="153035" y="0"/>
                  </a:moveTo>
                  <a:lnTo>
                    <a:pt x="85725" y="15494"/>
                  </a:lnTo>
                  <a:lnTo>
                    <a:pt x="33655" y="57276"/>
                  </a:lnTo>
                  <a:lnTo>
                    <a:pt x="4064" y="117856"/>
                  </a:lnTo>
                  <a:lnTo>
                    <a:pt x="0" y="153035"/>
                  </a:lnTo>
                  <a:lnTo>
                    <a:pt x="4064" y="188087"/>
                  </a:lnTo>
                  <a:lnTo>
                    <a:pt x="33655" y="248666"/>
                  </a:lnTo>
                  <a:lnTo>
                    <a:pt x="85725" y="290449"/>
                  </a:lnTo>
                  <a:lnTo>
                    <a:pt x="153035" y="305943"/>
                  </a:lnTo>
                  <a:lnTo>
                    <a:pt x="188087" y="301879"/>
                  </a:lnTo>
                  <a:lnTo>
                    <a:pt x="248666" y="272415"/>
                  </a:lnTo>
                  <a:lnTo>
                    <a:pt x="290449" y="220218"/>
                  </a:lnTo>
                  <a:lnTo>
                    <a:pt x="305943" y="153035"/>
                  </a:lnTo>
                  <a:lnTo>
                    <a:pt x="301879" y="117856"/>
                  </a:lnTo>
                  <a:lnTo>
                    <a:pt x="272415" y="57276"/>
                  </a:lnTo>
                  <a:lnTo>
                    <a:pt x="220218" y="15494"/>
                  </a:lnTo>
                  <a:lnTo>
                    <a:pt x="153035" y="0"/>
                  </a:lnTo>
                  <a:close/>
                </a:path>
              </a:pathLst>
            </a:custGeom>
            <a:solidFill>
              <a:srgbClr val="FFFFFF"/>
            </a:solidFill>
          </p:spPr>
          <p:txBody>
            <a:bodyPr wrap="square" lIns="0" tIns="0" rIns="0" bIns="0" rtlCol="0"/>
            <a:lstStyle/>
            <a:p>
              <a:endParaRPr/>
            </a:p>
          </p:txBody>
        </p:sp>
        <p:sp>
          <p:nvSpPr>
            <p:cNvPr id="328" name="object 328"/>
            <p:cNvSpPr/>
            <p:nvPr/>
          </p:nvSpPr>
          <p:spPr>
            <a:xfrm>
              <a:off x="9124188" y="1370075"/>
              <a:ext cx="159638" cy="199262"/>
            </a:xfrm>
            <a:prstGeom prst="rect">
              <a:avLst/>
            </a:prstGeom>
            <a:blipFill>
              <a:blip r:embed="rId27" cstate="print"/>
              <a:stretch>
                <a:fillRect/>
              </a:stretch>
            </a:blipFill>
          </p:spPr>
          <p:txBody>
            <a:bodyPr wrap="square" lIns="0" tIns="0" rIns="0" bIns="0" rtlCol="0"/>
            <a:lstStyle/>
            <a:p>
              <a:endParaRPr/>
            </a:p>
          </p:txBody>
        </p:sp>
      </p:grpSp>
      <p:sp>
        <p:nvSpPr>
          <p:cNvPr id="329" name="object 329"/>
          <p:cNvSpPr txBox="1"/>
          <p:nvPr/>
        </p:nvSpPr>
        <p:spPr>
          <a:xfrm>
            <a:off x="2734817" y="2677794"/>
            <a:ext cx="866775" cy="179070"/>
          </a:xfrm>
          <a:prstGeom prst="rect">
            <a:avLst/>
          </a:prstGeom>
        </p:spPr>
        <p:txBody>
          <a:bodyPr vert="horz" wrap="square" lIns="0" tIns="13335" rIns="0" bIns="0" rtlCol="0">
            <a:spAutoFit/>
          </a:bodyPr>
          <a:lstStyle/>
          <a:p>
            <a:pPr marL="12700">
              <a:lnSpc>
                <a:spcPct val="100000"/>
              </a:lnSpc>
              <a:spcBef>
                <a:spcPts val="105"/>
              </a:spcBef>
            </a:pPr>
            <a:r>
              <a:rPr sz="1000" spc="-114" dirty="0">
                <a:solidFill>
                  <a:srgbClr val="505050"/>
                </a:solidFill>
                <a:latin typeface="Arial Black"/>
                <a:cs typeface="Arial Black"/>
              </a:rPr>
              <a:t>CONDITIONAL</a:t>
            </a:r>
            <a:endParaRPr sz="1000">
              <a:latin typeface="Arial Black"/>
              <a:cs typeface="Arial Black"/>
            </a:endParaRPr>
          </a:p>
        </p:txBody>
      </p:sp>
      <p:sp>
        <p:nvSpPr>
          <p:cNvPr id="330" name="object 330"/>
          <p:cNvSpPr txBox="1"/>
          <p:nvPr/>
        </p:nvSpPr>
        <p:spPr>
          <a:xfrm>
            <a:off x="2974339" y="2842641"/>
            <a:ext cx="461645" cy="177800"/>
          </a:xfrm>
          <a:prstGeom prst="rect">
            <a:avLst/>
          </a:prstGeom>
        </p:spPr>
        <p:txBody>
          <a:bodyPr vert="horz" wrap="square" lIns="0" tIns="12065" rIns="0" bIns="0" rtlCol="0">
            <a:spAutoFit/>
          </a:bodyPr>
          <a:lstStyle/>
          <a:p>
            <a:pPr marL="12700">
              <a:lnSpc>
                <a:spcPct val="100000"/>
              </a:lnSpc>
              <a:spcBef>
                <a:spcPts val="95"/>
              </a:spcBef>
            </a:pPr>
            <a:r>
              <a:rPr sz="1000" spc="-135" dirty="0">
                <a:solidFill>
                  <a:srgbClr val="505050"/>
                </a:solidFill>
                <a:latin typeface="Arial Black"/>
                <a:cs typeface="Arial Black"/>
              </a:rPr>
              <a:t>A</a:t>
            </a:r>
            <a:r>
              <a:rPr sz="1000" spc="-175" dirty="0">
                <a:solidFill>
                  <a:srgbClr val="505050"/>
                </a:solidFill>
                <a:latin typeface="Arial Black"/>
                <a:cs typeface="Arial Black"/>
              </a:rPr>
              <a:t>CC</a:t>
            </a:r>
            <a:r>
              <a:rPr sz="1000" spc="-204" dirty="0">
                <a:solidFill>
                  <a:srgbClr val="505050"/>
                </a:solidFill>
                <a:latin typeface="Arial Black"/>
                <a:cs typeface="Arial Black"/>
              </a:rPr>
              <a:t>ESS</a:t>
            </a:r>
            <a:endParaRPr sz="1000">
              <a:latin typeface="Arial Black"/>
              <a:cs typeface="Arial Black"/>
            </a:endParaRPr>
          </a:p>
        </p:txBody>
      </p:sp>
      <p:grpSp>
        <p:nvGrpSpPr>
          <p:cNvPr id="331" name="object 331"/>
          <p:cNvGrpSpPr/>
          <p:nvPr/>
        </p:nvGrpSpPr>
        <p:grpSpPr>
          <a:xfrm>
            <a:off x="682751" y="1360932"/>
            <a:ext cx="2795270" cy="1783080"/>
            <a:chOff x="682751" y="1360932"/>
            <a:chExt cx="2795270" cy="1783080"/>
          </a:xfrm>
        </p:grpSpPr>
        <p:sp>
          <p:nvSpPr>
            <p:cNvPr id="332" name="object 332"/>
            <p:cNvSpPr/>
            <p:nvPr/>
          </p:nvSpPr>
          <p:spPr>
            <a:xfrm>
              <a:off x="682751" y="1682582"/>
              <a:ext cx="246888" cy="242229"/>
            </a:xfrm>
            <a:prstGeom prst="rect">
              <a:avLst/>
            </a:prstGeom>
            <a:blipFill>
              <a:blip r:embed="rId28" cstate="print"/>
              <a:stretch>
                <a:fillRect/>
              </a:stretch>
            </a:blipFill>
          </p:spPr>
          <p:txBody>
            <a:bodyPr wrap="square" lIns="0" tIns="0" rIns="0" bIns="0" rtlCol="0"/>
            <a:lstStyle/>
            <a:p>
              <a:endParaRPr/>
            </a:p>
          </p:txBody>
        </p:sp>
        <p:sp>
          <p:nvSpPr>
            <p:cNvPr id="333" name="object 333"/>
            <p:cNvSpPr/>
            <p:nvPr/>
          </p:nvSpPr>
          <p:spPr>
            <a:xfrm>
              <a:off x="1322831" y="2595400"/>
              <a:ext cx="246887" cy="243811"/>
            </a:xfrm>
            <a:prstGeom prst="rect">
              <a:avLst/>
            </a:prstGeom>
            <a:blipFill>
              <a:blip r:embed="rId29" cstate="print"/>
              <a:stretch>
                <a:fillRect/>
              </a:stretch>
            </a:blipFill>
          </p:spPr>
          <p:txBody>
            <a:bodyPr wrap="square" lIns="0" tIns="0" rIns="0" bIns="0" rtlCol="0"/>
            <a:lstStyle/>
            <a:p>
              <a:endParaRPr/>
            </a:p>
          </p:txBody>
        </p:sp>
        <p:sp>
          <p:nvSpPr>
            <p:cNvPr id="334" name="object 334"/>
            <p:cNvSpPr/>
            <p:nvPr/>
          </p:nvSpPr>
          <p:spPr>
            <a:xfrm>
              <a:off x="682751" y="2595400"/>
              <a:ext cx="246888" cy="243811"/>
            </a:xfrm>
            <a:prstGeom prst="rect">
              <a:avLst/>
            </a:prstGeom>
            <a:blipFill>
              <a:blip r:embed="rId30" cstate="print"/>
              <a:stretch>
                <a:fillRect/>
              </a:stretch>
            </a:blipFill>
          </p:spPr>
          <p:txBody>
            <a:bodyPr wrap="square" lIns="0" tIns="0" rIns="0" bIns="0" rtlCol="0"/>
            <a:lstStyle/>
            <a:p>
              <a:endParaRPr/>
            </a:p>
          </p:txBody>
        </p:sp>
        <p:sp>
          <p:nvSpPr>
            <p:cNvPr id="335" name="object 335"/>
            <p:cNvSpPr/>
            <p:nvPr/>
          </p:nvSpPr>
          <p:spPr>
            <a:xfrm>
              <a:off x="682751" y="2901782"/>
              <a:ext cx="246888" cy="242229"/>
            </a:xfrm>
            <a:prstGeom prst="rect">
              <a:avLst/>
            </a:prstGeom>
            <a:blipFill>
              <a:blip r:embed="rId31" cstate="print"/>
              <a:stretch>
                <a:fillRect/>
              </a:stretch>
            </a:blipFill>
          </p:spPr>
          <p:txBody>
            <a:bodyPr wrap="square" lIns="0" tIns="0" rIns="0" bIns="0" rtlCol="0"/>
            <a:lstStyle/>
            <a:p>
              <a:endParaRPr/>
            </a:p>
          </p:txBody>
        </p:sp>
        <p:sp>
          <p:nvSpPr>
            <p:cNvPr id="336" name="object 336"/>
            <p:cNvSpPr/>
            <p:nvPr/>
          </p:nvSpPr>
          <p:spPr>
            <a:xfrm>
              <a:off x="998219" y="2901782"/>
              <a:ext cx="246887" cy="242229"/>
            </a:xfrm>
            <a:prstGeom prst="rect">
              <a:avLst/>
            </a:prstGeom>
            <a:blipFill>
              <a:blip r:embed="rId32" cstate="print"/>
              <a:stretch>
                <a:fillRect/>
              </a:stretch>
            </a:blipFill>
          </p:spPr>
          <p:txBody>
            <a:bodyPr wrap="square" lIns="0" tIns="0" rIns="0" bIns="0" rtlCol="0"/>
            <a:lstStyle/>
            <a:p>
              <a:endParaRPr/>
            </a:p>
          </p:txBody>
        </p:sp>
        <p:sp>
          <p:nvSpPr>
            <p:cNvPr id="337" name="object 337"/>
            <p:cNvSpPr/>
            <p:nvPr/>
          </p:nvSpPr>
          <p:spPr>
            <a:xfrm>
              <a:off x="3066287" y="1360932"/>
              <a:ext cx="411479" cy="411479"/>
            </a:xfrm>
            <a:prstGeom prst="rect">
              <a:avLst/>
            </a:prstGeom>
            <a:blipFill>
              <a:blip r:embed="rId33" cstate="print"/>
              <a:stretch>
                <a:fillRect/>
              </a:stretch>
            </a:blipFill>
          </p:spPr>
          <p:txBody>
            <a:bodyPr wrap="square" lIns="0" tIns="0" rIns="0" bIns="0" rtlCol="0"/>
            <a:lstStyle/>
            <a:p>
              <a:endParaRPr/>
            </a:p>
          </p:txBody>
        </p:sp>
      </p:grpSp>
      <p:sp>
        <p:nvSpPr>
          <p:cNvPr id="338" name="object 338"/>
          <p:cNvSpPr txBox="1"/>
          <p:nvPr/>
        </p:nvSpPr>
        <p:spPr>
          <a:xfrm>
            <a:off x="6976618" y="2563113"/>
            <a:ext cx="476250" cy="193675"/>
          </a:xfrm>
          <a:prstGeom prst="rect">
            <a:avLst/>
          </a:prstGeom>
        </p:spPr>
        <p:txBody>
          <a:bodyPr vert="horz" wrap="square" lIns="0" tIns="13335" rIns="0" bIns="0" rtlCol="0">
            <a:spAutoFit/>
          </a:bodyPr>
          <a:lstStyle/>
          <a:p>
            <a:pPr marL="12700">
              <a:lnSpc>
                <a:spcPct val="100000"/>
              </a:lnSpc>
              <a:spcBef>
                <a:spcPts val="105"/>
              </a:spcBef>
            </a:pPr>
            <a:r>
              <a:rPr sz="1100" spc="-160" dirty="0">
                <a:solidFill>
                  <a:srgbClr val="505050"/>
                </a:solidFill>
                <a:latin typeface="Arial Black"/>
                <a:cs typeface="Arial Black"/>
              </a:rPr>
              <a:t>Classify</a:t>
            </a:r>
            <a:endParaRPr sz="1100">
              <a:latin typeface="Arial Black"/>
              <a:cs typeface="Arial Black"/>
            </a:endParaRPr>
          </a:p>
        </p:txBody>
      </p:sp>
      <p:sp>
        <p:nvSpPr>
          <p:cNvPr id="339" name="object 339"/>
          <p:cNvSpPr txBox="1"/>
          <p:nvPr/>
        </p:nvSpPr>
        <p:spPr>
          <a:xfrm>
            <a:off x="8093202" y="4211827"/>
            <a:ext cx="346075" cy="193675"/>
          </a:xfrm>
          <a:prstGeom prst="rect">
            <a:avLst/>
          </a:prstGeom>
        </p:spPr>
        <p:txBody>
          <a:bodyPr vert="horz" wrap="square" lIns="0" tIns="12700" rIns="0" bIns="0" rtlCol="0">
            <a:spAutoFit/>
          </a:bodyPr>
          <a:lstStyle/>
          <a:p>
            <a:pPr marL="12700">
              <a:lnSpc>
                <a:spcPct val="100000"/>
              </a:lnSpc>
              <a:spcBef>
                <a:spcPts val="100"/>
              </a:spcBef>
            </a:pPr>
            <a:r>
              <a:rPr sz="1100" spc="-235" dirty="0">
                <a:solidFill>
                  <a:srgbClr val="505050"/>
                </a:solidFill>
                <a:latin typeface="Arial Black"/>
                <a:cs typeface="Arial Black"/>
              </a:rPr>
              <a:t>L</a:t>
            </a:r>
            <a:r>
              <a:rPr sz="1100" spc="-185" dirty="0">
                <a:solidFill>
                  <a:srgbClr val="505050"/>
                </a:solidFill>
                <a:latin typeface="Arial Black"/>
                <a:cs typeface="Arial Black"/>
              </a:rPr>
              <a:t>a</a:t>
            </a:r>
            <a:r>
              <a:rPr sz="1100" spc="-100" dirty="0">
                <a:solidFill>
                  <a:srgbClr val="505050"/>
                </a:solidFill>
                <a:latin typeface="Arial Black"/>
                <a:cs typeface="Arial Black"/>
              </a:rPr>
              <a:t>b</a:t>
            </a:r>
            <a:r>
              <a:rPr sz="1100" spc="-175" dirty="0">
                <a:solidFill>
                  <a:srgbClr val="505050"/>
                </a:solidFill>
                <a:latin typeface="Arial Black"/>
                <a:cs typeface="Arial Black"/>
              </a:rPr>
              <a:t>e</a:t>
            </a:r>
            <a:r>
              <a:rPr sz="1100" spc="-100" dirty="0">
                <a:solidFill>
                  <a:srgbClr val="505050"/>
                </a:solidFill>
                <a:latin typeface="Arial Black"/>
                <a:cs typeface="Arial Black"/>
              </a:rPr>
              <a:t>l</a:t>
            </a:r>
            <a:endParaRPr sz="1100">
              <a:latin typeface="Arial Black"/>
              <a:cs typeface="Arial Black"/>
            </a:endParaRPr>
          </a:p>
        </p:txBody>
      </p:sp>
      <p:sp>
        <p:nvSpPr>
          <p:cNvPr id="340" name="object 340"/>
          <p:cNvSpPr txBox="1"/>
          <p:nvPr/>
        </p:nvSpPr>
        <p:spPr>
          <a:xfrm>
            <a:off x="6084189" y="4211827"/>
            <a:ext cx="346075" cy="193675"/>
          </a:xfrm>
          <a:prstGeom prst="rect">
            <a:avLst/>
          </a:prstGeom>
        </p:spPr>
        <p:txBody>
          <a:bodyPr vert="horz" wrap="square" lIns="0" tIns="12700" rIns="0" bIns="0" rtlCol="0">
            <a:spAutoFit/>
          </a:bodyPr>
          <a:lstStyle/>
          <a:p>
            <a:pPr marL="12700">
              <a:lnSpc>
                <a:spcPct val="100000"/>
              </a:lnSpc>
              <a:spcBef>
                <a:spcPts val="100"/>
              </a:spcBef>
            </a:pPr>
            <a:r>
              <a:rPr sz="1100" spc="-175" dirty="0">
                <a:solidFill>
                  <a:srgbClr val="505050"/>
                </a:solidFill>
                <a:latin typeface="Arial Black"/>
                <a:cs typeface="Arial Black"/>
              </a:rPr>
              <a:t>A</a:t>
            </a:r>
            <a:r>
              <a:rPr sz="1100" spc="-140" dirty="0">
                <a:solidFill>
                  <a:srgbClr val="505050"/>
                </a:solidFill>
                <a:latin typeface="Arial Black"/>
                <a:cs typeface="Arial Black"/>
              </a:rPr>
              <a:t>u</a:t>
            </a:r>
            <a:r>
              <a:rPr sz="1100" spc="-114" dirty="0">
                <a:solidFill>
                  <a:srgbClr val="505050"/>
                </a:solidFill>
                <a:latin typeface="Arial Black"/>
                <a:cs typeface="Arial Black"/>
              </a:rPr>
              <a:t>d</a:t>
            </a:r>
            <a:r>
              <a:rPr sz="1100" spc="-130" dirty="0">
                <a:solidFill>
                  <a:srgbClr val="505050"/>
                </a:solidFill>
                <a:latin typeface="Arial Black"/>
                <a:cs typeface="Arial Black"/>
              </a:rPr>
              <a:t>i</a:t>
            </a:r>
            <a:r>
              <a:rPr sz="1100" spc="-114" dirty="0">
                <a:solidFill>
                  <a:srgbClr val="505050"/>
                </a:solidFill>
                <a:latin typeface="Arial Black"/>
                <a:cs typeface="Arial Black"/>
              </a:rPr>
              <a:t>t</a:t>
            </a:r>
            <a:endParaRPr sz="1100">
              <a:latin typeface="Arial Black"/>
              <a:cs typeface="Arial Black"/>
            </a:endParaRPr>
          </a:p>
        </p:txBody>
      </p:sp>
      <p:sp>
        <p:nvSpPr>
          <p:cNvPr id="341" name="object 341"/>
          <p:cNvSpPr txBox="1"/>
          <p:nvPr/>
        </p:nvSpPr>
        <p:spPr>
          <a:xfrm>
            <a:off x="7008368" y="4932934"/>
            <a:ext cx="457200" cy="193675"/>
          </a:xfrm>
          <a:prstGeom prst="rect">
            <a:avLst/>
          </a:prstGeom>
        </p:spPr>
        <p:txBody>
          <a:bodyPr vert="horz" wrap="square" lIns="0" tIns="12700" rIns="0" bIns="0" rtlCol="0">
            <a:spAutoFit/>
          </a:bodyPr>
          <a:lstStyle/>
          <a:p>
            <a:pPr marL="12700">
              <a:lnSpc>
                <a:spcPct val="100000"/>
              </a:lnSpc>
              <a:spcBef>
                <a:spcPts val="100"/>
              </a:spcBef>
            </a:pPr>
            <a:r>
              <a:rPr sz="1100" spc="-200" dirty="0">
                <a:solidFill>
                  <a:srgbClr val="505050"/>
                </a:solidFill>
                <a:latin typeface="Arial Black"/>
                <a:cs typeface="Arial Black"/>
              </a:rPr>
              <a:t>P</a:t>
            </a:r>
            <a:r>
              <a:rPr sz="1100" spc="-120" dirty="0">
                <a:solidFill>
                  <a:srgbClr val="505050"/>
                </a:solidFill>
                <a:latin typeface="Arial Black"/>
                <a:cs typeface="Arial Black"/>
              </a:rPr>
              <a:t>rot</a:t>
            </a:r>
            <a:r>
              <a:rPr sz="1100" spc="-175" dirty="0">
                <a:solidFill>
                  <a:srgbClr val="505050"/>
                </a:solidFill>
                <a:latin typeface="Arial Black"/>
                <a:cs typeface="Arial Black"/>
              </a:rPr>
              <a:t>e</a:t>
            </a:r>
            <a:r>
              <a:rPr sz="1100" spc="-245" dirty="0">
                <a:solidFill>
                  <a:srgbClr val="505050"/>
                </a:solidFill>
                <a:latin typeface="Arial Black"/>
                <a:cs typeface="Arial Black"/>
              </a:rPr>
              <a:t>c</a:t>
            </a:r>
            <a:r>
              <a:rPr sz="1100" spc="-114" dirty="0">
                <a:solidFill>
                  <a:srgbClr val="505050"/>
                </a:solidFill>
                <a:latin typeface="Arial Black"/>
                <a:cs typeface="Arial Black"/>
              </a:rPr>
              <a:t>t</a:t>
            </a:r>
            <a:endParaRPr sz="1100">
              <a:latin typeface="Arial Black"/>
              <a:cs typeface="Arial Black"/>
            </a:endParaRPr>
          </a:p>
        </p:txBody>
      </p:sp>
      <p:grpSp>
        <p:nvGrpSpPr>
          <p:cNvPr id="342" name="object 342"/>
          <p:cNvGrpSpPr/>
          <p:nvPr/>
        </p:nvGrpSpPr>
        <p:grpSpPr>
          <a:xfrm>
            <a:off x="5001767" y="3607308"/>
            <a:ext cx="708660" cy="798830"/>
            <a:chOff x="5001767" y="3607308"/>
            <a:chExt cx="708660" cy="798830"/>
          </a:xfrm>
        </p:grpSpPr>
        <p:sp>
          <p:nvSpPr>
            <p:cNvPr id="343" name="object 343"/>
            <p:cNvSpPr/>
            <p:nvPr/>
          </p:nvSpPr>
          <p:spPr>
            <a:xfrm>
              <a:off x="5109971" y="3823716"/>
              <a:ext cx="496570" cy="573405"/>
            </a:xfrm>
            <a:custGeom>
              <a:avLst/>
              <a:gdLst/>
              <a:ahLst/>
              <a:cxnLst/>
              <a:rect l="l" t="t" r="r" b="b"/>
              <a:pathLst>
                <a:path w="496570" h="573404">
                  <a:moveTo>
                    <a:pt x="415925" y="0"/>
                  </a:moveTo>
                  <a:lnTo>
                    <a:pt x="0" y="0"/>
                  </a:lnTo>
                  <a:lnTo>
                    <a:pt x="0" y="573023"/>
                  </a:lnTo>
                  <a:lnTo>
                    <a:pt x="496569" y="453262"/>
                  </a:lnTo>
                  <a:lnTo>
                    <a:pt x="496569" y="122300"/>
                  </a:lnTo>
                  <a:lnTo>
                    <a:pt x="444245" y="52196"/>
                  </a:lnTo>
                  <a:lnTo>
                    <a:pt x="415925" y="0"/>
                  </a:lnTo>
                  <a:close/>
                </a:path>
              </a:pathLst>
            </a:custGeom>
            <a:solidFill>
              <a:srgbClr val="FFFFFF"/>
            </a:solidFill>
          </p:spPr>
          <p:txBody>
            <a:bodyPr wrap="square" lIns="0" tIns="0" rIns="0" bIns="0" rtlCol="0"/>
            <a:lstStyle/>
            <a:p>
              <a:endParaRPr/>
            </a:p>
          </p:txBody>
        </p:sp>
        <p:sp>
          <p:nvSpPr>
            <p:cNvPr id="344" name="object 344"/>
            <p:cNvSpPr/>
            <p:nvPr/>
          </p:nvSpPr>
          <p:spPr>
            <a:xfrm>
              <a:off x="5065776" y="3779519"/>
              <a:ext cx="580390" cy="626745"/>
            </a:xfrm>
            <a:custGeom>
              <a:avLst/>
              <a:gdLst/>
              <a:ahLst/>
              <a:cxnLst/>
              <a:rect l="l" t="t" r="r" b="b"/>
              <a:pathLst>
                <a:path w="580389" h="626745">
                  <a:moveTo>
                    <a:pt x="506857" y="53467"/>
                  </a:moveTo>
                  <a:lnTo>
                    <a:pt x="460248" y="1397"/>
                  </a:lnTo>
                  <a:lnTo>
                    <a:pt x="456946" y="0"/>
                  </a:lnTo>
                  <a:lnTo>
                    <a:pt x="86868" y="127"/>
                  </a:lnTo>
                  <a:lnTo>
                    <a:pt x="40894" y="12192"/>
                  </a:lnTo>
                  <a:lnTo>
                    <a:pt x="19685" y="31877"/>
                  </a:lnTo>
                  <a:lnTo>
                    <a:pt x="5334" y="59309"/>
                  </a:lnTo>
                  <a:lnTo>
                    <a:pt x="127" y="92964"/>
                  </a:lnTo>
                  <a:lnTo>
                    <a:pt x="381" y="248920"/>
                  </a:lnTo>
                  <a:lnTo>
                    <a:pt x="254" y="589788"/>
                  </a:lnTo>
                  <a:lnTo>
                    <a:pt x="0" y="594360"/>
                  </a:lnTo>
                  <a:lnTo>
                    <a:pt x="508" y="598678"/>
                  </a:lnTo>
                  <a:lnTo>
                    <a:pt x="8128" y="626364"/>
                  </a:lnTo>
                  <a:lnTo>
                    <a:pt x="56769" y="614553"/>
                  </a:lnTo>
                  <a:lnTo>
                    <a:pt x="49657" y="602869"/>
                  </a:lnTo>
                  <a:lnTo>
                    <a:pt x="46863" y="584708"/>
                  </a:lnTo>
                  <a:lnTo>
                    <a:pt x="46863" y="97536"/>
                  </a:lnTo>
                  <a:lnTo>
                    <a:pt x="57658" y="63627"/>
                  </a:lnTo>
                  <a:lnTo>
                    <a:pt x="506857" y="53467"/>
                  </a:lnTo>
                  <a:close/>
                </a:path>
                <a:path w="580389" h="626745">
                  <a:moveTo>
                    <a:pt x="580263" y="165481"/>
                  </a:moveTo>
                  <a:lnTo>
                    <a:pt x="532003" y="165481"/>
                  </a:lnTo>
                  <a:lnTo>
                    <a:pt x="533781" y="167513"/>
                  </a:lnTo>
                  <a:lnTo>
                    <a:pt x="533654" y="499618"/>
                  </a:lnTo>
                  <a:lnTo>
                    <a:pt x="580136" y="488442"/>
                  </a:lnTo>
                  <a:lnTo>
                    <a:pt x="580263" y="165481"/>
                  </a:lnTo>
                  <a:close/>
                </a:path>
              </a:pathLst>
            </a:custGeom>
            <a:solidFill>
              <a:srgbClr val="505050"/>
            </a:solidFill>
          </p:spPr>
          <p:txBody>
            <a:bodyPr wrap="square" lIns="0" tIns="0" rIns="0" bIns="0" rtlCol="0"/>
            <a:lstStyle/>
            <a:p>
              <a:endParaRPr/>
            </a:p>
          </p:txBody>
        </p:sp>
        <p:sp>
          <p:nvSpPr>
            <p:cNvPr id="345" name="object 345"/>
            <p:cNvSpPr/>
            <p:nvPr/>
          </p:nvSpPr>
          <p:spPr>
            <a:xfrm>
              <a:off x="5501131" y="3832987"/>
              <a:ext cx="144906" cy="112394"/>
            </a:xfrm>
            <a:prstGeom prst="rect">
              <a:avLst/>
            </a:prstGeom>
            <a:blipFill>
              <a:blip r:embed="rId34" cstate="print"/>
              <a:stretch>
                <a:fillRect/>
              </a:stretch>
            </a:blipFill>
          </p:spPr>
          <p:txBody>
            <a:bodyPr wrap="square" lIns="0" tIns="0" rIns="0" bIns="0" rtlCol="0"/>
            <a:lstStyle/>
            <a:p>
              <a:endParaRPr/>
            </a:p>
          </p:txBody>
        </p:sp>
        <p:sp>
          <p:nvSpPr>
            <p:cNvPr id="346" name="object 346"/>
            <p:cNvSpPr/>
            <p:nvPr/>
          </p:nvSpPr>
          <p:spPr>
            <a:xfrm>
              <a:off x="5211317" y="4043934"/>
              <a:ext cx="299085" cy="184785"/>
            </a:xfrm>
            <a:custGeom>
              <a:avLst/>
              <a:gdLst/>
              <a:ahLst/>
              <a:cxnLst/>
              <a:rect l="l" t="t" r="r" b="b"/>
              <a:pathLst>
                <a:path w="299085" h="184785">
                  <a:moveTo>
                    <a:pt x="0" y="0"/>
                  </a:moveTo>
                  <a:lnTo>
                    <a:pt x="298577" y="0"/>
                  </a:lnTo>
                </a:path>
                <a:path w="299085" h="184785">
                  <a:moveTo>
                    <a:pt x="0" y="92964"/>
                  </a:moveTo>
                  <a:lnTo>
                    <a:pt x="298577" y="92964"/>
                  </a:lnTo>
                </a:path>
                <a:path w="299085" h="184785">
                  <a:moveTo>
                    <a:pt x="0" y="184404"/>
                  </a:moveTo>
                  <a:lnTo>
                    <a:pt x="298577" y="184404"/>
                  </a:lnTo>
                </a:path>
              </a:pathLst>
            </a:custGeom>
            <a:ln w="38100">
              <a:solidFill>
                <a:srgbClr val="000000"/>
              </a:solidFill>
            </a:ln>
          </p:spPr>
          <p:txBody>
            <a:bodyPr wrap="square" lIns="0" tIns="0" rIns="0" bIns="0" rtlCol="0"/>
            <a:lstStyle/>
            <a:p>
              <a:endParaRPr/>
            </a:p>
          </p:txBody>
        </p:sp>
        <p:sp>
          <p:nvSpPr>
            <p:cNvPr id="347" name="object 347"/>
            <p:cNvSpPr/>
            <p:nvPr/>
          </p:nvSpPr>
          <p:spPr>
            <a:xfrm>
              <a:off x="5175503" y="3747516"/>
              <a:ext cx="496570" cy="601980"/>
            </a:xfrm>
            <a:custGeom>
              <a:avLst/>
              <a:gdLst/>
              <a:ahLst/>
              <a:cxnLst/>
              <a:rect l="l" t="t" r="r" b="b"/>
              <a:pathLst>
                <a:path w="496570" h="601979">
                  <a:moveTo>
                    <a:pt x="415925" y="0"/>
                  </a:moveTo>
                  <a:lnTo>
                    <a:pt x="0" y="0"/>
                  </a:lnTo>
                  <a:lnTo>
                    <a:pt x="0" y="601725"/>
                  </a:lnTo>
                  <a:lnTo>
                    <a:pt x="136398" y="601725"/>
                  </a:lnTo>
                  <a:lnTo>
                    <a:pt x="496570" y="514730"/>
                  </a:lnTo>
                  <a:lnTo>
                    <a:pt x="496570" y="122554"/>
                  </a:lnTo>
                  <a:lnTo>
                    <a:pt x="444246" y="52323"/>
                  </a:lnTo>
                  <a:lnTo>
                    <a:pt x="415925" y="0"/>
                  </a:lnTo>
                  <a:close/>
                </a:path>
              </a:pathLst>
            </a:custGeom>
            <a:solidFill>
              <a:srgbClr val="FFFFFF"/>
            </a:solidFill>
          </p:spPr>
          <p:txBody>
            <a:bodyPr wrap="square" lIns="0" tIns="0" rIns="0" bIns="0" rtlCol="0"/>
            <a:lstStyle/>
            <a:p>
              <a:endParaRPr/>
            </a:p>
          </p:txBody>
        </p:sp>
        <p:sp>
          <p:nvSpPr>
            <p:cNvPr id="348" name="object 348"/>
            <p:cNvSpPr/>
            <p:nvPr/>
          </p:nvSpPr>
          <p:spPr>
            <a:xfrm>
              <a:off x="5129784" y="3703319"/>
              <a:ext cx="580390" cy="675005"/>
            </a:xfrm>
            <a:custGeom>
              <a:avLst/>
              <a:gdLst/>
              <a:ahLst/>
              <a:cxnLst/>
              <a:rect l="l" t="t" r="r" b="b"/>
              <a:pathLst>
                <a:path w="580389" h="675004">
                  <a:moveTo>
                    <a:pt x="506857" y="53467"/>
                  </a:moveTo>
                  <a:lnTo>
                    <a:pt x="460248" y="1397"/>
                  </a:lnTo>
                  <a:lnTo>
                    <a:pt x="456946" y="0"/>
                  </a:lnTo>
                  <a:lnTo>
                    <a:pt x="86868" y="127"/>
                  </a:lnTo>
                  <a:lnTo>
                    <a:pt x="40894" y="12192"/>
                  </a:lnTo>
                  <a:lnTo>
                    <a:pt x="19812" y="31877"/>
                  </a:lnTo>
                  <a:lnTo>
                    <a:pt x="5334" y="59309"/>
                  </a:lnTo>
                  <a:lnTo>
                    <a:pt x="127" y="92964"/>
                  </a:lnTo>
                  <a:lnTo>
                    <a:pt x="381" y="248920"/>
                  </a:lnTo>
                  <a:lnTo>
                    <a:pt x="254" y="589915"/>
                  </a:lnTo>
                  <a:lnTo>
                    <a:pt x="9525" y="631698"/>
                  </a:lnTo>
                  <a:lnTo>
                    <a:pt x="52197" y="673735"/>
                  </a:lnTo>
                  <a:lnTo>
                    <a:pt x="57531" y="674751"/>
                  </a:lnTo>
                  <a:lnTo>
                    <a:pt x="257683" y="626491"/>
                  </a:lnTo>
                  <a:lnTo>
                    <a:pt x="259334" y="626110"/>
                  </a:lnTo>
                  <a:lnTo>
                    <a:pt x="83947" y="626491"/>
                  </a:lnTo>
                  <a:lnTo>
                    <a:pt x="49657" y="602996"/>
                  </a:lnTo>
                  <a:lnTo>
                    <a:pt x="46863" y="584835"/>
                  </a:lnTo>
                  <a:lnTo>
                    <a:pt x="46863" y="97536"/>
                  </a:lnTo>
                  <a:lnTo>
                    <a:pt x="57658" y="63627"/>
                  </a:lnTo>
                  <a:lnTo>
                    <a:pt x="506857" y="53467"/>
                  </a:lnTo>
                  <a:close/>
                </a:path>
                <a:path w="580389" h="675004">
                  <a:moveTo>
                    <a:pt x="580263" y="165481"/>
                  </a:moveTo>
                  <a:lnTo>
                    <a:pt x="532003" y="165481"/>
                  </a:lnTo>
                  <a:lnTo>
                    <a:pt x="533781" y="167513"/>
                  </a:lnTo>
                  <a:lnTo>
                    <a:pt x="533654" y="559943"/>
                  </a:lnTo>
                  <a:lnTo>
                    <a:pt x="580263" y="548767"/>
                  </a:lnTo>
                  <a:lnTo>
                    <a:pt x="580263" y="165481"/>
                  </a:lnTo>
                  <a:close/>
                </a:path>
              </a:pathLst>
            </a:custGeom>
            <a:solidFill>
              <a:srgbClr val="505050"/>
            </a:solidFill>
          </p:spPr>
          <p:txBody>
            <a:bodyPr wrap="square" lIns="0" tIns="0" rIns="0" bIns="0" rtlCol="0"/>
            <a:lstStyle/>
            <a:p>
              <a:endParaRPr/>
            </a:p>
          </p:txBody>
        </p:sp>
        <p:sp>
          <p:nvSpPr>
            <p:cNvPr id="349" name="object 349"/>
            <p:cNvSpPr/>
            <p:nvPr/>
          </p:nvSpPr>
          <p:spPr>
            <a:xfrm>
              <a:off x="5565139" y="3756787"/>
              <a:ext cx="144907" cy="112394"/>
            </a:xfrm>
            <a:prstGeom prst="rect">
              <a:avLst/>
            </a:prstGeom>
            <a:blipFill>
              <a:blip r:embed="rId35" cstate="print"/>
              <a:stretch>
                <a:fillRect/>
              </a:stretch>
            </a:blipFill>
          </p:spPr>
          <p:txBody>
            <a:bodyPr wrap="square" lIns="0" tIns="0" rIns="0" bIns="0" rtlCol="0"/>
            <a:lstStyle/>
            <a:p>
              <a:endParaRPr/>
            </a:p>
          </p:txBody>
        </p:sp>
        <p:sp>
          <p:nvSpPr>
            <p:cNvPr id="350" name="object 350"/>
            <p:cNvSpPr/>
            <p:nvPr/>
          </p:nvSpPr>
          <p:spPr>
            <a:xfrm>
              <a:off x="5275325" y="3967734"/>
              <a:ext cx="300355" cy="186055"/>
            </a:xfrm>
            <a:custGeom>
              <a:avLst/>
              <a:gdLst/>
              <a:ahLst/>
              <a:cxnLst/>
              <a:rect l="l" t="t" r="r" b="b"/>
              <a:pathLst>
                <a:path w="300354" h="186054">
                  <a:moveTo>
                    <a:pt x="0" y="0"/>
                  </a:moveTo>
                  <a:lnTo>
                    <a:pt x="300100" y="0"/>
                  </a:lnTo>
                </a:path>
                <a:path w="300354" h="186054">
                  <a:moveTo>
                    <a:pt x="0" y="92964"/>
                  </a:moveTo>
                  <a:lnTo>
                    <a:pt x="300100" y="92964"/>
                  </a:lnTo>
                </a:path>
                <a:path w="300354" h="186054">
                  <a:moveTo>
                    <a:pt x="0" y="185928"/>
                  </a:moveTo>
                  <a:lnTo>
                    <a:pt x="300100" y="185928"/>
                  </a:lnTo>
                </a:path>
              </a:pathLst>
            </a:custGeom>
            <a:ln w="38100">
              <a:solidFill>
                <a:srgbClr val="505050"/>
              </a:solidFill>
            </a:ln>
          </p:spPr>
          <p:txBody>
            <a:bodyPr wrap="square" lIns="0" tIns="0" rIns="0" bIns="0" rtlCol="0"/>
            <a:lstStyle/>
            <a:p>
              <a:endParaRPr/>
            </a:p>
          </p:txBody>
        </p:sp>
        <p:sp>
          <p:nvSpPr>
            <p:cNvPr id="351" name="object 351"/>
            <p:cNvSpPr/>
            <p:nvPr/>
          </p:nvSpPr>
          <p:spPr>
            <a:xfrm>
              <a:off x="5001767" y="3607308"/>
              <a:ext cx="271145" cy="271145"/>
            </a:xfrm>
            <a:custGeom>
              <a:avLst/>
              <a:gdLst/>
              <a:ahLst/>
              <a:cxnLst/>
              <a:rect l="l" t="t" r="r" b="b"/>
              <a:pathLst>
                <a:path w="271145" h="271145">
                  <a:moveTo>
                    <a:pt x="135509" y="0"/>
                  </a:moveTo>
                  <a:lnTo>
                    <a:pt x="67183" y="18542"/>
                  </a:lnTo>
                  <a:lnTo>
                    <a:pt x="18542" y="67183"/>
                  </a:lnTo>
                  <a:lnTo>
                    <a:pt x="0" y="135509"/>
                  </a:lnTo>
                  <a:lnTo>
                    <a:pt x="4826" y="171577"/>
                  </a:lnTo>
                  <a:lnTo>
                    <a:pt x="39751" y="231394"/>
                  </a:lnTo>
                  <a:lnTo>
                    <a:pt x="99441" y="266192"/>
                  </a:lnTo>
                  <a:lnTo>
                    <a:pt x="135509" y="271145"/>
                  </a:lnTo>
                  <a:lnTo>
                    <a:pt x="171577" y="266192"/>
                  </a:lnTo>
                  <a:lnTo>
                    <a:pt x="231394" y="231394"/>
                  </a:lnTo>
                  <a:lnTo>
                    <a:pt x="266192" y="171577"/>
                  </a:lnTo>
                  <a:lnTo>
                    <a:pt x="271018" y="135509"/>
                  </a:lnTo>
                  <a:lnTo>
                    <a:pt x="266192" y="99568"/>
                  </a:lnTo>
                  <a:lnTo>
                    <a:pt x="231394" y="39751"/>
                  </a:lnTo>
                  <a:lnTo>
                    <a:pt x="171577" y="4826"/>
                  </a:lnTo>
                  <a:lnTo>
                    <a:pt x="135509" y="0"/>
                  </a:lnTo>
                  <a:close/>
                </a:path>
              </a:pathLst>
            </a:custGeom>
            <a:solidFill>
              <a:srgbClr val="1BAE92"/>
            </a:solidFill>
          </p:spPr>
          <p:txBody>
            <a:bodyPr wrap="square" lIns="0" tIns="0" rIns="0" bIns="0" rtlCol="0"/>
            <a:lstStyle/>
            <a:p>
              <a:endParaRPr/>
            </a:p>
          </p:txBody>
        </p:sp>
        <p:sp>
          <p:nvSpPr>
            <p:cNvPr id="352" name="object 352"/>
            <p:cNvSpPr/>
            <p:nvPr/>
          </p:nvSpPr>
          <p:spPr>
            <a:xfrm>
              <a:off x="5071109" y="3676650"/>
              <a:ext cx="121920" cy="128270"/>
            </a:xfrm>
            <a:custGeom>
              <a:avLst/>
              <a:gdLst/>
              <a:ahLst/>
              <a:cxnLst/>
              <a:rect l="l" t="t" r="r" b="b"/>
              <a:pathLst>
                <a:path w="121920" h="128270">
                  <a:moveTo>
                    <a:pt x="0" y="67310"/>
                  </a:moveTo>
                  <a:lnTo>
                    <a:pt x="44830" y="128016"/>
                  </a:lnTo>
                  <a:lnTo>
                    <a:pt x="121665" y="0"/>
                  </a:lnTo>
                </a:path>
              </a:pathLst>
            </a:custGeom>
            <a:ln w="25908">
              <a:solidFill>
                <a:srgbClr val="FFFFFF"/>
              </a:solidFill>
            </a:ln>
          </p:spPr>
          <p:txBody>
            <a:bodyPr wrap="square" lIns="0" tIns="0" rIns="0" bIns="0" rtlCol="0"/>
            <a:lstStyle/>
            <a:p>
              <a:endParaRPr/>
            </a:p>
          </p:txBody>
        </p:sp>
      </p:grpSp>
      <p:sp>
        <p:nvSpPr>
          <p:cNvPr id="353" name="object 353"/>
          <p:cNvSpPr/>
          <p:nvPr/>
        </p:nvSpPr>
        <p:spPr>
          <a:xfrm>
            <a:off x="6178296" y="2840735"/>
            <a:ext cx="2185416" cy="2066544"/>
          </a:xfrm>
          <a:prstGeom prst="rect">
            <a:avLst/>
          </a:prstGeom>
          <a:blipFill>
            <a:blip r:embed="rId36" cstate="print"/>
            <a:stretch>
              <a:fillRect/>
            </a:stretch>
          </a:blipFill>
        </p:spPr>
        <p:txBody>
          <a:bodyPr wrap="square" lIns="0" tIns="0" rIns="0" bIns="0" rtlCol="0"/>
          <a:lstStyle/>
          <a:p>
            <a:endParaRPr/>
          </a:p>
        </p:txBody>
      </p:sp>
      <p:sp>
        <p:nvSpPr>
          <p:cNvPr id="354" name="object 354"/>
          <p:cNvSpPr txBox="1"/>
          <p:nvPr/>
        </p:nvSpPr>
        <p:spPr>
          <a:xfrm>
            <a:off x="7056881" y="4625085"/>
            <a:ext cx="55244" cy="133350"/>
          </a:xfrm>
          <a:prstGeom prst="rect">
            <a:avLst/>
          </a:prstGeom>
        </p:spPr>
        <p:txBody>
          <a:bodyPr vert="horz" wrap="square" lIns="0" tIns="13335" rIns="0" bIns="0" rtlCol="0">
            <a:spAutoFit/>
          </a:bodyPr>
          <a:lstStyle/>
          <a:p>
            <a:pPr marL="12700">
              <a:lnSpc>
                <a:spcPct val="100000"/>
              </a:lnSpc>
              <a:spcBef>
                <a:spcPts val="105"/>
              </a:spcBef>
            </a:pPr>
            <a:r>
              <a:rPr sz="700" b="1" spc="-5" dirty="0">
                <a:solidFill>
                  <a:srgbClr val="FFFFFF"/>
                </a:solidFill>
                <a:latin typeface="Arial"/>
                <a:cs typeface="Arial"/>
              </a:rPr>
              <a:t>!</a:t>
            </a:r>
            <a:endParaRPr sz="700">
              <a:latin typeface="Arial"/>
              <a:cs typeface="Arial"/>
            </a:endParaRPr>
          </a:p>
        </p:txBody>
      </p:sp>
      <p:sp>
        <p:nvSpPr>
          <p:cNvPr id="355" name="object 355"/>
          <p:cNvSpPr txBox="1"/>
          <p:nvPr/>
        </p:nvSpPr>
        <p:spPr>
          <a:xfrm>
            <a:off x="6999223" y="4318761"/>
            <a:ext cx="55244" cy="133350"/>
          </a:xfrm>
          <a:prstGeom prst="rect">
            <a:avLst/>
          </a:prstGeom>
        </p:spPr>
        <p:txBody>
          <a:bodyPr vert="horz" wrap="square" lIns="0" tIns="13335" rIns="0" bIns="0" rtlCol="0">
            <a:spAutoFit/>
          </a:bodyPr>
          <a:lstStyle/>
          <a:p>
            <a:pPr marL="12700">
              <a:lnSpc>
                <a:spcPct val="100000"/>
              </a:lnSpc>
              <a:spcBef>
                <a:spcPts val="105"/>
              </a:spcBef>
            </a:pPr>
            <a:r>
              <a:rPr sz="700" b="1" spc="-5" dirty="0">
                <a:solidFill>
                  <a:srgbClr val="FFFFFF"/>
                </a:solidFill>
                <a:latin typeface="Arial"/>
                <a:cs typeface="Arial"/>
              </a:rPr>
              <a:t>!</a:t>
            </a:r>
            <a:endParaRPr sz="700">
              <a:latin typeface="Arial"/>
              <a:cs typeface="Arial"/>
            </a:endParaRPr>
          </a:p>
        </p:txBody>
      </p:sp>
      <p:sp>
        <p:nvSpPr>
          <p:cNvPr id="356" name="object 356"/>
          <p:cNvSpPr txBox="1"/>
          <p:nvPr/>
        </p:nvSpPr>
        <p:spPr>
          <a:xfrm>
            <a:off x="3210560" y="3204717"/>
            <a:ext cx="490220" cy="177800"/>
          </a:xfrm>
          <a:prstGeom prst="rect">
            <a:avLst/>
          </a:prstGeom>
        </p:spPr>
        <p:txBody>
          <a:bodyPr vert="horz" wrap="square" lIns="0" tIns="12065" rIns="0" bIns="0" rtlCol="0">
            <a:spAutoFit/>
          </a:bodyPr>
          <a:lstStyle/>
          <a:p>
            <a:pPr marL="12700">
              <a:lnSpc>
                <a:spcPct val="100000"/>
              </a:lnSpc>
              <a:spcBef>
                <a:spcPts val="95"/>
              </a:spcBef>
            </a:pPr>
            <a:r>
              <a:rPr sz="1000" spc="-145" dirty="0">
                <a:solidFill>
                  <a:srgbClr val="505050"/>
                </a:solidFill>
                <a:latin typeface="Arial Black"/>
                <a:cs typeface="Arial Black"/>
              </a:rPr>
              <a:t>Location</a:t>
            </a:r>
            <a:endParaRPr sz="1000">
              <a:latin typeface="Arial Black"/>
              <a:cs typeface="Arial Black"/>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14210" y="657987"/>
            <a:ext cx="8615895" cy="550037"/>
          </a:xfrm>
          <a:prstGeom prst="rect">
            <a:avLst/>
          </a:prstGeom>
          <a:blipFill>
            <a:blip r:embed="rId2" cstate="print"/>
            <a:stretch>
              <a:fillRect/>
            </a:stretch>
          </a:blipFill>
        </p:spPr>
        <p:txBody>
          <a:bodyPr wrap="square" lIns="0" tIns="0" rIns="0" bIns="0" rtlCol="0"/>
          <a:lstStyle/>
          <a:p>
            <a:endParaRPr/>
          </a:p>
        </p:txBody>
      </p:sp>
      <p:graphicFrame>
        <p:nvGraphicFramePr>
          <p:cNvPr id="3" name="object 3"/>
          <p:cNvGraphicFramePr>
            <a:graphicFrameLocks noGrp="1"/>
          </p:cNvGraphicFramePr>
          <p:nvPr/>
        </p:nvGraphicFramePr>
        <p:xfrm>
          <a:off x="417156" y="1931923"/>
          <a:ext cx="11358244" cy="4480519"/>
        </p:xfrm>
        <a:graphic>
          <a:graphicData uri="http://schemas.openxmlformats.org/drawingml/2006/table">
            <a:tbl>
              <a:tblPr firstRow="1" bandRow="1">
                <a:tableStyleId>{2D5ABB26-0587-4C30-8999-92F81FD0307C}</a:tableStyleId>
              </a:tblPr>
              <a:tblGrid>
                <a:gridCol w="3271520">
                  <a:extLst>
                    <a:ext uri="{9D8B030D-6E8A-4147-A177-3AD203B41FA5}">
                      <a16:colId xmlns:a16="http://schemas.microsoft.com/office/drawing/2014/main" val="20000"/>
                    </a:ext>
                  </a:extLst>
                </a:gridCol>
                <a:gridCol w="3084829">
                  <a:extLst>
                    <a:ext uri="{9D8B030D-6E8A-4147-A177-3AD203B41FA5}">
                      <a16:colId xmlns:a16="http://schemas.microsoft.com/office/drawing/2014/main" val="20001"/>
                    </a:ext>
                  </a:extLst>
                </a:gridCol>
                <a:gridCol w="4440555">
                  <a:extLst>
                    <a:ext uri="{9D8B030D-6E8A-4147-A177-3AD203B41FA5}">
                      <a16:colId xmlns:a16="http://schemas.microsoft.com/office/drawing/2014/main" val="20002"/>
                    </a:ext>
                  </a:extLst>
                </a:gridCol>
                <a:gridCol w="561340">
                  <a:extLst>
                    <a:ext uri="{9D8B030D-6E8A-4147-A177-3AD203B41FA5}">
                      <a16:colId xmlns:a16="http://schemas.microsoft.com/office/drawing/2014/main" val="20003"/>
                    </a:ext>
                  </a:extLst>
                </a:gridCol>
              </a:tblGrid>
              <a:tr h="640079">
                <a:tc rowSpan="2">
                  <a:txBody>
                    <a:bodyPr/>
                    <a:lstStyle/>
                    <a:p>
                      <a:pPr>
                        <a:lnSpc>
                          <a:spcPct val="100000"/>
                        </a:lnSpc>
                        <a:spcBef>
                          <a:spcPts val="10"/>
                        </a:spcBef>
                      </a:pPr>
                      <a:endParaRPr sz="2900">
                        <a:latin typeface="Times New Roman"/>
                        <a:cs typeface="Times New Roman"/>
                      </a:endParaRPr>
                    </a:p>
                    <a:p>
                      <a:pPr marL="847090" marR="765810">
                        <a:lnSpc>
                          <a:spcPts val="1730"/>
                        </a:lnSpc>
                      </a:pPr>
                      <a:r>
                        <a:rPr sz="1600" spc="-10" dirty="0">
                          <a:solidFill>
                            <a:srgbClr val="505050"/>
                          </a:solidFill>
                          <a:latin typeface="Arial"/>
                          <a:cs typeface="Arial"/>
                        </a:rPr>
                        <a:t>Identity </a:t>
                      </a:r>
                      <a:r>
                        <a:rPr sz="1600" spc="-30" dirty="0">
                          <a:solidFill>
                            <a:srgbClr val="505050"/>
                          </a:solidFill>
                          <a:latin typeface="Arial"/>
                          <a:cs typeface="Arial"/>
                        </a:rPr>
                        <a:t>and </a:t>
                      </a:r>
                      <a:r>
                        <a:rPr sz="1600" spc="-110" dirty="0">
                          <a:solidFill>
                            <a:srgbClr val="505050"/>
                          </a:solidFill>
                          <a:latin typeface="Arial"/>
                          <a:cs typeface="Arial"/>
                        </a:rPr>
                        <a:t>access  </a:t>
                      </a:r>
                      <a:r>
                        <a:rPr sz="1600" spc="-30" dirty="0">
                          <a:solidFill>
                            <a:srgbClr val="505050"/>
                          </a:solidFill>
                          <a:latin typeface="Arial"/>
                          <a:cs typeface="Arial"/>
                        </a:rPr>
                        <a:t>management</a:t>
                      </a:r>
                      <a:endParaRPr sz="1600">
                        <a:latin typeface="Arial"/>
                        <a:cs typeface="Arial"/>
                      </a:endParaRPr>
                    </a:p>
                  </a:txBody>
                  <a:tcPr marL="0" marR="0" marT="1270"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tcPr>
                </a:tc>
                <a:tc>
                  <a:txBody>
                    <a:bodyPr/>
                    <a:lstStyle/>
                    <a:p>
                      <a:pPr marL="91440">
                        <a:lnSpc>
                          <a:spcPct val="100000"/>
                        </a:lnSpc>
                        <a:spcBef>
                          <a:spcPts val="810"/>
                        </a:spcBef>
                      </a:pPr>
                      <a:r>
                        <a:rPr sz="1400" b="1" spc="-85" dirty="0">
                          <a:solidFill>
                            <a:srgbClr val="505050"/>
                          </a:solidFill>
                          <a:latin typeface="Arial"/>
                          <a:cs typeface="Arial"/>
                        </a:rPr>
                        <a:t>Azure Active</a:t>
                      </a:r>
                      <a:r>
                        <a:rPr sz="1400" b="1" spc="-170" dirty="0">
                          <a:solidFill>
                            <a:srgbClr val="505050"/>
                          </a:solidFill>
                          <a:latin typeface="Arial"/>
                          <a:cs typeface="Arial"/>
                        </a:rPr>
                        <a:t> </a:t>
                      </a:r>
                      <a:r>
                        <a:rPr sz="1400" b="1" spc="-75" dirty="0">
                          <a:solidFill>
                            <a:srgbClr val="505050"/>
                          </a:solidFill>
                          <a:latin typeface="Arial"/>
                          <a:cs typeface="Arial"/>
                        </a:rPr>
                        <a:t>Directory</a:t>
                      </a:r>
                      <a:endParaRPr sz="1400">
                        <a:latin typeface="Arial"/>
                        <a:cs typeface="Arial"/>
                      </a:endParaRPr>
                    </a:p>
                    <a:p>
                      <a:pPr marL="91440">
                        <a:lnSpc>
                          <a:spcPct val="100000"/>
                        </a:lnSpc>
                      </a:pPr>
                      <a:r>
                        <a:rPr sz="1400" b="1" spc="-80" dirty="0">
                          <a:solidFill>
                            <a:srgbClr val="505050"/>
                          </a:solidFill>
                          <a:latin typeface="Arial"/>
                          <a:cs typeface="Arial"/>
                        </a:rPr>
                        <a:t>Premium</a:t>
                      </a:r>
                      <a:r>
                        <a:rPr sz="1400" b="1" spc="-150" dirty="0">
                          <a:solidFill>
                            <a:srgbClr val="505050"/>
                          </a:solidFill>
                          <a:latin typeface="Arial"/>
                          <a:cs typeface="Arial"/>
                        </a:rPr>
                        <a:t> </a:t>
                      </a:r>
                      <a:r>
                        <a:rPr sz="1400" b="1" spc="-195" dirty="0">
                          <a:solidFill>
                            <a:srgbClr val="505050"/>
                          </a:solidFill>
                          <a:latin typeface="Arial"/>
                          <a:cs typeface="Arial"/>
                        </a:rPr>
                        <a:t>P1</a:t>
                      </a:r>
                      <a:endParaRPr sz="1400">
                        <a:latin typeface="Arial"/>
                        <a:cs typeface="Arial"/>
                      </a:endParaRPr>
                    </a:p>
                  </a:txBody>
                  <a:tcPr marL="0" marR="0" marT="102870" marB="0">
                    <a:lnL w="3175">
                      <a:solidFill>
                        <a:srgbClr val="505050"/>
                      </a:solidFill>
                      <a:prstDash val="solid"/>
                    </a:lnL>
                    <a:lnR w="3175">
                      <a:solidFill>
                        <a:srgbClr val="505050"/>
                      </a:solidFill>
                      <a:prstDash val="solid"/>
                    </a:lnR>
                    <a:lnT w="12700">
                      <a:solidFill>
                        <a:srgbClr val="505050"/>
                      </a:solidFill>
                      <a:prstDash val="solid"/>
                    </a:lnT>
                    <a:lnB w="3175">
                      <a:solidFill>
                        <a:srgbClr val="505050"/>
                      </a:solidFill>
                      <a:prstDash val="solid"/>
                    </a:lnB>
                  </a:tcPr>
                </a:tc>
                <a:tc>
                  <a:txBody>
                    <a:bodyPr/>
                    <a:lstStyle/>
                    <a:p>
                      <a:pPr marL="229235">
                        <a:lnSpc>
                          <a:spcPct val="100000"/>
                        </a:lnSpc>
                        <a:spcBef>
                          <a:spcPts val="1045"/>
                        </a:spcBef>
                      </a:pPr>
                      <a:r>
                        <a:rPr sz="1200" spc="-210" dirty="0">
                          <a:solidFill>
                            <a:srgbClr val="505050"/>
                          </a:solidFill>
                          <a:latin typeface="Arial Black"/>
                          <a:cs typeface="Arial Black"/>
                        </a:rPr>
                        <a:t>Secure </a:t>
                      </a:r>
                      <a:r>
                        <a:rPr sz="1200" spc="-175" dirty="0">
                          <a:solidFill>
                            <a:srgbClr val="505050"/>
                          </a:solidFill>
                          <a:latin typeface="Arial Black"/>
                          <a:cs typeface="Arial Black"/>
                        </a:rPr>
                        <a:t>single </a:t>
                      </a:r>
                      <a:r>
                        <a:rPr sz="1200" spc="-130" dirty="0">
                          <a:solidFill>
                            <a:srgbClr val="505050"/>
                          </a:solidFill>
                          <a:latin typeface="Arial Black"/>
                          <a:cs typeface="Arial Black"/>
                        </a:rPr>
                        <a:t>sign-on </a:t>
                      </a:r>
                      <a:r>
                        <a:rPr sz="1200" spc="-135" dirty="0">
                          <a:solidFill>
                            <a:srgbClr val="505050"/>
                          </a:solidFill>
                          <a:latin typeface="Arial Black"/>
                          <a:cs typeface="Arial Black"/>
                        </a:rPr>
                        <a:t>to </a:t>
                      </a:r>
                      <a:r>
                        <a:rPr sz="1200" spc="-165" dirty="0">
                          <a:solidFill>
                            <a:srgbClr val="505050"/>
                          </a:solidFill>
                          <a:latin typeface="Arial Black"/>
                          <a:cs typeface="Arial Black"/>
                        </a:rPr>
                        <a:t>cloud </a:t>
                      </a:r>
                      <a:r>
                        <a:rPr sz="1200" spc="-160" dirty="0">
                          <a:solidFill>
                            <a:srgbClr val="505050"/>
                          </a:solidFill>
                          <a:latin typeface="Arial Black"/>
                          <a:cs typeface="Arial Black"/>
                        </a:rPr>
                        <a:t>and </a:t>
                      </a:r>
                      <a:r>
                        <a:rPr sz="1200" spc="-165" dirty="0">
                          <a:solidFill>
                            <a:srgbClr val="505050"/>
                          </a:solidFill>
                          <a:latin typeface="Arial Black"/>
                          <a:cs typeface="Arial Black"/>
                        </a:rPr>
                        <a:t>on-premises</a:t>
                      </a:r>
                      <a:r>
                        <a:rPr sz="1200" spc="-55" dirty="0">
                          <a:solidFill>
                            <a:srgbClr val="505050"/>
                          </a:solidFill>
                          <a:latin typeface="Arial Black"/>
                          <a:cs typeface="Arial Black"/>
                        </a:rPr>
                        <a:t> </a:t>
                      </a:r>
                      <a:r>
                        <a:rPr sz="1200" spc="-155" dirty="0">
                          <a:solidFill>
                            <a:srgbClr val="505050"/>
                          </a:solidFill>
                          <a:latin typeface="Arial Black"/>
                          <a:cs typeface="Arial Black"/>
                        </a:rPr>
                        <a:t>app</a:t>
                      </a:r>
                      <a:endParaRPr sz="1200">
                        <a:latin typeface="Arial Black"/>
                        <a:cs typeface="Arial Black"/>
                      </a:endParaRPr>
                    </a:p>
                    <a:p>
                      <a:pPr marL="229235">
                        <a:lnSpc>
                          <a:spcPct val="100000"/>
                        </a:lnSpc>
                      </a:pPr>
                      <a:r>
                        <a:rPr sz="1200" spc="-170" dirty="0">
                          <a:solidFill>
                            <a:srgbClr val="505050"/>
                          </a:solidFill>
                          <a:latin typeface="Arial Black"/>
                          <a:cs typeface="Arial Black"/>
                        </a:rPr>
                        <a:t>MFA, </a:t>
                      </a:r>
                      <a:r>
                        <a:rPr sz="1200" spc="-165" dirty="0">
                          <a:solidFill>
                            <a:srgbClr val="505050"/>
                          </a:solidFill>
                          <a:latin typeface="Arial Black"/>
                          <a:cs typeface="Arial Black"/>
                        </a:rPr>
                        <a:t>conditional </a:t>
                      </a:r>
                      <a:r>
                        <a:rPr sz="1200" spc="-245" dirty="0">
                          <a:solidFill>
                            <a:srgbClr val="505050"/>
                          </a:solidFill>
                          <a:latin typeface="Arial Black"/>
                          <a:cs typeface="Arial Black"/>
                        </a:rPr>
                        <a:t>access, </a:t>
                      </a:r>
                      <a:r>
                        <a:rPr sz="1200" spc="-160" dirty="0">
                          <a:solidFill>
                            <a:srgbClr val="505050"/>
                          </a:solidFill>
                          <a:latin typeface="Arial Black"/>
                          <a:cs typeface="Arial Black"/>
                        </a:rPr>
                        <a:t>and </a:t>
                      </a:r>
                      <a:r>
                        <a:rPr sz="1200" spc="-195" dirty="0">
                          <a:solidFill>
                            <a:srgbClr val="505050"/>
                          </a:solidFill>
                          <a:latin typeface="Arial Black"/>
                          <a:cs typeface="Arial Black"/>
                        </a:rPr>
                        <a:t>advanced security</a:t>
                      </a:r>
                      <a:r>
                        <a:rPr sz="1200" spc="-65" dirty="0">
                          <a:solidFill>
                            <a:srgbClr val="505050"/>
                          </a:solidFill>
                          <a:latin typeface="Arial Black"/>
                          <a:cs typeface="Arial Black"/>
                        </a:rPr>
                        <a:t> </a:t>
                      </a:r>
                      <a:r>
                        <a:rPr sz="1200" spc="-150" dirty="0">
                          <a:solidFill>
                            <a:srgbClr val="505050"/>
                          </a:solidFill>
                          <a:latin typeface="Arial Black"/>
                          <a:cs typeface="Arial Black"/>
                        </a:rPr>
                        <a:t>reporting</a:t>
                      </a:r>
                      <a:endParaRPr sz="1200">
                        <a:latin typeface="Arial Black"/>
                        <a:cs typeface="Arial Black"/>
                      </a:endParaRPr>
                    </a:p>
                  </a:txBody>
                  <a:tcPr marL="0" marR="0" marT="132715" marB="0">
                    <a:lnL w="3175">
                      <a:solidFill>
                        <a:srgbClr val="505050"/>
                      </a:solidFill>
                      <a:prstDash val="solid"/>
                    </a:lnL>
                    <a:lnR w="3175">
                      <a:solidFill>
                        <a:srgbClr val="505050"/>
                      </a:solidFill>
                      <a:prstDash val="solid"/>
                    </a:lnR>
                    <a:lnT w="12700">
                      <a:solidFill>
                        <a:srgbClr val="505050"/>
                      </a:solidFill>
                      <a:prstDash val="solid"/>
                    </a:lnT>
                    <a:lnB w="3175">
                      <a:solidFill>
                        <a:srgbClr val="505050"/>
                      </a:solidFill>
                      <a:prstDash val="solid"/>
                    </a:lnB>
                  </a:tcPr>
                </a:tc>
                <a:tc>
                  <a:txBody>
                    <a:bodyPr/>
                    <a:lstStyle/>
                    <a:p>
                      <a:pPr marL="635" algn="ctr">
                        <a:lnSpc>
                          <a:spcPct val="100000"/>
                        </a:lnSpc>
                        <a:spcBef>
                          <a:spcPts val="1395"/>
                        </a:spcBef>
                      </a:pPr>
                      <a:r>
                        <a:rPr sz="1800" dirty="0">
                          <a:solidFill>
                            <a:srgbClr val="0078D6"/>
                          </a:solidFill>
                          <a:latin typeface="Arial Black"/>
                          <a:cs typeface="Arial Black"/>
                        </a:rPr>
                        <a:t>●</a:t>
                      </a:r>
                      <a:endParaRPr sz="1800">
                        <a:latin typeface="Arial Black"/>
                        <a:cs typeface="Arial Black"/>
                      </a:endParaRPr>
                    </a:p>
                  </a:txBody>
                  <a:tcPr marL="0" marR="0" marT="177165" marB="0">
                    <a:lnL w="3175">
                      <a:solidFill>
                        <a:srgbClr val="505050"/>
                      </a:solidFill>
                      <a:prstDash val="solid"/>
                    </a:lnL>
                    <a:lnR w="3175">
                      <a:solidFill>
                        <a:srgbClr val="505050"/>
                      </a:solidFill>
                      <a:prstDash val="solid"/>
                    </a:lnR>
                    <a:lnT w="12700">
                      <a:solidFill>
                        <a:srgbClr val="505050"/>
                      </a:solidFill>
                      <a:prstDash val="solid"/>
                    </a:lnT>
                    <a:lnB w="3175">
                      <a:solidFill>
                        <a:srgbClr val="505050"/>
                      </a:solidFill>
                      <a:prstDash val="solid"/>
                    </a:lnB>
                    <a:solidFill>
                      <a:srgbClr val="F1F1F1"/>
                    </a:solidFill>
                  </a:tcPr>
                </a:tc>
                <a:extLst>
                  <a:ext uri="{0D108BD9-81ED-4DB2-BD59-A6C34878D82A}">
                    <a16:rowId xmlns:a16="http://schemas.microsoft.com/office/drawing/2014/main" val="10000"/>
                  </a:ext>
                </a:extLst>
              </a:tr>
              <a:tr h="640080">
                <a:tc vMerge="1">
                  <a:txBody>
                    <a:bodyPr/>
                    <a:lstStyle/>
                    <a:p>
                      <a:endParaRPr/>
                    </a:p>
                  </a:txBody>
                  <a:tcPr marL="0" marR="0" marT="1270"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tcPr>
                </a:tc>
                <a:tc>
                  <a:txBody>
                    <a:bodyPr/>
                    <a:lstStyle/>
                    <a:p>
                      <a:pPr marL="91440" marR="1307465">
                        <a:lnSpc>
                          <a:spcPct val="100000"/>
                        </a:lnSpc>
                        <a:spcBef>
                          <a:spcPts val="810"/>
                        </a:spcBef>
                      </a:pPr>
                      <a:r>
                        <a:rPr sz="1400" b="1" spc="-85" dirty="0">
                          <a:solidFill>
                            <a:srgbClr val="505050"/>
                          </a:solidFill>
                          <a:latin typeface="Arial"/>
                          <a:cs typeface="Arial"/>
                        </a:rPr>
                        <a:t>Azure </a:t>
                      </a:r>
                      <a:r>
                        <a:rPr sz="1400" b="1" spc="-90" dirty="0">
                          <a:solidFill>
                            <a:srgbClr val="505050"/>
                          </a:solidFill>
                          <a:latin typeface="Arial"/>
                          <a:cs typeface="Arial"/>
                        </a:rPr>
                        <a:t>Active</a:t>
                      </a:r>
                      <a:r>
                        <a:rPr sz="1400" b="1" spc="-190" dirty="0">
                          <a:solidFill>
                            <a:srgbClr val="505050"/>
                          </a:solidFill>
                          <a:latin typeface="Arial"/>
                          <a:cs typeface="Arial"/>
                        </a:rPr>
                        <a:t> </a:t>
                      </a:r>
                      <a:r>
                        <a:rPr sz="1400" b="1" spc="-80" dirty="0">
                          <a:solidFill>
                            <a:srgbClr val="505050"/>
                          </a:solidFill>
                          <a:latin typeface="Arial"/>
                          <a:cs typeface="Arial"/>
                        </a:rPr>
                        <a:t>Directory  Premium</a:t>
                      </a:r>
                      <a:r>
                        <a:rPr sz="1400" b="1" spc="-150" dirty="0">
                          <a:solidFill>
                            <a:srgbClr val="505050"/>
                          </a:solidFill>
                          <a:latin typeface="Arial"/>
                          <a:cs typeface="Arial"/>
                        </a:rPr>
                        <a:t> </a:t>
                      </a:r>
                      <a:r>
                        <a:rPr sz="1400" b="1" spc="-85" dirty="0">
                          <a:solidFill>
                            <a:srgbClr val="505050"/>
                          </a:solidFill>
                          <a:latin typeface="Arial"/>
                          <a:cs typeface="Arial"/>
                        </a:rPr>
                        <a:t>P2</a:t>
                      </a:r>
                      <a:endParaRPr sz="1400">
                        <a:latin typeface="Arial"/>
                        <a:cs typeface="Arial"/>
                      </a:endParaRPr>
                    </a:p>
                  </a:txBody>
                  <a:tcPr marL="0" marR="0" marT="102870" marB="0">
                    <a:lnL w="3175">
                      <a:solidFill>
                        <a:srgbClr val="505050"/>
                      </a:solidFill>
                      <a:prstDash val="solid"/>
                    </a:lnL>
                    <a:lnR w="3175">
                      <a:solidFill>
                        <a:srgbClr val="505050"/>
                      </a:solidFill>
                      <a:prstDash val="solid"/>
                    </a:lnR>
                    <a:lnT w="3175">
                      <a:solidFill>
                        <a:srgbClr val="505050"/>
                      </a:solidFill>
                      <a:prstDash val="solid"/>
                    </a:lnT>
                    <a:lnB w="12700">
                      <a:solidFill>
                        <a:srgbClr val="505050"/>
                      </a:solidFill>
                      <a:prstDash val="solid"/>
                    </a:lnB>
                  </a:tcPr>
                </a:tc>
                <a:tc>
                  <a:txBody>
                    <a:bodyPr/>
                    <a:lstStyle/>
                    <a:p>
                      <a:pPr marL="229235" marR="238125">
                        <a:lnSpc>
                          <a:spcPct val="100000"/>
                        </a:lnSpc>
                        <a:spcBef>
                          <a:spcPts val="1045"/>
                        </a:spcBef>
                      </a:pPr>
                      <a:r>
                        <a:rPr sz="1200" spc="-165" dirty="0">
                          <a:solidFill>
                            <a:srgbClr val="505050"/>
                          </a:solidFill>
                          <a:latin typeface="Arial Black"/>
                          <a:cs typeface="Arial Black"/>
                        </a:rPr>
                        <a:t>Identity </a:t>
                      </a:r>
                      <a:r>
                        <a:rPr sz="1200" spc="-160" dirty="0">
                          <a:solidFill>
                            <a:srgbClr val="505050"/>
                          </a:solidFill>
                          <a:latin typeface="Arial Black"/>
                          <a:cs typeface="Arial Black"/>
                        </a:rPr>
                        <a:t>and </a:t>
                      </a:r>
                      <a:r>
                        <a:rPr sz="1200" spc="-254" dirty="0">
                          <a:solidFill>
                            <a:srgbClr val="505050"/>
                          </a:solidFill>
                          <a:latin typeface="Arial Black"/>
                          <a:cs typeface="Arial Black"/>
                        </a:rPr>
                        <a:t>access </a:t>
                      </a:r>
                      <a:r>
                        <a:rPr sz="1200" spc="-190" dirty="0">
                          <a:solidFill>
                            <a:srgbClr val="505050"/>
                          </a:solidFill>
                          <a:latin typeface="Arial Black"/>
                          <a:cs typeface="Arial Black"/>
                        </a:rPr>
                        <a:t>management </a:t>
                      </a:r>
                      <a:r>
                        <a:rPr sz="1200" spc="-185" dirty="0">
                          <a:solidFill>
                            <a:srgbClr val="505050"/>
                          </a:solidFill>
                          <a:latin typeface="Arial Black"/>
                          <a:cs typeface="Arial Black"/>
                        </a:rPr>
                        <a:t>with </a:t>
                      </a:r>
                      <a:r>
                        <a:rPr sz="1200" spc="-195" dirty="0">
                          <a:solidFill>
                            <a:srgbClr val="505050"/>
                          </a:solidFill>
                          <a:latin typeface="Arial Black"/>
                          <a:cs typeface="Arial Black"/>
                        </a:rPr>
                        <a:t>advanced </a:t>
                      </a:r>
                      <a:r>
                        <a:rPr sz="1200" spc="-165" dirty="0">
                          <a:solidFill>
                            <a:srgbClr val="505050"/>
                          </a:solidFill>
                          <a:latin typeface="Arial Black"/>
                          <a:cs typeface="Arial Black"/>
                        </a:rPr>
                        <a:t>protection </a:t>
                      </a:r>
                      <a:r>
                        <a:rPr sz="1200" spc="-130" dirty="0">
                          <a:solidFill>
                            <a:srgbClr val="505050"/>
                          </a:solidFill>
                          <a:latin typeface="Arial Black"/>
                          <a:cs typeface="Arial Black"/>
                        </a:rPr>
                        <a:t>for  </a:t>
                      </a:r>
                      <a:r>
                        <a:rPr sz="1200" spc="-204" dirty="0">
                          <a:solidFill>
                            <a:srgbClr val="505050"/>
                          </a:solidFill>
                          <a:latin typeface="Arial Black"/>
                          <a:cs typeface="Arial Black"/>
                        </a:rPr>
                        <a:t>users </a:t>
                      </a:r>
                      <a:r>
                        <a:rPr sz="1200" spc="-160" dirty="0">
                          <a:solidFill>
                            <a:srgbClr val="505050"/>
                          </a:solidFill>
                          <a:latin typeface="Arial Black"/>
                          <a:cs typeface="Arial Black"/>
                        </a:rPr>
                        <a:t>and privileged</a:t>
                      </a:r>
                      <a:r>
                        <a:rPr sz="1200" spc="-170" dirty="0">
                          <a:solidFill>
                            <a:srgbClr val="505050"/>
                          </a:solidFill>
                          <a:latin typeface="Arial Black"/>
                          <a:cs typeface="Arial Black"/>
                        </a:rPr>
                        <a:t> identities</a:t>
                      </a:r>
                      <a:endParaRPr sz="1200">
                        <a:latin typeface="Arial Black"/>
                        <a:cs typeface="Arial Black"/>
                      </a:endParaRPr>
                    </a:p>
                  </a:txBody>
                  <a:tcPr marL="0" marR="0" marT="132715" marB="0">
                    <a:lnL w="3175">
                      <a:solidFill>
                        <a:srgbClr val="505050"/>
                      </a:solidFill>
                      <a:prstDash val="solid"/>
                    </a:lnL>
                    <a:lnR w="3175">
                      <a:solidFill>
                        <a:srgbClr val="505050"/>
                      </a:solidFill>
                      <a:prstDash val="solid"/>
                    </a:lnR>
                    <a:lnT w="3175">
                      <a:solidFill>
                        <a:srgbClr val="505050"/>
                      </a:solidFill>
                      <a:prstDash val="solid"/>
                    </a:lnT>
                    <a:lnB w="12700">
                      <a:solidFill>
                        <a:srgbClr val="505050"/>
                      </a:solidFill>
                      <a:prstDash val="solid"/>
                    </a:lnB>
                  </a:tcPr>
                </a:tc>
                <a:tc>
                  <a:txBody>
                    <a:bodyPr/>
                    <a:lstStyle/>
                    <a:p>
                      <a:pPr marL="635" algn="ctr">
                        <a:lnSpc>
                          <a:spcPct val="100000"/>
                        </a:lnSpc>
                        <a:spcBef>
                          <a:spcPts val="1395"/>
                        </a:spcBef>
                      </a:pPr>
                      <a:r>
                        <a:rPr sz="1800" dirty="0">
                          <a:solidFill>
                            <a:srgbClr val="0078D6"/>
                          </a:solidFill>
                          <a:latin typeface="Arial Black"/>
                          <a:cs typeface="Arial Black"/>
                        </a:rPr>
                        <a:t>●</a:t>
                      </a:r>
                      <a:endParaRPr sz="1800">
                        <a:latin typeface="Arial Black"/>
                        <a:cs typeface="Arial Black"/>
                      </a:endParaRPr>
                    </a:p>
                  </a:txBody>
                  <a:tcPr marL="0" marR="0" marT="177165" marB="0">
                    <a:lnL w="3175">
                      <a:solidFill>
                        <a:srgbClr val="505050"/>
                      </a:solidFill>
                      <a:prstDash val="solid"/>
                    </a:lnL>
                    <a:lnR w="3175">
                      <a:solidFill>
                        <a:srgbClr val="505050"/>
                      </a:solidFill>
                      <a:prstDash val="solid"/>
                    </a:lnR>
                    <a:lnT w="3175">
                      <a:solidFill>
                        <a:srgbClr val="505050"/>
                      </a:solidFill>
                      <a:prstDash val="solid"/>
                    </a:lnT>
                    <a:lnB w="12700">
                      <a:solidFill>
                        <a:srgbClr val="505050"/>
                      </a:solidFill>
                      <a:prstDash val="solid"/>
                    </a:lnB>
                    <a:solidFill>
                      <a:srgbClr val="F1F1F1"/>
                    </a:solidFill>
                  </a:tcPr>
                </a:tc>
                <a:extLst>
                  <a:ext uri="{0D108BD9-81ED-4DB2-BD59-A6C34878D82A}">
                    <a16:rowId xmlns:a16="http://schemas.microsoft.com/office/drawing/2014/main" val="10001"/>
                  </a:ext>
                </a:extLst>
              </a:tr>
              <a:tr h="640079">
                <a:tc>
                  <a:txBody>
                    <a:bodyPr/>
                    <a:lstStyle/>
                    <a:p>
                      <a:pPr marL="847090">
                        <a:lnSpc>
                          <a:spcPts val="1825"/>
                        </a:lnSpc>
                        <a:spcBef>
                          <a:spcPts val="650"/>
                        </a:spcBef>
                      </a:pPr>
                      <a:r>
                        <a:rPr sz="1600" spc="-30" dirty="0">
                          <a:solidFill>
                            <a:srgbClr val="505050"/>
                          </a:solidFill>
                          <a:latin typeface="Arial"/>
                          <a:cs typeface="Arial"/>
                        </a:rPr>
                        <a:t>Managed</a:t>
                      </a:r>
                      <a:r>
                        <a:rPr sz="1600" spc="10" dirty="0">
                          <a:solidFill>
                            <a:srgbClr val="505050"/>
                          </a:solidFill>
                          <a:latin typeface="Arial"/>
                          <a:cs typeface="Arial"/>
                        </a:rPr>
                        <a:t> </a:t>
                      </a:r>
                      <a:r>
                        <a:rPr sz="1600" spc="-5" dirty="0">
                          <a:solidFill>
                            <a:srgbClr val="505050"/>
                          </a:solidFill>
                          <a:latin typeface="Arial"/>
                          <a:cs typeface="Arial"/>
                        </a:rPr>
                        <a:t>mobile</a:t>
                      </a:r>
                      <a:endParaRPr sz="1600">
                        <a:latin typeface="Arial"/>
                        <a:cs typeface="Arial"/>
                      </a:endParaRPr>
                    </a:p>
                    <a:p>
                      <a:pPr marL="847090">
                        <a:lnSpc>
                          <a:spcPts val="1825"/>
                        </a:lnSpc>
                      </a:pPr>
                      <a:r>
                        <a:rPr sz="1600" spc="-5" dirty="0">
                          <a:solidFill>
                            <a:srgbClr val="505050"/>
                          </a:solidFill>
                          <a:latin typeface="Arial"/>
                          <a:cs typeface="Arial"/>
                        </a:rPr>
                        <a:t>productivity</a:t>
                      </a:r>
                      <a:endParaRPr sz="1600">
                        <a:latin typeface="Arial"/>
                        <a:cs typeface="Arial"/>
                      </a:endParaRPr>
                    </a:p>
                  </a:txBody>
                  <a:tcPr marL="0" marR="0" marT="82550"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tcPr>
                </a:tc>
                <a:tc>
                  <a:txBody>
                    <a:bodyPr/>
                    <a:lstStyle/>
                    <a:p>
                      <a:pPr>
                        <a:lnSpc>
                          <a:spcPct val="100000"/>
                        </a:lnSpc>
                        <a:spcBef>
                          <a:spcPts val="40"/>
                        </a:spcBef>
                      </a:pPr>
                      <a:endParaRPr sz="1400">
                        <a:latin typeface="Times New Roman"/>
                        <a:cs typeface="Times New Roman"/>
                      </a:endParaRPr>
                    </a:p>
                    <a:p>
                      <a:pPr marL="91440">
                        <a:lnSpc>
                          <a:spcPct val="100000"/>
                        </a:lnSpc>
                      </a:pPr>
                      <a:r>
                        <a:rPr sz="1400" b="1" spc="-70" dirty="0">
                          <a:solidFill>
                            <a:srgbClr val="505050"/>
                          </a:solidFill>
                          <a:latin typeface="Arial"/>
                          <a:cs typeface="Arial"/>
                        </a:rPr>
                        <a:t>Microsoft</a:t>
                      </a:r>
                      <a:r>
                        <a:rPr sz="1400" b="1" spc="-135" dirty="0">
                          <a:solidFill>
                            <a:srgbClr val="505050"/>
                          </a:solidFill>
                          <a:latin typeface="Arial"/>
                          <a:cs typeface="Arial"/>
                        </a:rPr>
                        <a:t> </a:t>
                      </a:r>
                      <a:r>
                        <a:rPr sz="1400" b="1" spc="-60" dirty="0">
                          <a:solidFill>
                            <a:srgbClr val="505050"/>
                          </a:solidFill>
                          <a:latin typeface="Arial"/>
                          <a:cs typeface="Arial"/>
                        </a:rPr>
                        <a:t>Intune</a:t>
                      </a:r>
                      <a:endParaRPr sz="1400">
                        <a:latin typeface="Arial"/>
                        <a:cs typeface="Arial"/>
                      </a:endParaRPr>
                    </a:p>
                  </a:txBody>
                  <a:tcPr marL="0" marR="0" marT="5080"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tcPr>
                </a:tc>
                <a:tc>
                  <a:txBody>
                    <a:bodyPr/>
                    <a:lstStyle/>
                    <a:p>
                      <a:pPr marL="229235" marR="197485">
                        <a:lnSpc>
                          <a:spcPct val="100000"/>
                        </a:lnSpc>
                        <a:spcBef>
                          <a:spcPts val="1045"/>
                        </a:spcBef>
                      </a:pPr>
                      <a:r>
                        <a:rPr sz="1200" spc="-140" dirty="0">
                          <a:solidFill>
                            <a:srgbClr val="505050"/>
                          </a:solidFill>
                          <a:latin typeface="Arial Black"/>
                          <a:cs typeface="Arial Black"/>
                        </a:rPr>
                        <a:t>Mobile </a:t>
                      </a:r>
                      <a:r>
                        <a:rPr sz="1200" spc="-195" dirty="0">
                          <a:solidFill>
                            <a:srgbClr val="505050"/>
                          </a:solidFill>
                          <a:latin typeface="Arial Black"/>
                          <a:cs typeface="Arial Black"/>
                        </a:rPr>
                        <a:t>device </a:t>
                      </a:r>
                      <a:r>
                        <a:rPr sz="1200" spc="-160" dirty="0">
                          <a:solidFill>
                            <a:srgbClr val="505050"/>
                          </a:solidFill>
                          <a:latin typeface="Arial Black"/>
                          <a:cs typeface="Arial Black"/>
                        </a:rPr>
                        <a:t>and </a:t>
                      </a:r>
                      <a:r>
                        <a:rPr sz="1200" spc="-150" dirty="0">
                          <a:solidFill>
                            <a:srgbClr val="505050"/>
                          </a:solidFill>
                          <a:latin typeface="Arial Black"/>
                          <a:cs typeface="Arial Black"/>
                        </a:rPr>
                        <a:t>app </a:t>
                      </a:r>
                      <a:r>
                        <a:rPr sz="1200" spc="-185" dirty="0">
                          <a:solidFill>
                            <a:srgbClr val="505050"/>
                          </a:solidFill>
                          <a:latin typeface="Arial Black"/>
                          <a:cs typeface="Arial Black"/>
                        </a:rPr>
                        <a:t>management </a:t>
                      </a:r>
                      <a:r>
                        <a:rPr sz="1200" spc="-130" dirty="0">
                          <a:solidFill>
                            <a:srgbClr val="505050"/>
                          </a:solidFill>
                          <a:latin typeface="Arial Black"/>
                          <a:cs typeface="Arial Black"/>
                        </a:rPr>
                        <a:t>to </a:t>
                      </a:r>
                      <a:r>
                        <a:rPr sz="1200" spc="-175" dirty="0">
                          <a:solidFill>
                            <a:srgbClr val="505050"/>
                          </a:solidFill>
                          <a:latin typeface="Arial Black"/>
                          <a:cs typeface="Arial Black"/>
                        </a:rPr>
                        <a:t>protect corporate </a:t>
                      </a:r>
                      <a:r>
                        <a:rPr sz="1200" spc="-180" dirty="0">
                          <a:solidFill>
                            <a:srgbClr val="505050"/>
                          </a:solidFill>
                          <a:latin typeface="Arial Black"/>
                          <a:cs typeface="Arial Black"/>
                        </a:rPr>
                        <a:t>apps  </a:t>
                      </a:r>
                      <a:r>
                        <a:rPr sz="1200" spc="-160" dirty="0">
                          <a:solidFill>
                            <a:srgbClr val="505050"/>
                          </a:solidFill>
                          <a:latin typeface="Arial Black"/>
                          <a:cs typeface="Arial Black"/>
                        </a:rPr>
                        <a:t>and </a:t>
                      </a:r>
                      <a:r>
                        <a:rPr sz="1200" spc="-180" dirty="0">
                          <a:solidFill>
                            <a:srgbClr val="505050"/>
                          </a:solidFill>
                          <a:latin typeface="Arial Black"/>
                          <a:cs typeface="Arial Black"/>
                        </a:rPr>
                        <a:t>data </a:t>
                      </a:r>
                      <a:r>
                        <a:rPr sz="1200" spc="-130" dirty="0">
                          <a:solidFill>
                            <a:srgbClr val="505050"/>
                          </a:solidFill>
                          <a:latin typeface="Arial Black"/>
                          <a:cs typeface="Arial Black"/>
                        </a:rPr>
                        <a:t>on </a:t>
                      </a:r>
                      <a:r>
                        <a:rPr sz="1200" spc="-180" dirty="0">
                          <a:solidFill>
                            <a:srgbClr val="505050"/>
                          </a:solidFill>
                          <a:latin typeface="Arial Black"/>
                          <a:cs typeface="Arial Black"/>
                        </a:rPr>
                        <a:t>any</a:t>
                      </a:r>
                      <a:r>
                        <a:rPr sz="1200" spc="-50" dirty="0">
                          <a:solidFill>
                            <a:srgbClr val="505050"/>
                          </a:solidFill>
                          <a:latin typeface="Arial Black"/>
                          <a:cs typeface="Arial Black"/>
                        </a:rPr>
                        <a:t> </a:t>
                      </a:r>
                      <a:r>
                        <a:rPr sz="1200" spc="-195" dirty="0">
                          <a:solidFill>
                            <a:srgbClr val="505050"/>
                          </a:solidFill>
                          <a:latin typeface="Arial Black"/>
                          <a:cs typeface="Arial Black"/>
                        </a:rPr>
                        <a:t>device</a:t>
                      </a:r>
                      <a:endParaRPr sz="1200">
                        <a:latin typeface="Arial Black"/>
                        <a:cs typeface="Arial Black"/>
                      </a:endParaRPr>
                    </a:p>
                  </a:txBody>
                  <a:tcPr marL="0" marR="0" marT="132715"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tcPr>
                </a:tc>
                <a:tc>
                  <a:txBody>
                    <a:bodyPr/>
                    <a:lstStyle/>
                    <a:p>
                      <a:pPr marL="1270" algn="ctr">
                        <a:lnSpc>
                          <a:spcPct val="100000"/>
                        </a:lnSpc>
                        <a:spcBef>
                          <a:spcPts val="1395"/>
                        </a:spcBef>
                      </a:pPr>
                      <a:r>
                        <a:rPr sz="1800" dirty="0">
                          <a:solidFill>
                            <a:srgbClr val="0078D6"/>
                          </a:solidFill>
                          <a:latin typeface="Arial Black"/>
                          <a:cs typeface="Arial Black"/>
                        </a:rPr>
                        <a:t>●</a:t>
                      </a:r>
                      <a:endParaRPr sz="1800">
                        <a:latin typeface="Arial Black"/>
                        <a:cs typeface="Arial Black"/>
                      </a:endParaRPr>
                    </a:p>
                  </a:txBody>
                  <a:tcPr marL="0" marR="0" marT="177165"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solidFill>
                      <a:srgbClr val="F1F1F1"/>
                    </a:solidFill>
                  </a:tcPr>
                </a:tc>
                <a:extLst>
                  <a:ext uri="{0D108BD9-81ED-4DB2-BD59-A6C34878D82A}">
                    <a16:rowId xmlns:a16="http://schemas.microsoft.com/office/drawing/2014/main" val="10002"/>
                  </a:ext>
                </a:extLst>
              </a:tr>
              <a:tr h="640080">
                <a:tc rowSpan="3">
                  <a:txBody>
                    <a:bodyPr/>
                    <a:lstStyle/>
                    <a:p>
                      <a:pPr>
                        <a:lnSpc>
                          <a:spcPct val="100000"/>
                        </a:lnSpc>
                      </a:pPr>
                      <a:endParaRPr sz="2100">
                        <a:latin typeface="Times New Roman"/>
                        <a:cs typeface="Times New Roman"/>
                      </a:endParaRPr>
                    </a:p>
                    <a:p>
                      <a:pPr>
                        <a:lnSpc>
                          <a:spcPct val="100000"/>
                        </a:lnSpc>
                        <a:spcBef>
                          <a:spcPts val="20"/>
                        </a:spcBef>
                      </a:pPr>
                      <a:endParaRPr sz="3000">
                        <a:latin typeface="Times New Roman"/>
                        <a:cs typeface="Times New Roman"/>
                      </a:endParaRPr>
                    </a:p>
                    <a:p>
                      <a:pPr marL="847090" marR="1400810">
                        <a:lnSpc>
                          <a:spcPts val="1730"/>
                        </a:lnSpc>
                      </a:pPr>
                      <a:r>
                        <a:rPr sz="1600" spc="-5" dirty="0">
                          <a:solidFill>
                            <a:srgbClr val="505050"/>
                          </a:solidFill>
                          <a:latin typeface="Arial"/>
                          <a:cs typeface="Arial"/>
                        </a:rPr>
                        <a:t>Inform</a:t>
                      </a:r>
                      <a:r>
                        <a:rPr sz="1600" dirty="0">
                          <a:solidFill>
                            <a:srgbClr val="505050"/>
                          </a:solidFill>
                          <a:latin typeface="Arial"/>
                          <a:cs typeface="Arial"/>
                        </a:rPr>
                        <a:t>ation  </a:t>
                      </a:r>
                      <a:r>
                        <a:rPr sz="1600" spc="-5" dirty="0">
                          <a:solidFill>
                            <a:srgbClr val="505050"/>
                          </a:solidFill>
                          <a:latin typeface="Arial"/>
                          <a:cs typeface="Arial"/>
                        </a:rPr>
                        <a:t>protection</a:t>
                      </a:r>
                      <a:endParaRPr sz="1600">
                        <a:latin typeface="Arial"/>
                        <a:cs typeface="Arial"/>
                      </a:endParaRPr>
                    </a:p>
                  </a:txBody>
                  <a:tcPr marL="0" marR="0" marT="0"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tcPr>
                </a:tc>
                <a:tc>
                  <a:txBody>
                    <a:bodyPr/>
                    <a:lstStyle/>
                    <a:p>
                      <a:pPr>
                        <a:lnSpc>
                          <a:spcPct val="100000"/>
                        </a:lnSpc>
                        <a:spcBef>
                          <a:spcPts val="45"/>
                        </a:spcBef>
                      </a:pPr>
                      <a:endParaRPr sz="1400">
                        <a:latin typeface="Times New Roman"/>
                        <a:cs typeface="Times New Roman"/>
                      </a:endParaRPr>
                    </a:p>
                    <a:p>
                      <a:pPr marL="91440">
                        <a:lnSpc>
                          <a:spcPct val="100000"/>
                        </a:lnSpc>
                      </a:pPr>
                      <a:r>
                        <a:rPr sz="1400" b="1" spc="-85" dirty="0">
                          <a:solidFill>
                            <a:srgbClr val="505050"/>
                          </a:solidFill>
                          <a:latin typeface="Arial"/>
                          <a:cs typeface="Arial"/>
                        </a:rPr>
                        <a:t>Azure </a:t>
                      </a:r>
                      <a:r>
                        <a:rPr sz="1400" b="1" spc="-60" dirty="0">
                          <a:solidFill>
                            <a:srgbClr val="505050"/>
                          </a:solidFill>
                          <a:latin typeface="Arial"/>
                          <a:cs typeface="Arial"/>
                        </a:rPr>
                        <a:t>Information </a:t>
                      </a:r>
                      <a:r>
                        <a:rPr sz="1400" b="1" spc="-80" dirty="0">
                          <a:solidFill>
                            <a:srgbClr val="505050"/>
                          </a:solidFill>
                          <a:latin typeface="Arial"/>
                          <a:cs typeface="Arial"/>
                        </a:rPr>
                        <a:t>Protection</a:t>
                      </a:r>
                      <a:r>
                        <a:rPr sz="1400" b="1" spc="-285" dirty="0">
                          <a:solidFill>
                            <a:srgbClr val="505050"/>
                          </a:solidFill>
                          <a:latin typeface="Arial"/>
                          <a:cs typeface="Arial"/>
                        </a:rPr>
                        <a:t> </a:t>
                      </a:r>
                      <a:r>
                        <a:rPr sz="1400" b="1" spc="-195" dirty="0">
                          <a:solidFill>
                            <a:srgbClr val="505050"/>
                          </a:solidFill>
                          <a:latin typeface="Arial"/>
                          <a:cs typeface="Arial"/>
                        </a:rPr>
                        <a:t>P1</a:t>
                      </a:r>
                      <a:endParaRPr sz="1400">
                        <a:latin typeface="Arial"/>
                        <a:cs typeface="Arial"/>
                      </a:endParaRPr>
                    </a:p>
                  </a:txBody>
                  <a:tcPr marL="0" marR="0" marT="5715" marB="0">
                    <a:lnL w="3175">
                      <a:solidFill>
                        <a:srgbClr val="505050"/>
                      </a:solidFill>
                      <a:prstDash val="solid"/>
                    </a:lnL>
                    <a:lnR w="3175">
                      <a:solidFill>
                        <a:srgbClr val="505050"/>
                      </a:solidFill>
                      <a:prstDash val="solid"/>
                    </a:lnR>
                    <a:lnT w="12700">
                      <a:solidFill>
                        <a:srgbClr val="505050"/>
                      </a:solidFill>
                      <a:prstDash val="solid"/>
                    </a:lnT>
                    <a:lnB w="3175">
                      <a:solidFill>
                        <a:srgbClr val="505050"/>
                      </a:solidFill>
                      <a:prstDash val="solid"/>
                    </a:lnB>
                  </a:tcPr>
                </a:tc>
                <a:tc>
                  <a:txBody>
                    <a:bodyPr/>
                    <a:lstStyle/>
                    <a:p>
                      <a:pPr marL="274955" marR="1405890">
                        <a:lnSpc>
                          <a:spcPct val="141700"/>
                        </a:lnSpc>
                        <a:spcBef>
                          <a:spcPts val="150"/>
                        </a:spcBef>
                      </a:pPr>
                      <a:r>
                        <a:rPr sz="1200" spc="-180" dirty="0">
                          <a:solidFill>
                            <a:srgbClr val="505050"/>
                          </a:solidFill>
                          <a:latin typeface="Arial Black"/>
                          <a:cs typeface="Arial Black"/>
                        </a:rPr>
                        <a:t>Encryption </a:t>
                      </a:r>
                      <a:r>
                        <a:rPr sz="1200" spc="-130" dirty="0">
                          <a:solidFill>
                            <a:srgbClr val="505050"/>
                          </a:solidFill>
                          <a:latin typeface="Arial Black"/>
                          <a:cs typeface="Arial Black"/>
                        </a:rPr>
                        <a:t>for </a:t>
                      </a:r>
                      <a:r>
                        <a:rPr sz="1200" spc="-165" dirty="0">
                          <a:solidFill>
                            <a:srgbClr val="505050"/>
                          </a:solidFill>
                          <a:latin typeface="Arial Black"/>
                          <a:cs typeface="Arial Black"/>
                        </a:rPr>
                        <a:t>all </a:t>
                      </a:r>
                      <a:r>
                        <a:rPr sz="1200" spc="-175" dirty="0">
                          <a:solidFill>
                            <a:srgbClr val="505050"/>
                          </a:solidFill>
                          <a:latin typeface="Arial Black"/>
                          <a:cs typeface="Arial Black"/>
                        </a:rPr>
                        <a:t>files </a:t>
                      </a:r>
                      <a:r>
                        <a:rPr sz="1200" spc="-160" dirty="0">
                          <a:solidFill>
                            <a:srgbClr val="505050"/>
                          </a:solidFill>
                          <a:latin typeface="Arial Black"/>
                          <a:cs typeface="Arial Black"/>
                        </a:rPr>
                        <a:t>and </a:t>
                      </a:r>
                      <a:r>
                        <a:rPr sz="1200" spc="-180" dirty="0">
                          <a:solidFill>
                            <a:srgbClr val="505050"/>
                          </a:solidFill>
                          <a:latin typeface="Arial Black"/>
                          <a:cs typeface="Arial Black"/>
                        </a:rPr>
                        <a:t>storage locations  </a:t>
                      </a:r>
                      <a:r>
                        <a:rPr sz="1200" spc="-155" dirty="0">
                          <a:solidFill>
                            <a:srgbClr val="505050"/>
                          </a:solidFill>
                          <a:latin typeface="Arial Black"/>
                          <a:cs typeface="Arial Black"/>
                        </a:rPr>
                        <a:t>Cloud-based file</a:t>
                      </a:r>
                      <a:r>
                        <a:rPr sz="1200" spc="-70" dirty="0">
                          <a:solidFill>
                            <a:srgbClr val="505050"/>
                          </a:solidFill>
                          <a:latin typeface="Arial Black"/>
                          <a:cs typeface="Arial Black"/>
                        </a:rPr>
                        <a:t> </a:t>
                      </a:r>
                      <a:r>
                        <a:rPr sz="1200" spc="-185" dirty="0">
                          <a:solidFill>
                            <a:srgbClr val="505050"/>
                          </a:solidFill>
                          <a:latin typeface="Arial Black"/>
                          <a:cs typeface="Arial Black"/>
                        </a:rPr>
                        <a:t>tracking</a:t>
                      </a:r>
                      <a:endParaRPr sz="1200">
                        <a:latin typeface="Arial Black"/>
                        <a:cs typeface="Arial Black"/>
                      </a:endParaRPr>
                    </a:p>
                  </a:txBody>
                  <a:tcPr marL="0" marR="0" marT="19050" marB="0">
                    <a:lnL w="3175">
                      <a:solidFill>
                        <a:srgbClr val="505050"/>
                      </a:solidFill>
                      <a:prstDash val="solid"/>
                    </a:lnL>
                    <a:lnR w="3175">
                      <a:solidFill>
                        <a:srgbClr val="505050"/>
                      </a:solidFill>
                      <a:prstDash val="solid"/>
                    </a:lnR>
                    <a:lnT w="12700">
                      <a:solidFill>
                        <a:srgbClr val="505050"/>
                      </a:solidFill>
                      <a:prstDash val="solid"/>
                    </a:lnT>
                    <a:lnB w="3175">
                      <a:solidFill>
                        <a:srgbClr val="505050"/>
                      </a:solidFill>
                      <a:prstDash val="solid"/>
                    </a:lnB>
                  </a:tcPr>
                </a:tc>
                <a:tc>
                  <a:txBody>
                    <a:bodyPr/>
                    <a:lstStyle/>
                    <a:p>
                      <a:pPr marL="635" algn="ctr">
                        <a:lnSpc>
                          <a:spcPct val="100000"/>
                        </a:lnSpc>
                        <a:spcBef>
                          <a:spcPts val="1395"/>
                        </a:spcBef>
                      </a:pPr>
                      <a:r>
                        <a:rPr sz="1800" dirty="0">
                          <a:solidFill>
                            <a:srgbClr val="0078D6"/>
                          </a:solidFill>
                          <a:latin typeface="Arial Black"/>
                          <a:cs typeface="Arial Black"/>
                        </a:rPr>
                        <a:t>●</a:t>
                      </a:r>
                      <a:endParaRPr sz="1800">
                        <a:latin typeface="Arial Black"/>
                        <a:cs typeface="Arial Black"/>
                      </a:endParaRPr>
                    </a:p>
                  </a:txBody>
                  <a:tcPr marL="0" marR="0" marT="177165" marB="0">
                    <a:lnL w="3175">
                      <a:solidFill>
                        <a:srgbClr val="505050"/>
                      </a:solidFill>
                      <a:prstDash val="solid"/>
                    </a:lnL>
                    <a:lnR w="3175">
                      <a:solidFill>
                        <a:srgbClr val="505050"/>
                      </a:solidFill>
                      <a:prstDash val="solid"/>
                    </a:lnR>
                    <a:lnT w="12700">
                      <a:solidFill>
                        <a:srgbClr val="505050"/>
                      </a:solidFill>
                      <a:prstDash val="solid"/>
                    </a:lnT>
                    <a:lnB w="3175">
                      <a:solidFill>
                        <a:srgbClr val="505050"/>
                      </a:solidFill>
                      <a:prstDash val="solid"/>
                    </a:lnB>
                    <a:solidFill>
                      <a:srgbClr val="F1F1F1"/>
                    </a:solidFill>
                  </a:tcPr>
                </a:tc>
                <a:extLst>
                  <a:ext uri="{0D108BD9-81ED-4DB2-BD59-A6C34878D82A}">
                    <a16:rowId xmlns:a16="http://schemas.microsoft.com/office/drawing/2014/main" val="10003"/>
                  </a:ext>
                </a:extLst>
              </a:tr>
              <a:tr h="640080">
                <a:tc vMerge="1">
                  <a:txBody>
                    <a:bodyPr/>
                    <a:lstStyle/>
                    <a:p>
                      <a:endParaRPr/>
                    </a:p>
                  </a:txBody>
                  <a:tcPr marL="0" marR="0" marT="0"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tcPr>
                </a:tc>
                <a:tc>
                  <a:txBody>
                    <a:bodyPr/>
                    <a:lstStyle/>
                    <a:p>
                      <a:pPr>
                        <a:lnSpc>
                          <a:spcPct val="100000"/>
                        </a:lnSpc>
                        <a:spcBef>
                          <a:spcPts val="45"/>
                        </a:spcBef>
                      </a:pPr>
                      <a:endParaRPr sz="1400">
                        <a:latin typeface="Times New Roman"/>
                        <a:cs typeface="Times New Roman"/>
                      </a:endParaRPr>
                    </a:p>
                    <a:p>
                      <a:pPr marL="91440">
                        <a:lnSpc>
                          <a:spcPct val="100000"/>
                        </a:lnSpc>
                      </a:pPr>
                      <a:r>
                        <a:rPr sz="1400" b="1" spc="-85" dirty="0">
                          <a:solidFill>
                            <a:srgbClr val="505050"/>
                          </a:solidFill>
                          <a:latin typeface="Arial"/>
                          <a:cs typeface="Arial"/>
                        </a:rPr>
                        <a:t>Azure </a:t>
                      </a:r>
                      <a:r>
                        <a:rPr sz="1400" b="1" spc="-60" dirty="0">
                          <a:solidFill>
                            <a:srgbClr val="505050"/>
                          </a:solidFill>
                          <a:latin typeface="Arial"/>
                          <a:cs typeface="Arial"/>
                        </a:rPr>
                        <a:t>Information </a:t>
                      </a:r>
                      <a:r>
                        <a:rPr sz="1400" b="1" spc="-80" dirty="0">
                          <a:solidFill>
                            <a:srgbClr val="505050"/>
                          </a:solidFill>
                          <a:latin typeface="Arial"/>
                          <a:cs typeface="Arial"/>
                        </a:rPr>
                        <a:t>Protection</a:t>
                      </a:r>
                      <a:r>
                        <a:rPr sz="1400" b="1" spc="-290" dirty="0">
                          <a:solidFill>
                            <a:srgbClr val="505050"/>
                          </a:solidFill>
                          <a:latin typeface="Arial"/>
                          <a:cs typeface="Arial"/>
                        </a:rPr>
                        <a:t> </a:t>
                      </a:r>
                      <a:r>
                        <a:rPr sz="1400" b="1" spc="-85" dirty="0">
                          <a:solidFill>
                            <a:srgbClr val="505050"/>
                          </a:solidFill>
                          <a:latin typeface="Arial"/>
                          <a:cs typeface="Arial"/>
                        </a:rPr>
                        <a:t>P2</a:t>
                      </a:r>
                      <a:endParaRPr sz="1400">
                        <a:latin typeface="Arial"/>
                        <a:cs typeface="Arial"/>
                      </a:endParaRPr>
                    </a:p>
                  </a:txBody>
                  <a:tcPr marL="0" marR="0" marT="5715" marB="0">
                    <a:lnL w="3175">
                      <a:solidFill>
                        <a:srgbClr val="505050"/>
                      </a:solidFill>
                      <a:prstDash val="solid"/>
                    </a:lnL>
                    <a:lnR w="3175">
                      <a:solidFill>
                        <a:srgbClr val="505050"/>
                      </a:solidFill>
                      <a:prstDash val="solid"/>
                    </a:lnR>
                    <a:lnT w="3175">
                      <a:solidFill>
                        <a:srgbClr val="505050"/>
                      </a:solidFill>
                      <a:prstDash val="solid"/>
                    </a:lnT>
                    <a:lnB w="3175">
                      <a:solidFill>
                        <a:srgbClr val="505050"/>
                      </a:solidFill>
                      <a:prstDash val="solid"/>
                    </a:lnB>
                  </a:tcPr>
                </a:tc>
                <a:tc>
                  <a:txBody>
                    <a:bodyPr/>
                    <a:lstStyle/>
                    <a:p>
                      <a:pPr marL="274955" marR="328930">
                        <a:lnSpc>
                          <a:spcPct val="100000"/>
                        </a:lnSpc>
                        <a:spcBef>
                          <a:spcPts val="1050"/>
                        </a:spcBef>
                      </a:pPr>
                      <a:r>
                        <a:rPr sz="1200" spc="-165" dirty="0">
                          <a:solidFill>
                            <a:srgbClr val="505050"/>
                          </a:solidFill>
                          <a:latin typeface="Arial Black"/>
                          <a:cs typeface="Arial Black"/>
                        </a:rPr>
                        <a:t>Intelligent </a:t>
                      </a:r>
                      <a:r>
                        <a:rPr sz="1200" spc="-195" dirty="0">
                          <a:solidFill>
                            <a:srgbClr val="505050"/>
                          </a:solidFill>
                          <a:latin typeface="Arial Black"/>
                          <a:cs typeface="Arial Black"/>
                        </a:rPr>
                        <a:t>classification </a:t>
                      </a:r>
                      <a:r>
                        <a:rPr sz="1200" spc="-160" dirty="0">
                          <a:solidFill>
                            <a:srgbClr val="505050"/>
                          </a:solidFill>
                          <a:latin typeface="Arial Black"/>
                          <a:cs typeface="Arial Black"/>
                        </a:rPr>
                        <a:t>and </a:t>
                      </a:r>
                      <a:r>
                        <a:rPr sz="1200" spc="-170" dirty="0">
                          <a:solidFill>
                            <a:srgbClr val="505050"/>
                          </a:solidFill>
                          <a:latin typeface="Arial Black"/>
                          <a:cs typeface="Arial Black"/>
                        </a:rPr>
                        <a:t>encryption </a:t>
                      </a:r>
                      <a:r>
                        <a:rPr sz="1200" spc="-130" dirty="0">
                          <a:solidFill>
                            <a:srgbClr val="505050"/>
                          </a:solidFill>
                          <a:latin typeface="Arial Black"/>
                          <a:cs typeface="Arial Black"/>
                        </a:rPr>
                        <a:t>for </a:t>
                      </a:r>
                      <a:r>
                        <a:rPr sz="1200" spc="-175" dirty="0">
                          <a:solidFill>
                            <a:srgbClr val="505050"/>
                          </a:solidFill>
                          <a:latin typeface="Arial Black"/>
                          <a:cs typeface="Arial Black"/>
                        </a:rPr>
                        <a:t>files </a:t>
                      </a:r>
                      <a:r>
                        <a:rPr sz="1200" spc="-185" dirty="0">
                          <a:solidFill>
                            <a:srgbClr val="505050"/>
                          </a:solidFill>
                          <a:latin typeface="Arial Black"/>
                          <a:cs typeface="Arial Black"/>
                        </a:rPr>
                        <a:t>shared </a:t>
                      </a:r>
                      <a:r>
                        <a:rPr sz="1200" spc="-175" dirty="0">
                          <a:solidFill>
                            <a:srgbClr val="505050"/>
                          </a:solidFill>
                          <a:latin typeface="Arial Black"/>
                          <a:cs typeface="Arial Black"/>
                        </a:rPr>
                        <a:t>inside  </a:t>
                      </a:r>
                      <a:r>
                        <a:rPr sz="1200" spc="-160" dirty="0">
                          <a:solidFill>
                            <a:srgbClr val="505050"/>
                          </a:solidFill>
                          <a:latin typeface="Arial Black"/>
                          <a:cs typeface="Arial Black"/>
                        </a:rPr>
                        <a:t>and </a:t>
                      </a:r>
                      <a:r>
                        <a:rPr sz="1200" spc="-170" dirty="0">
                          <a:solidFill>
                            <a:srgbClr val="505050"/>
                          </a:solidFill>
                          <a:latin typeface="Arial Black"/>
                          <a:cs typeface="Arial Black"/>
                        </a:rPr>
                        <a:t>outside </a:t>
                      </a:r>
                      <a:r>
                        <a:rPr sz="1200" spc="-155" dirty="0">
                          <a:solidFill>
                            <a:srgbClr val="505050"/>
                          </a:solidFill>
                          <a:latin typeface="Arial Black"/>
                          <a:cs typeface="Arial Black"/>
                        </a:rPr>
                        <a:t>your</a:t>
                      </a:r>
                      <a:r>
                        <a:rPr sz="1200" spc="-55" dirty="0">
                          <a:solidFill>
                            <a:srgbClr val="505050"/>
                          </a:solidFill>
                          <a:latin typeface="Arial Black"/>
                          <a:cs typeface="Arial Black"/>
                        </a:rPr>
                        <a:t> </a:t>
                      </a:r>
                      <a:r>
                        <a:rPr sz="1200" spc="-160" dirty="0">
                          <a:solidFill>
                            <a:srgbClr val="505050"/>
                          </a:solidFill>
                          <a:latin typeface="Arial Black"/>
                          <a:cs typeface="Arial Black"/>
                        </a:rPr>
                        <a:t>organization</a:t>
                      </a:r>
                      <a:endParaRPr sz="1200">
                        <a:latin typeface="Arial Black"/>
                        <a:cs typeface="Arial Black"/>
                      </a:endParaRPr>
                    </a:p>
                  </a:txBody>
                  <a:tcPr marL="0" marR="0" marT="133350" marB="0">
                    <a:lnL w="3175">
                      <a:solidFill>
                        <a:srgbClr val="505050"/>
                      </a:solidFill>
                      <a:prstDash val="solid"/>
                    </a:lnL>
                    <a:lnR w="3175">
                      <a:solidFill>
                        <a:srgbClr val="505050"/>
                      </a:solidFill>
                      <a:prstDash val="solid"/>
                    </a:lnR>
                    <a:lnT w="3175">
                      <a:solidFill>
                        <a:srgbClr val="505050"/>
                      </a:solidFill>
                      <a:prstDash val="solid"/>
                    </a:lnT>
                    <a:lnB w="3175">
                      <a:solidFill>
                        <a:srgbClr val="505050"/>
                      </a:solidFill>
                      <a:prstDash val="solid"/>
                    </a:lnB>
                  </a:tcPr>
                </a:tc>
                <a:tc>
                  <a:txBody>
                    <a:bodyPr/>
                    <a:lstStyle/>
                    <a:p>
                      <a:pPr marL="635" algn="ctr">
                        <a:lnSpc>
                          <a:spcPct val="100000"/>
                        </a:lnSpc>
                        <a:spcBef>
                          <a:spcPts val="1400"/>
                        </a:spcBef>
                      </a:pPr>
                      <a:r>
                        <a:rPr sz="1800" dirty="0">
                          <a:solidFill>
                            <a:srgbClr val="0078D6"/>
                          </a:solidFill>
                          <a:latin typeface="Arial Black"/>
                          <a:cs typeface="Arial Black"/>
                        </a:rPr>
                        <a:t>●</a:t>
                      </a:r>
                      <a:endParaRPr sz="1800">
                        <a:latin typeface="Arial Black"/>
                        <a:cs typeface="Arial Black"/>
                      </a:endParaRPr>
                    </a:p>
                  </a:txBody>
                  <a:tcPr marL="0" marR="0" marT="177800" marB="0">
                    <a:lnL w="3175">
                      <a:solidFill>
                        <a:srgbClr val="505050"/>
                      </a:solidFill>
                      <a:prstDash val="solid"/>
                    </a:lnL>
                    <a:lnR w="3175">
                      <a:solidFill>
                        <a:srgbClr val="505050"/>
                      </a:solidFill>
                      <a:prstDash val="solid"/>
                    </a:lnR>
                    <a:lnT w="3175">
                      <a:solidFill>
                        <a:srgbClr val="505050"/>
                      </a:solidFill>
                      <a:prstDash val="solid"/>
                    </a:lnT>
                    <a:lnB w="3175">
                      <a:solidFill>
                        <a:srgbClr val="505050"/>
                      </a:solidFill>
                      <a:prstDash val="solid"/>
                    </a:lnB>
                    <a:solidFill>
                      <a:srgbClr val="F1F1F1"/>
                    </a:solidFill>
                  </a:tcPr>
                </a:tc>
                <a:extLst>
                  <a:ext uri="{0D108BD9-81ED-4DB2-BD59-A6C34878D82A}">
                    <a16:rowId xmlns:a16="http://schemas.microsoft.com/office/drawing/2014/main" val="10004"/>
                  </a:ext>
                </a:extLst>
              </a:tr>
              <a:tr h="640041">
                <a:tc vMerge="1">
                  <a:txBody>
                    <a:bodyPr/>
                    <a:lstStyle/>
                    <a:p>
                      <a:endParaRPr/>
                    </a:p>
                  </a:txBody>
                  <a:tcPr marL="0" marR="0" marT="0"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tcPr>
                </a:tc>
                <a:tc>
                  <a:txBody>
                    <a:bodyPr/>
                    <a:lstStyle/>
                    <a:p>
                      <a:pPr>
                        <a:lnSpc>
                          <a:spcPct val="100000"/>
                        </a:lnSpc>
                        <a:spcBef>
                          <a:spcPts val="45"/>
                        </a:spcBef>
                      </a:pPr>
                      <a:endParaRPr sz="1400">
                        <a:latin typeface="Times New Roman"/>
                        <a:cs typeface="Times New Roman"/>
                      </a:endParaRPr>
                    </a:p>
                    <a:p>
                      <a:pPr marL="91440">
                        <a:lnSpc>
                          <a:spcPct val="100000"/>
                        </a:lnSpc>
                      </a:pPr>
                      <a:r>
                        <a:rPr sz="1400" b="1" spc="-70" dirty="0">
                          <a:solidFill>
                            <a:srgbClr val="505050"/>
                          </a:solidFill>
                          <a:latin typeface="Arial"/>
                          <a:cs typeface="Arial"/>
                        </a:rPr>
                        <a:t>Microsoft </a:t>
                      </a:r>
                      <a:r>
                        <a:rPr sz="1400" b="1" spc="-85" dirty="0">
                          <a:solidFill>
                            <a:srgbClr val="505050"/>
                          </a:solidFill>
                          <a:latin typeface="Arial"/>
                          <a:cs typeface="Arial"/>
                        </a:rPr>
                        <a:t>Cloud </a:t>
                      </a:r>
                      <a:r>
                        <a:rPr sz="1400" b="1" spc="-65" dirty="0">
                          <a:solidFill>
                            <a:srgbClr val="505050"/>
                          </a:solidFill>
                          <a:latin typeface="Arial"/>
                          <a:cs typeface="Arial"/>
                        </a:rPr>
                        <a:t>App</a:t>
                      </a:r>
                      <a:r>
                        <a:rPr sz="1400" b="1" spc="-250" dirty="0">
                          <a:solidFill>
                            <a:srgbClr val="505050"/>
                          </a:solidFill>
                          <a:latin typeface="Arial"/>
                          <a:cs typeface="Arial"/>
                        </a:rPr>
                        <a:t> </a:t>
                      </a:r>
                      <a:r>
                        <a:rPr sz="1400" b="1" spc="-100" dirty="0">
                          <a:solidFill>
                            <a:srgbClr val="505050"/>
                          </a:solidFill>
                          <a:latin typeface="Arial"/>
                          <a:cs typeface="Arial"/>
                        </a:rPr>
                        <a:t>Security</a:t>
                      </a:r>
                      <a:endParaRPr sz="1400">
                        <a:latin typeface="Arial"/>
                        <a:cs typeface="Arial"/>
                      </a:endParaRPr>
                    </a:p>
                  </a:txBody>
                  <a:tcPr marL="0" marR="0" marT="5715" marB="0">
                    <a:lnL w="3175">
                      <a:solidFill>
                        <a:srgbClr val="505050"/>
                      </a:solidFill>
                      <a:prstDash val="solid"/>
                    </a:lnL>
                    <a:lnR w="3175">
                      <a:solidFill>
                        <a:srgbClr val="505050"/>
                      </a:solidFill>
                      <a:prstDash val="solid"/>
                    </a:lnR>
                    <a:lnT w="3175">
                      <a:solidFill>
                        <a:srgbClr val="505050"/>
                      </a:solidFill>
                      <a:prstDash val="solid"/>
                    </a:lnT>
                    <a:lnB w="12700">
                      <a:solidFill>
                        <a:srgbClr val="505050"/>
                      </a:solidFill>
                      <a:prstDash val="solid"/>
                    </a:lnB>
                  </a:tcPr>
                </a:tc>
                <a:tc>
                  <a:txBody>
                    <a:bodyPr/>
                    <a:lstStyle/>
                    <a:p>
                      <a:pPr marL="274955" marR="501650">
                        <a:lnSpc>
                          <a:spcPct val="100000"/>
                        </a:lnSpc>
                        <a:spcBef>
                          <a:spcPts val="1050"/>
                        </a:spcBef>
                      </a:pPr>
                      <a:r>
                        <a:rPr sz="1200" spc="-170" dirty="0">
                          <a:solidFill>
                            <a:srgbClr val="505050"/>
                          </a:solidFill>
                          <a:latin typeface="Arial Black"/>
                          <a:cs typeface="Arial Black"/>
                        </a:rPr>
                        <a:t>Enterprise-grade visibility, </a:t>
                      </a:r>
                      <a:r>
                        <a:rPr sz="1200" spc="-165" dirty="0">
                          <a:solidFill>
                            <a:srgbClr val="505050"/>
                          </a:solidFill>
                          <a:latin typeface="Arial Black"/>
                          <a:cs typeface="Arial Black"/>
                        </a:rPr>
                        <a:t>control, </a:t>
                      </a:r>
                      <a:r>
                        <a:rPr sz="1200" spc="-160" dirty="0">
                          <a:solidFill>
                            <a:srgbClr val="505050"/>
                          </a:solidFill>
                          <a:latin typeface="Arial Black"/>
                          <a:cs typeface="Arial Black"/>
                        </a:rPr>
                        <a:t>and </a:t>
                      </a:r>
                      <a:r>
                        <a:rPr sz="1200" spc="-165" dirty="0">
                          <a:solidFill>
                            <a:srgbClr val="505050"/>
                          </a:solidFill>
                          <a:latin typeface="Arial Black"/>
                          <a:cs typeface="Arial Black"/>
                        </a:rPr>
                        <a:t>protection </a:t>
                      </a:r>
                      <a:r>
                        <a:rPr sz="1200" spc="-130" dirty="0">
                          <a:solidFill>
                            <a:srgbClr val="505050"/>
                          </a:solidFill>
                          <a:latin typeface="Arial Black"/>
                          <a:cs typeface="Arial Black"/>
                        </a:rPr>
                        <a:t>for </a:t>
                      </a:r>
                      <a:r>
                        <a:rPr sz="1200" spc="-155" dirty="0">
                          <a:solidFill>
                            <a:srgbClr val="505050"/>
                          </a:solidFill>
                          <a:latin typeface="Arial Black"/>
                          <a:cs typeface="Arial Black"/>
                        </a:rPr>
                        <a:t>your  </a:t>
                      </a:r>
                      <a:r>
                        <a:rPr sz="1200" spc="-165" dirty="0">
                          <a:solidFill>
                            <a:srgbClr val="505050"/>
                          </a:solidFill>
                          <a:latin typeface="Arial Black"/>
                          <a:cs typeface="Arial Black"/>
                        </a:rPr>
                        <a:t>cloud</a:t>
                      </a:r>
                      <a:r>
                        <a:rPr sz="1200" spc="-130" dirty="0">
                          <a:solidFill>
                            <a:srgbClr val="505050"/>
                          </a:solidFill>
                          <a:latin typeface="Arial Black"/>
                          <a:cs typeface="Arial Black"/>
                        </a:rPr>
                        <a:t> </a:t>
                      </a:r>
                      <a:r>
                        <a:rPr sz="1200" spc="-180" dirty="0">
                          <a:solidFill>
                            <a:srgbClr val="505050"/>
                          </a:solidFill>
                          <a:latin typeface="Arial Black"/>
                          <a:cs typeface="Arial Black"/>
                        </a:rPr>
                        <a:t>applications</a:t>
                      </a:r>
                      <a:endParaRPr sz="1200">
                        <a:latin typeface="Arial Black"/>
                        <a:cs typeface="Arial Black"/>
                      </a:endParaRPr>
                    </a:p>
                  </a:txBody>
                  <a:tcPr marL="0" marR="0" marT="133350" marB="0">
                    <a:lnL w="3175">
                      <a:solidFill>
                        <a:srgbClr val="505050"/>
                      </a:solidFill>
                      <a:prstDash val="solid"/>
                    </a:lnL>
                    <a:lnR w="3175">
                      <a:solidFill>
                        <a:srgbClr val="505050"/>
                      </a:solidFill>
                      <a:prstDash val="solid"/>
                    </a:lnR>
                    <a:lnT w="3175">
                      <a:solidFill>
                        <a:srgbClr val="505050"/>
                      </a:solidFill>
                      <a:prstDash val="solid"/>
                    </a:lnT>
                    <a:lnB w="12700">
                      <a:solidFill>
                        <a:srgbClr val="505050"/>
                      </a:solidFill>
                      <a:prstDash val="solid"/>
                    </a:lnB>
                  </a:tcPr>
                </a:tc>
                <a:tc>
                  <a:txBody>
                    <a:bodyPr/>
                    <a:lstStyle/>
                    <a:p>
                      <a:pPr marL="635" algn="ctr">
                        <a:lnSpc>
                          <a:spcPct val="100000"/>
                        </a:lnSpc>
                        <a:spcBef>
                          <a:spcPts val="1400"/>
                        </a:spcBef>
                      </a:pPr>
                      <a:r>
                        <a:rPr sz="1800" dirty="0">
                          <a:solidFill>
                            <a:srgbClr val="0078D6"/>
                          </a:solidFill>
                          <a:latin typeface="Arial Black"/>
                          <a:cs typeface="Arial Black"/>
                        </a:rPr>
                        <a:t>●</a:t>
                      </a:r>
                      <a:endParaRPr sz="1800">
                        <a:latin typeface="Arial Black"/>
                        <a:cs typeface="Arial Black"/>
                      </a:endParaRPr>
                    </a:p>
                  </a:txBody>
                  <a:tcPr marL="0" marR="0" marT="177800" marB="0">
                    <a:lnL w="3175">
                      <a:solidFill>
                        <a:srgbClr val="505050"/>
                      </a:solidFill>
                      <a:prstDash val="solid"/>
                    </a:lnL>
                    <a:lnR w="3175">
                      <a:solidFill>
                        <a:srgbClr val="505050"/>
                      </a:solidFill>
                      <a:prstDash val="solid"/>
                    </a:lnR>
                    <a:lnT w="3175">
                      <a:solidFill>
                        <a:srgbClr val="505050"/>
                      </a:solidFill>
                      <a:prstDash val="solid"/>
                    </a:lnT>
                    <a:lnB w="12700">
                      <a:solidFill>
                        <a:srgbClr val="505050"/>
                      </a:solidFill>
                      <a:prstDash val="solid"/>
                    </a:lnB>
                    <a:solidFill>
                      <a:srgbClr val="F1F1F1"/>
                    </a:solidFill>
                  </a:tcPr>
                </a:tc>
                <a:extLst>
                  <a:ext uri="{0D108BD9-81ED-4DB2-BD59-A6C34878D82A}">
                    <a16:rowId xmlns:a16="http://schemas.microsoft.com/office/drawing/2014/main" val="10005"/>
                  </a:ext>
                </a:extLst>
              </a:tr>
              <a:tr h="640080">
                <a:tc>
                  <a:txBody>
                    <a:bodyPr/>
                    <a:lstStyle/>
                    <a:p>
                      <a:pPr marL="847090">
                        <a:lnSpc>
                          <a:spcPct val="100000"/>
                        </a:lnSpc>
                        <a:spcBef>
                          <a:spcPts val="1465"/>
                        </a:spcBef>
                      </a:pPr>
                      <a:r>
                        <a:rPr sz="1600" spc="-50" dirty="0">
                          <a:solidFill>
                            <a:srgbClr val="505050"/>
                          </a:solidFill>
                          <a:latin typeface="Arial"/>
                          <a:cs typeface="Arial"/>
                        </a:rPr>
                        <a:t>Threat</a:t>
                      </a:r>
                      <a:r>
                        <a:rPr sz="1600" spc="-15" dirty="0">
                          <a:solidFill>
                            <a:srgbClr val="505050"/>
                          </a:solidFill>
                          <a:latin typeface="Arial"/>
                          <a:cs typeface="Arial"/>
                        </a:rPr>
                        <a:t> </a:t>
                      </a:r>
                      <a:r>
                        <a:rPr sz="1600" spc="-5" dirty="0">
                          <a:solidFill>
                            <a:srgbClr val="505050"/>
                          </a:solidFill>
                          <a:latin typeface="Arial"/>
                          <a:cs typeface="Arial"/>
                        </a:rPr>
                        <a:t>protection</a:t>
                      </a:r>
                      <a:endParaRPr sz="1600">
                        <a:latin typeface="Arial"/>
                        <a:cs typeface="Arial"/>
                      </a:endParaRPr>
                    </a:p>
                  </a:txBody>
                  <a:tcPr marL="0" marR="0" marT="186055"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tcPr>
                </a:tc>
                <a:tc>
                  <a:txBody>
                    <a:bodyPr/>
                    <a:lstStyle/>
                    <a:p>
                      <a:pPr>
                        <a:lnSpc>
                          <a:spcPct val="100000"/>
                        </a:lnSpc>
                        <a:spcBef>
                          <a:spcPts val="45"/>
                        </a:spcBef>
                      </a:pPr>
                      <a:endParaRPr sz="1400">
                        <a:latin typeface="Times New Roman"/>
                        <a:cs typeface="Times New Roman"/>
                      </a:endParaRPr>
                    </a:p>
                    <a:p>
                      <a:pPr marL="91440">
                        <a:lnSpc>
                          <a:spcPct val="100000"/>
                        </a:lnSpc>
                      </a:pPr>
                      <a:r>
                        <a:rPr sz="1400" b="1" spc="-70" dirty="0">
                          <a:solidFill>
                            <a:srgbClr val="505050"/>
                          </a:solidFill>
                          <a:latin typeface="Arial"/>
                          <a:cs typeface="Arial"/>
                        </a:rPr>
                        <a:t>Microsoft </a:t>
                      </a:r>
                      <a:r>
                        <a:rPr sz="1400" b="1" spc="-95" dirty="0">
                          <a:solidFill>
                            <a:srgbClr val="505050"/>
                          </a:solidFill>
                          <a:latin typeface="Arial"/>
                          <a:cs typeface="Arial"/>
                        </a:rPr>
                        <a:t>Advanced </a:t>
                      </a:r>
                      <a:r>
                        <a:rPr sz="1400" b="1" spc="-75" dirty="0">
                          <a:solidFill>
                            <a:srgbClr val="505050"/>
                          </a:solidFill>
                          <a:latin typeface="Arial"/>
                          <a:cs typeface="Arial"/>
                        </a:rPr>
                        <a:t>Threat</a:t>
                      </a:r>
                      <a:r>
                        <a:rPr sz="1400" b="1" spc="-245" dirty="0">
                          <a:solidFill>
                            <a:srgbClr val="505050"/>
                          </a:solidFill>
                          <a:latin typeface="Arial"/>
                          <a:cs typeface="Arial"/>
                        </a:rPr>
                        <a:t> </a:t>
                      </a:r>
                      <a:r>
                        <a:rPr sz="1400" b="1" spc="-105" dirty="0">
                          <a:solidFill>
                            <a:srgbClr val="505050"/>
                          </a:solidFill>
                          <a:latin typeface="Arial"/>
                          <a:cs typeface="Arial"/>
                        </a:rPr>
                        <a:t>Analytics</a:t>
                      </a:r>
                      <a:endParaRPr sz="1400">
                        <a:latin typeface="Arial"/>
                        <a:cs typeface="Arial"/>
                      </a:endParaRPr>
                    </a:p>
                  </a:txBody>
                  <a:tcPr marL="0" marR="0" marT="5715"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tcPr>
                </a:tc>
                <a:tc>
                  <a:txBody>
                    <a:bodyPr/>
                    <a:lstStyle/>
                    <a:p>
                      <a:pPr marL="274955" marR="438150">
                        <a:lnSpc>
                          <a:spcPct val="100000"/>
                        </a:lnSpc>
                        <a:spcBef>
                          <a:spcPts val="1050"/>
                        </a:spcBef>
                      </a:pPr>
                      <a:r>
                        <a:rPr sz="1200" spc="-175" dirty="0">
                          <a:solidFill>
                            <a:srgbClr val="505050"/>
                          </a:solidFill>
                          <a:latin typeface="Arial Black"/>
                          <a:cs typeface="Arial Black"/>
                        </a:rPr>
                        <a:t>Protection </a:t>
                      </a:r>
                      <a:r>
                        <a:rPr sz="1200" spc="-150" dirty="0">
                          <a:solidFill>
                            <a:srgbClr val="505050"/>
                          </a:solidFill>
                          <a:latin typeface="Arial Black"/>
                          <a:cs typeface="Arial Black"/>
                        </a:rPr>
                        <a:t>from </a:t>
                      </a:r>
                      <a:r>
                        <a:rPr sz="1200" spc="-195" dirty="0">
                          <a:solidFill>
                            <a:srgbClr val="505050"/>
                          </a:solidFill>
                          <a:latin typeface="Arial Black"/>
                          <a:cs typeface="Arial Black"/>
                        </a:rPr>
                        <a:t>advanced </a:t>
                      </a:r>
                      <a:r>
                        <a:rPr sz="1200" spc="-170" dirty="0">
                          <a:solidFill>
                            <a:srgbClr val="505050"/>
                          </a:solidFill>
                          <a:latin typeface="Arial Black"/>
                          <a:cs typeface="Arial Black"/>
                        </a:rPr>
                        <a:t>targeted </a:t>
                      </a:r>
                      <a:r>
                        <a:rPr sz="1200" spc="-220" dirty="0">
                          <a:solidFill>
                            <a:srgbClr val="505050"/>
                          </a:solidFill>
                          <a:latin typeface="Arial Black"/>
                          <a:cs typeface="Arial Black"/>
                        </a:rPr>
                        <a:t>attacks </a:t>
                      </a:r>
                      <a:r>
                        <a:rPr sz="1200" spc="-170" dirty="0">
                          <a:solidFill>
                            <a:srgbClr val="505050"/>
                          </a:solidFill>
                          <a:latin typeface="Arial Black"/>
                          <a:cs typeface="Arial Black"/>
                        </a:rPr>
                        <a:t>leveraging </a:t>
                      </a:r>
                      <a:r>
                        <a:rPr sz="1200" spc="-190" dirty="0">
                          <a:solidFill>
                            <a:srgbClr val="505050"/>
                          </a:solidFill>
                          <a:latin typeface="Arial Black"/>
                          <a:cs typeface="Arial Black"/>
                        </a:rPr>
                        <a:t>user  </a:t>
                      </a:r>
                      <a:r>
                        <a:rPr sz="1200" spc="-160" dirty="0">
                          <a:solidFill>
                            <a:srgbClr val="505050"/>
                          </a:solidFill>
                          <a:latin typeface="Arial Black"/>
                          <a:cs typeface="Arial Black"/>
                        </a:rPr>
                        <a:t>and </a:t>
                      </a:r>
                      <a:r>
                        <a:rPr sz="1200" spc="-170" dirty="0">
                          <a:solidFill>
                            <a:srgbClr val="505050"/>
                          </a:solidFill>
                          <a:latin typeface="Arial Black"/>
                          <a:cs typeface="Arial Black"/>
                        </a:rPr>
                        <a:t>entity behavioral</a:t>
                      </a:r>
                      <a:r>
                        <a:rPr sz="1200" spc="-35" dirty="0">
                          <a:solidFill>
                            <a:srgbClr val="505050"/>
                          </a:solidFill>
                          <a:latin typeface="Arial Black"/>
                          <a:cs typeface="Arial Black"/>
                        </a:rPr>
                        <a:t> </a:t>
                      </a:r>
                      <a:r>
                        <a:rPr sz="1200" spc="-200" dirty="0">
                          <a:solidFill>
                            <a:srgbClr val="505050"/>
                          </a:solidFill>
                          <a:latin typeface="Arial Black"/>
                          <a:cs typeface="Arial Black"/>
                        </a:rPr>
                        <a:t>analytics</a:t>
                      </a:r>
                      <a:endParaRPr sz="1200">
                        <a:latin typeface="Arial Black"/>
                        <a:cs typeface="Arial Black"/>
                      </a:endParaRPr>
                    </a:p>
                  </a:txBody>
                  <a:tcPr marL="0" marR="0" marT="133350"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tcPr>
                </a:tc>
                <a:tc>
                  <a:txBody>
                    <a:bodyPr/>
                    <a:lstStyle/>
                    <a:p>
                      <a:pPr marL="635" algn="ctr">
                        <a:lnSpc>
                          <a:spcPct val="100000"/>
                        </a:lnSpc>
                        <a:spcBef>
                          <a:spcPts val="1400"/>
                        </a:spcBef>
                      </a:pPr>
                      <a:r>
                        <a:rPr sz="1800" dirty="0">
                          <a:solidFill>
                            <a:srgbClr val="0078D6"/>
                          </a:solidFill>
                          <a:latin typeface="Arial Black"/>
                          <a:cs typeface="Arial Black"/>
                        </a:rPr>
                        <a:t>●</a:t>
                      </a:r>
                      <a:endParaRPr sz="1800">
                        <a:latin typeface="Arial Black"/>
                        <a:cs typeface="Arial Black"/>
                      </a:endParaRPr>
                    </a:p>
                  </a:txBody>
                  <a:tcPr marL="0" marR="0" marT="177800" marB="0">
                    <a:lnL w="3175">
                      <a:solidFill>
                        <a:srgbClr val="505050"/>
                      </a:solidFill>
                      <a:prstDash val="solid"/>
                    </a:lnL>
                    <a:lnR w="3175">
                      <a:solidFill>
                        <a:srgbClr val="505050"/>
                      </a:solidFill>
                      <a:prstDash val="solid"/>
                    </a:lnR>
                    <a:lnT w="12700">
                      <a:solidFill>
                        <a:srgbClr val="505050"/>
                      </a:solidFill>
                      <a:prstDash val="solid"/>
                    </a:lnT>
                    <a:lnB w="12700">
                      <a:solidFill>
                        <a:srgbClr val="505050"/>
                      </a:solidFill>
                      <a:prstDash val="solid"/>
                    </a:lnB>
                    <a:solidFill>
                      <a:srgbClr val="F1F1F1"/>
                    </a:solidFill>
                  </a:tcPr>
                </a:tc>
                <a:extLst>
                  <a:ext uri="{0D108BD9-81ED-4DB2-BD59-A6C34878D82A}">
                    <a16:rowId xmlns:a16="http://schemas.microsoft.com/office/drawing/2014/main" val="10006"/>
                  </a:ext>
                </a:extLst>
              </a:tr>
            </a:tbl>
          </a:graphicData>
        </a:graphic>
      </p:graphicFrame>
      <p:sp>
        <p:nvSpPr>
          <p:cNvPr id="4" name="object 4"/>
          <p:cNvSpPr txBox="1"/>
          <p:nvPr/>
        </p:nvSpPr>
        <p:spPr>
          <a:xfrm>
            <a:off x="3769614" y="1597278"/>
            <a:ext cx="1181100" cy="299720"/>
          </a:xfrm>
          <a:prstGeom prst="rect">
            <a:avLst/>
          </a:prstGeom>
        </p:spPr>
        <p:txBody>
          <a:bodyPr vert="horz" wrap="square" lIns="0" tIns="12700" rIns="0" bIns="0" rtlCol="0">
            <a:spAutoFit/>
          </a:bodyPr>
          <a:lstStyle/>
          <a:p>
            <a:pPr marL="12700">
              <a:lnSpc>
                <a:spcPct val="100000"/>
              </a:lnSpc>
              <a:spcBef>
                <a:spcPts val="100"/>
              </a:spcBef>
            </a:pPr>
            <a:r>
              <a:rPr sz="1800" b="1" spc="-105" dirty="0">
                <a:solidFill>
                  <a:srgbClr val="505050"/>
                </a:solidFill>
                <a:latin typeface="Arial"/>
                <a:cs typeface="Arial"/>
              </a:rPr>
              <a:t>Technology</a:t>
            </a:r>
            <a:endParaRPr sz="1800">
              <a:latin typeface="Arial"/>
              <a:cs typeface="Arial"/>
            </a:endParaRPr>
          </a:p>
        </p:txBody>
      </p:sp>
      <p:sp>
        <p:nvSpPr>
          <p:cNvPr id="5" name="object 5"/>
          <p:cNvSpPr txBox="1"/>
          <p:nvPr/>
        </p:nvSpPr>
        <p:spPr>
          <a:xfrm>
            <a:off x="6991857" y="1597278"/>
            <a:ext cx="727075" cy="299720"/>
          </a:xfrm>
          <a:prstGeom prst="rect">
            <a:avLst/>
          </a:prstGeom>
        </p:spPr>
        <p:txBody>
          <a:bodyPr vert="horz" wrap="square" lIns="0" tIns="12700" rIns="0" bIns="0" rtlCol="0">
            <a:spAutoFit/>
          </a:bodyPr>
          <a:lstStyle/>
          <a:p>
            <a:pPr marL="12700">
              <a:lnSpc>
                <a:spcPct val="100000"/>
              </a:lnSpc>
              <a:spcBef>
                <a:spcPts val="100"/>
              </a:spcBef>
            </a:pPr>
            <a:r>
              <a:rPr sz="1800" b="1" spc="-260" dirty="0">
                <a:solidFill>
                  <a:srgbClr val="505050"/>
                </a:solidFill>
                <a:latin typeface="Arial"/>
                <a:cs typeface="Arial"/>
              </a:rPr>
              <a:t>B</a:t>
            </a:r>
            <a:r>
              <a:rPr sz="1800" b="1" spc="-95" dirty="0">
                <a:solidFill>
                  <a:srgbClr val="505050"/>
                </a:solidFill>
                <a:latin typeface="Arial"/>
                <a:cs typeface="Arial"/>
              </a:rPr>
              <a:t>ene</a:t>
            </a:r>
            <a:r>
              <a:rPr sz="1800" b="1" spc="-25" dirty="0">
                <a:solidFill>
                  <a:srgbClr val="505050"/>
                </a:solidFill>
                <a:latin typeface="Arial"/>
                <a:cs typeface="Arial"/>
              </a:rPr>
              <a:t>f</a:t>
            </a:r>
            <a:r>
              <a:rPr sz="1800" b="1" spc="-85" dirty="0">
                <a:solidFill>
                  <a:srgbClr val="505050"/>
                </a:solidFill>
                <a:latin typeface="Arial"/>
                <a:cs typeface="Arial"/>
              </a:rPr>
              <a:t>i</a:t>
            </a:r>
            <a:r>
              <a:rPr sz="1800" b="1" spc="50" dirty="0">
                <a:solidFill>
                  <a:srgbClr val="505050"/>
                </a:solidFill>
                <a:latin typeface="Arial"/>
                <a:cs typeface="Arial"/>
              </a:rPr>
              <a:t>t</a:t>
            </a:r>
            <a:endParaRPr sz="1800">
              <a:latin typeface="Arial"/>
              <a:cs typeface="Arial"/>
            </a:endParaRPr>
          </a:p>
        </p:txBody>
      </p:sp>
      <p:sp>
        <p:nvSpPr>
          <p:cNvPr id="6" name="object 6"/>
          <p:cNvSpPr txBox="1"/>
          <p:nvPr/>
        </p:nvSpPr>
        <p:spPr>
          <a:xfrm>
            <a:off x="11367261" y="1597278"/>
            <a:ext cx="259715" cy="299720"/>
          </a:xfrm>
          <a:prstGeom prst="rect">
            <a:avLst/>
          </a:prstGeom>
        </p:spPr>
        <p:txBody>
          <a:bodyPr vert="horz" wrap="square" lIns="0" tIns="12700" rIns="0" bIns="0" rtlCol="0">
            <a:spAutoFit/>
          </a:bodyPr>
          <a:lstStyle/>
          <a:p>
            <a:pPr marL="12700">
              <a:lnSpc>
                <a:spcPct val="100000"/>
              </a:lnSpc>
              <a:spcBef>
                <a:spcPts val="100"/>
              </a:spcBef>
            </a:pPr>
            <a:r>
              <a:rPr sz="1800" b="1" spc="-185" dirty="0">
                <a:solidFill>
                  <a:srgbClr val="0078D6"/>
                </a:solidFill>
                <a:latin typeface="Arial"/>
                <a:cs typeface="Arial"/>
              </a:rPr>
              <a:t>E5</a:t>
            </a:r>
            <a:endParaRPr sz="1800">
              <a:latin typeface="Arial"/>
              <a:cs typeface="Arial"/>
            </a:endParaRPr>
          </a:p>
        </p:txBody>
      </p:sp>
      <p:grpSp>
        <p:nvGrpSpPr>
          <p:cNvPr id="7" name="object 7"/>
          <p:cNvGrpSpPr/>
          <p:nvPr/>
        </p:nvGrpSpPr>
        <p:grpSpPr>
          <a:xfrm>
            <a:off x="563752" y="3404489"/>
            <a:ext cx="439420" cy="291465"/>
            <a:chOff x="563752" y="3404489"/>
            <a:chExt cx="439420" cy="291465"/>
          </a:xfrm>
        </p:grpSpPr>
        <p:sp>
          <p:nvSpPr>
            <p:cNvPr id="8" name="object 8"/>
            <p:cNvSpPr/>
            <p:nvPr/>
          </p:nvSpPr>
          <p:spPr>
            <a:xfrm>
              <a:off x="564641" y="3405378"/>
              <a:ext cx="437515" cy="289560"/>
            </a:xfrm>
            <a:custGeom>
              <a:avLst/>
              <a:gdLst/>
              <a:ahLst/>
              <a:cxnLst/>
              <a:rect l="l" t="t" r="r" b="b"/>
              <a:pathLst>
                <a:path w="437515" h="289560">
                  <a:moveTo>
                    <a:pt x="430885" y="256794"/>
                  </a:moveTo>
                  <a:lnTo>
                    <a:pt x="7137" y="256794"/>
                  </a:lnTo>
                  <a:lnTo>
                    <a:pt x="5867" y="257048"/>
                  </a:lnTo>
                  <a:lnTo>
                    <a:pt x="5549" y="257048"/>
                  </a:lnTo>
                  <a:lnTo>
                    <a:pt x="2222" y="258318"/>
                  </a:lnTo>
                  <a:lnTo>
                    <a:pt x="0" y="261747"/>
                  </a:lnTo>
                  <a:lnTo>
                    <a:pt x="0" y="267335"/>
                  </a:lnTo>
                  <a:lnTo>
                    <a:pt x="41262" y="289560"/>
                  </a:lnTo>
                  <a:lnTo>
                    <a:pt x="396125" y="289560"/>
                  </a:lnTo>
                  <a:lnTo>
                    <a:pt x="406566" y="288413"/>
                  </a:lnTo>
                  <a:lnTo>
                    <a:pt x="416008" y="285242"/>
                  </a:lnTo>
                  <a:lnTo>
                    <a:pt x="41262" y="285242"/>
                  </a:lnTo>
                  <a:lnTo>
                    <a:pt x="31805" y="284208"/>
                  </a:lnTo>
                  <a:lnTo>
                    <a:pt x="4127" y="263398"/>
                  </a:lnTo>
                  <a:lnTo>
                    <a:pt x="5232" y="261874"/>
                  </a:lnTo>
                  <a:lnTo>
                    <a:pt x="6819" y="261239"/>
                  </a:lnTo>
                  <a:lnTo>
                    <a:pt x="7302" y="261112"/>
                  </a:lnTo>
                  <a:lnTo>
                    <a:pt x="437131" y="261112"/>
                  </a:lnTo>
                  <a:lnTo>
                    <a:pt x="435165" y="258191"/>
                  </a:lnTo>
                  <a:lnTo>
                    <a:pt x="430885" y="256794"/>
                  </a:lnTo>
                  <a:close/>
                </a:path>
                <a:path w="437515" h="289560">
                  <a:moveTo>
                    <a:pt x="437131" y="261112"/>
                  </a:moveTo>
                  <a:lnTo>
                    <a:pt x="430402" y="261112"/>
                  </a:lnTo>
                  <a:lnTo>
                    <a:pt x="431990" y="261493"/>
                  </a:lnTo>
                  <a:lnTo>
                    <a:pt x="433260" y="263398"/>
                  </a:lnTo>
                  <a:lnTo>
                    <a:pt x="433108" y="265557"/>
                  </a:lnTo>
                  <a:lnTo>
                    <a:pt x="433108" y="266319"/>
                  </a:lnTo>
                  <a:lnTo>
                    <a:pt x="432970" y="266954"/>
                  </a:lnTo>
                  <a:lnTo>
                    <a:pt x="396125" y="285242"/>
                  </a:lnTo>
                  <a:lnTo>
                    <a:pt x="416008" y="285242"/>
                  </a:lnTo>
                  <a:lnTo>
                    <a:pt x="437388" y="261493"/>
                  </a:lnTo>
                  <a:lnTo>
                    <a:pt x="437131" y="261112"/>
                  </a:lnTo>
                  <a:close/>
                </a:path>
                <a:path w="437515" h="289560">
                  <a:moveTo>
                    <a:pt x="406438" y="0"/>
                  </a:moveTo>
                  <a:lnTo>
                    <a:pt x="30949" y="0"/>
                  </a:lnTo>
                  <a:lnTo>
                    <a:pt x="30949" y="256794"/>
                  </a:lnTo>
                  <a:lnTo>
                    <a:pt x="35229" y="256794"/>
                  </a:lnTo>
                  <a:lnTo>
                    <a:pt x="35229" y="4318"/>
                  </a:lnTo>
                  <a:lnTo>
                    <a:pt x="406438" y="4318"/>
                  </a:lnTo>
                  <a:lnTo>
                    <a:pt x="406438" y="0"/>
                  </a:lnTo>
                  <a:close/>
                </a:path>
                <a:path w="437515" h="289560">
                  <a:moveTo>
                    <a:pt x="406438" y="4318"/>
                  </a:moveTo>
                  <a:lnTo>
                    <a:pt x="402158" y="4318"/>
                  </a:lnTo>
                  <a:lnTo>
                    <a:pt x="402158" y="256794"/>
                  </a:lnTo>
                  <a:lnTo>
                    <a:pt x="406438" y="256794"/>
                  </a:lnTo>
                  <a:lnTo>
                    <a:pt x="406438" y="4318"/>
                  </a:lnTo>
                  <a:close/>
                </a:path>
              </a:pathLst>
            </a:custGeom>
            <a:solidFill>
              <a:srgbClr val="505050"/>
            </a:solidFill>
          </p:spPr>
          <p:txBody>
            <a:bodyPr wrap="square" lIns="0" tIns="0" rIns="0" bIns="0" rtlCol="0"/>
            <a:lstStyle/>
            <a:p>
              <a:endParaRPr/>
            </a:p>
          </p:txBody>
        </p:sp>
        <p:sp>
          <p:nvSpPr>
            <p:cNvPr id="9" name="object 9"/>
            <p:cNvSpPr/>
            <p:nvPr/>
          </p:nvSpPr>
          <p:spPr>
            <a:xfrm>
              <a:off x="564641" y="3405378"/>
              <a:ext cx="437515" cy="289560"/>
            </a:xfrm>
            <a:custGeom>
              <a:avLst/>
              <a:gdLst/>
              <a:ahLst/>
              <a:cxnLst/>
              <a:rect l="l" t="t" r="r" b="b"/>
              <a:pathLst>
                <a:path w="437515" h="289560">
                  <a:moveTo>
                    <a:pt x="432625" y="267970"/>
                  </a:moveTo>
                  <a:lnTo>
                    <a:pt x="431355" y="269367"/>
                  </a:lnTo>
                  <a:lnTo>
                    <a:pt x="423505" y="276187"/>
                  </a:lnTo>
                  <a:lnTo>
                    <a:pt x="414869" y="281162"/>
                  </a:lnTo>
                  <a:lnTo>
                    <a:pt x="405668" y="284208"/>
                  </a:lnTo>
                  <a:lnTo>
                    <a:pt x="396125" y="285242"/>
                  </a:lnTo>
                  <a:lnTo>
                    <a:pt x="41262" y="285242"/>
                  </a:lnTo>
                  <a:lnTo>
                    <a:pt x="6032" y="269367"/>
                  </a:lnTo>
                  <a:lnTo>
                    <a:pt x="4127" y="266192"/>
                  </a:lnTo>
                  <a:lnTo>
                    <a:pt x="4127" y="265557"/>
                  </a:lnTo>
                  <a:lnTo>
                    <a:pt x="4127" y="263398"/>
                  </a:lnTo>
                  <a:lnTo>
                    <a:pt x="5232" y="261874"/>
                  </a:lnTo>
                  <a:lnTo>
                    <a:pt x="6819" y="261239"/>
                  </a:lnTo>
                  <a:lnTo>
                    <a:pt x="7302" y="261112"/>
                  </a:lnTo>
                  <a:lnTo>
                    <a:pt x="7772" y="261112"/>
                  </a:lnTo>
                  <a:lnTo>
                    <a:pt x="8089" y="261112"/>
                  </a:lnTo>
                  <a:lnTo>
                    <a:pt x="33007" y="261112"/>
                  </a:lnTo>
                  <a:lnTo>
                    <a:pt x="35229" y="261112"/>
                  </a:lnTo>
                  <a:lnTo>
                    <a:pt x="402158" y="261112"/>
                  </a:lnTo>
                  <a:lnTo>
                    <a:pt x="430402" y="261112"/>
                  </a:lnTo>
                  <a:lnTo>
                    <a:pt x="431990" y="261493"/>
                  </a:lnTo>
                  <a:lnTo>
                    <a:pt x="433260" y="263398"/>
                  </a:lnTo>
                  <a:lnTo>
                    <a:pt x="433108" y="265557"/>
                  </a:lnTo>
                  <a:lnTo>
                    <a:pt x="433108" y="266319"/>
                  </a:lnTo>
                  <a:lnTo>
                    <a:pt x="432942" y="267081"/>
                  </a:lnTo>
                  <a:lnTo>
                    <a:pt x="432625" y="267970"/>
                  </a:lnTo>
                  <a:close/>
                </a:path>
                <a:path w="437515" h="289560">
                  <a:moveTo>
                    <a:pt x="402158" y="256794"/>
                  </a:moveTo>
                  <a:lnTo>
                    <a:pt x="35229" y="256794"/>
                  </a:lnTo>
                  <a:lnTo>
                    <a:pt x="35229" y="4318"/>
                  </a:lnTo>
                  <a:lnTo>
                    <a:pt x="402158" y="4318"/>
                  </a:lnTo>
                  <a:lnTo>
                    <a:pt x="402158" y="256794"/>
                  </a:lnTo>
                  <a:close/>
                </a:path>
                <a:path w="437515" h="289560">
                  <a:moveTo>
                    <a:pt x="431673" y="257048"/>
                  </a:moveTo>
                  <a:lnTo>
                    <a:pt x="430885" y="256794"/>
                  </a:lnTo>
                  <a:lnTo>
                    <a:pt x="411835" y="256794"/>
                  </a:lnTo>
                  <a:lnTo>
                    <a:pt x="406438" y="256794"/>
                  </a:lnTo>
                  <a:lnTo>
                    <a:pt x="406438" y="0"/>
                  </a:lnTo>
                  <a:lnTo>
                    <a:pt x="30949" y="0"/>
                  </a:lnTo>
                  <a:lnTo>
                    <a:pt x="30949" y="256794"/>
                  </a:lnTo>
                  <a:lnTo>
                    <a:pt x="8089" y="256794"/>
                  </a:lnTo>
                  <a:lnTo>
                    <a:pt x="7772" y="256794"/>
                  </a:lnTo>
                  <a:lnTo>
                    <a:pt x="7137" y="256794"/>
                  </a:lnTo>
                  <a:lnTo>
                    <a:pt x="5867" y="257048"/>
                  </a:lnTo>
                  <a:lnTo>
                    <a:pt x="5549" y="257048"/>
                  </a:lnTo>
                  <a:lnTo>
                    <a:pt x="2222" y="258318"/>
                  </a:lnTo>
                  <a:lnTo>
                    <a:pt x="0" y="261747"/>
                  </a:lnTo>
                  <a:lnTo>
                    <a:pt x="0" y="265557"/>
                  </a:lnTo>
                  <a:lnTo>
                    <a:pt x="0" y="267335"/>
                  </a:lnTo>
                  <a:lnTo>
                    <a:pt x="41262" y="289560"/>
                  </a:lnTo>
                  <a:lnTo>
                    <a:pt x="396125" y="289560"/>
                  </a:lnTo>
                  <a:lnTo>
                    <a:pt x="434530" y="272161"/>
                  </a:lnTo>
                  <a:lnTo>
                    <a:pt x="437388" y="267081"/>
                  </a:lnTo>
                  <a:lnTo>
                    <a:pt x="437388" y="265557"/>
                  </a:lnTo>
                  <a:lnTo>
                    <a:pt x="437388" y="261493"/>
                  </a:lnTo>
                  <a:lnTo>
                    <a:pt x="435165" y="258191"/>
                  </a:lnTo>
                  <a:lnTo>
                    <a:pt x="431673" y="257048"/>
                  </a:lnTo>
                  <a:close/>
                </a:path>
              </a:pathLst>
            </a:custGeom>
            <a:ln w="3175">
              <a:solidFill>
                <a:srgbClr val="505050"/>
              </a:solidFill>
            </a:ln>
          </p:spPr>
          <p:txBody>
            <a:bodyPr wrap="square" lIns="0" tIns="0" rIns="0" bIns="0" rtlCol="0"/>
            <a:lstStyle/>
            <a:p>
              <a:endParaRPr/>
            </a:p>
          </p:txBody>
        </p:sp>
      </p:grpSp>
      <p:grpSp>
        <p:nvGrpSpPr>
          <p:cNvPr id="10" name="object 10"/>
          <p:cNvGrpSpPr/>
          <p:nvPr/>
        </p:nvGrpSpPr>
        <p:grpSpPr>
          <a:xfrm>
            <a:off x="629412" y="4626864"/>
            <a:ext cx="306705" cy="399415"/>
            <a:chOff x="629412" y="4626864"/>
            <a:chExt cx="306705" cy="399415"/>
          </a:xfrm>
        </p:grpSpPr>
        <p:sp>
          <p:nvSpPr>
            <p:cNvPr id="11" name="object 11"/>
            <p:cNvSpPr/>
            <p:nvPr/>
          </p:nvSpPr>
          <p:spPr>
            <a:xfrm>
              <a:off x="635508" y="4632960"/>
              <a:ext cx="294640" cy="387350"/>
            </a:xfrm>
            <a:custGeom>
              <a:avLst/>
              <a:gdLst/>
              <a:ahLst/>
              <a:cxnLst/>
              <a:rect l="l" t="t" r="r" b="b"/>
              <a:pathLst>
                <a:path w="294640" h="387350">
                  <a:moveTo>
                    <a:pt x="22225" y="0"/>
                  </a:moveTo>
                  <a:lnTo>
                    <a:pt x="13705" y="1514"/>
                  </a:lnTo>
                  <a:lnTo>
                    <a:pt x="6626" y="5730"/>
                  </a:lnTo>
                  <a:lnTo>
                    <a:pt x="1790" y="12162"/>
                  </a:lnTo>
                  <a:lnTo>
                    <a:pt x="0" y="20319"/>
                  </a:lnTo>
                  <a:lnTo>
                    <a:pt x="0" y="220614"/>
                  </a:lnTo>
                  <a:lnTo>
                    <a:pt x="0" y="323469"/>
                  </a:lnTo>
                  <a:lnTo>
                    <a:pt x="0" y="361362"/>
                  </a:lnTo>
                  <a:lnTo>
                    <a:pt x="0" y="366775"/>
                  </a:lnTo>
                  <a:lnTo>
                    <a:pt x="1790" y="374933"/>
                  </a:lnTo>
                  <a:lnTo>
                    <a:pt x="6626" y="381365"/>
                  </a:lnTo>
                  <a:lnTo>
                    <a:pt x="13705" y="385581"/>
                  </a:lnTo>
                  <a:lnTo>
                    <a:pt x="22225" y="387095"/>
                  </a:lnTo>
                  <a:lnTo>
                    <a:pt x="166572" y="387095"/>
                  </a:lnTo>
                  <a:lnTo>
                    <a:pt x="240696" y="387095"/>
                  </a:lnTo>
                  <a:lnTo>
                    <a:pt x="268005" y="387095"/>
                  </a:lnTo>
                  <a:lnTo>
                    <a:pt x="271907" y="387095"/>
                  </a:lnTo>
                  <a:lnTo>
                    <a:pt x="280426" y="385581"/>
                  </a:lnTo>
                  <a:lnTo>
                    <a:pt x="287505" y="381365"/>
                  </a:lnTo>
                  <a:lnTo>
                    <a:pt x="292341" y="374933"/>
                  </a:lnTo>
                  <a:lnTo>
                    <a:pt x="294132" y="366775"/>
                  </a:lnTo>
                  <a:lnTo>
                    <a:pt x="294132" y="212663"/>
                  </a:lnTo>
                  <a:lnTo>
                    <a:pt x="294132" y="133524"/>
                  </a:lnTo>
                  <a:lnTo>
                    <a:pt x="294132" y="104368"/>
                  </a:lnTo>
                  <a:lnTo>
                    <a:pt x="294132" y="100202"/>
                  </a:lnTo>
                  <a:lnTo>
                    <a:pt x="232839" y="42273"/>
                  </a:lnTo>
                  <a:lnTo>
                    <a:pt x="201364" y="12525"/>
                  </a:lnTo>
                  <a:lnTo>
                    <a:pt x="189768" y="1565"/>
                  </a:lnTo>
                  <a:lnTo>
                    <a:pt x="188112" y="0"/>
                  </a:lnTo>
                  <a:lnTo>
                    <a:pt x="22225" y="0"/>
                  </a:lnTo>
                  <a:close/>
                </a:path>
              </a:pathLst>
            </a:custGeom>
            <a:ln w="12191">
              <a:solidFill>
                <a:srgbClr val="505050"/>
              </a:solidFill>
            </a:ln>
          </p:spPr>
          <p:txBody>
            <a:bodyPr wrap="square" lIns="0" tIns="0" rIns="0" bIns="0" rtlCol="0"/>
            <a:lstStyle/>
            <a:p>
              <a:endParaRPr/>
            </a:p>
          </p:txBody>
        </p:sp>
        <p:sp>
          <p:nvSpPr>
            <p:cNvPr id="12" name="object 12"/>
            <p:cNvSpPr/>
            <p:nvPr/>
          </p:nvSpPr>
          <p:spPr>
            <a:xfrm>
              <a:off x="818388" y="4626864"/>
              <a:ext cx="112776" cy="111251"/>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676656" y="4732020"/>
              <a:ext cx="210820" cy="236220"/>
            </a:xfrm>
            <a:custGeom>
              <a:avLst/>
              <a:gdLst/>
              <a:ahLst/>
              <a:cxnLst/>
              <a:rect l="l" t="t" r="r" b="b"/>
              <a:pathLst>
                <a:path w="210819" h="236220">
                  <a:moveTo>
                    <a:pt x="0" y="112775"/>
                  </a:moveTo>
                  <a:lnTo>
                    <a:pt x="45720" y="112775"/>
                  </a:lnTo>
                  <a:lnTo>
                    <a:pt x="45720" y="0"/>
                  </a:lnTo>
                  <a:lnTo>
                    <a:pt x="0" y="0"/>
                  </a:lnTo>
                  <a:lnTo>
                    <a:pt x="0" y="112775"/>
                  </a:lnTo>
                  <a:close/>
                </a:path>
                <a:path w="210819" h="236220">
                  <a:moveTo>
                    <a:pt x="70103" y="112775"/>
                  </a:moveTo>
                  <a:lnTo>
                    <a:pt x="105155" y="112775"/>
                  </a:lnTo>
                  <a:lnTo>
                    <a:pt x="105155" y="33527"/>
                  </a:lnTo>
                  <a:lnTo>
                    <a:pt x="70103" y="33527"/>
                  </a:lnTo>
                  <a:lnTo>
                    <a:pt x="70103" y="112775"/>
                  </a:lnTo>
                  <a:close/>
                </a:path>
                <a:path w="210819" h="236220">
                  <a:moveTo>
                    <a:pt x="128015" y="112775"/>
                  </a:moveTo>
                  <a:lnTo>
                    <a:pt x="156972" y="112775"/>
                  </a:lnTo>
                  <a:lnTo>
                    <a:pt x="156972" y="57911"/>
                  </a:lnTo>
                  <a:lnTo>
                    <a:pt x="128015" y="57911"/>
                  </a:lnTo>
                  <a:lnTo>
                    <a:pt x="128015" y="112775"/>
                  </a:lnTo>
                  <a:close/>
                </a:path>
                <a:path w="210819" h="236220">
                  <a:moveTo>
                    <a:pt x="206679" y="91439"/>
                  </a:moveTo>
                  <a:lnTo>
                    <a:pt x="208787" y="91439"/>
                  </a:lnTo>
                  <a:lnTo>
                    <a:pt x="208787" y="112775"/>
                  </a:lnTo>
                  <a:lnTo>
                    <a:pt x="181356" y="112775"/>
                  </a:lnTo>
                  <a:lnTo>
                    <a:pt x="181356" y="91439"/>
                  </a:lnTo>
                  <a:lnTo>
                    <a:pt x="206679" y="91439"/>
                  </a:lnTo>
                  <a:close/>
                </a:path>
                <a:path w="210819" h="236220">
                  <a:moveTo>
                    <a:pt x="79248" y="153923"/>
                  </a:moveTo>
                  <a:lnTo>
                    <a:pt x="0" y="153923"/>
                  </a:lnTo>
                </a:path>
                <a:path w="210819" h="236220">
                  <a:moveTo>
                    <a:pt x="59436" y="196595"/>
                  </a:moveTo>
                  <a:lnTo>
                    <a:pt x="0" y="196595"/>
                  </a:lnTo>
                </a:path>
                <a:path w="210819" h="236220">
                  <a:moveTo>
                    <a:pt x="79248" y="236219"/>
                  </a:moveTo>
                  <a:lnTo>
                    <a:pt x="0" y="236219"/>
                  </a:lnTo>
                </a:path>
                <a:path w="210819" h="236220">
                  <a:moveTo>
                    <a:pt x="210312" y="153923"/>
                  </a:moveTo>
                  <a:lnTo>
                    <a:pt x="131064" y="153923"/>
                  </a:lnTo>
                </a:path>
                <a:path w="210819" h="236220">
                  <a:moveTo>
                    <a:pt x="192024" y="196595"/>
                  </a:moveTo>
                  <a:lnTo>
                    <a:pt x="131064" y="196595"/>
                  </a:lnTo>
                </a:path>
                <a:path w="210819" h="236220">
                  <a:moveTo>
                    <a:pt x="210312" y="236219"/>
                  </a:moveTo>
                  <a:lnTo>
                    <a:pt x="131064" y="236219"/>
                  </a:lnTo>
                </a:path>
              </a:pathLst>
            </a:custGeom>
            <a:ln w="12192">
              <a:solidFill>
                <a:srgbClr val="505050"/>
              </a:solidFill>
            </a:ln>
          </p:spPr>
          <p:txBody>
            <a:bodyPr wrap="square" lIns="0" tIns="0" rIns="0" bIns="0" rtlCol="0"/>
            <a:lstStyle/>
            <a:p>
              <a:endParaRPr/>
            </a:p>
          </p:txBody>
        </p:sp>
      </p:grpSp>
      <p:sp>
        <p:nvSpPr>
          <p:cNvPr id="14" name="object 14"/>
          <p:cNvSpPr/>
          <p:nvPr/>
        </p:nvSpPr>
        <p:spPr>
          <a:xfrm>
            <a:off x="673982" y="5919895"/>
            <a:ext cx="339223" cy="339236"/>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504444" y="2607563"/>
            <a:ext cx="520065" cy="102235"/>
          </a:xfrm>
          <a:custGeom>
            <a:avLst/>
            <a:gdLst/>
            <a:ahLst/>
            <a:cxnLst/>
            <a:rect l="l" t="t" r="r" b="b"/>
            <a:pathLst>
              <a:path w="520065" h="102235">
                <a:moveTo>
                  <a:pt x="99060" y="57785"/>
                </a:moveTo>
                <a:lnTo>
                  <a:pt x="97650" y="56769"/>
                </a:lnTo>
                <a:lnTo>
                  <a:pt x="94576" y="53467"/>
                </a:lnTo>
                <a:lnTo>
                  <a:pt x="90093" y="48641"/>
                </a:lnTo>
                <a:lnTo>
                  <a:pt x="43395" y="48641"/>
                </a:lnTo>
                <a:lnTo>
                  <a:pt x="39624" y="41402"/>
                </a:lnTo>
                <a:lnTo>
                  <a:pt x="32080" y="36576"/>
                </a:lnTo>
                <a:lnTo>
                  <a:pt x="23114" y="36576"/>
                </a:lnTo>
                <a:lnTo>
                  <a:pt x="19342" y="37376"/>
                </a:lnTo>
                <a:lnTo>
                  <a:pt x="19342" y="56388"/>
                </a:lnTo>
                <a:lnTo>
                  <a:pt x="19342" y="63627"/>
                </a:lnTo>
                <a:lnTo>
                  <a:pt x="16510" y="66421"/>
                </a:lnTo>
                <a:lnTo>
                  <a:pt x="9906" y="66421"/>
                </a:lnTo>
                <a:lnTo>
                  <a:pt x="7073" y="63627"/>
                </a:lnTo>
                <a:lnTo>
                  <a:pt x="7073" y="56388"/>
                </a:lnTo>
                <a:lnTo>
                  <a:pt x="9906" y="53467"/>
                </a:lnTo>
                <a:lnTo>
                  <a:pt x="16510" y="53467"/>
                </a:lnTo>
                <a:lnTo>
                  <a:pt x="19342" y="56388"/>
                </a:lnTo>
                <a:lnTo>
                  <a:pt x="19342" y="37376"/>
                </a:lnTo>
                <a:lnTo>
                  <a:pt x="14122" y="38455"/>
                </a:lnTo>
                <a:lnTo>
                  <a:pt x="6769" y="43535"/>
                </a:lnTo>
                <a:lnTo>
                  <a:pt x="1816" y="51054"/>
                </a:lnTo>
                <a:lnTo>
                  <a:pt x="0" y="60198"/>
                </a:lnTo>
                <a:lnTo>
                  <a:pt x="1816" y="69354"/>
                </a:lnTo>
                <a:lnTo>
                  <a:pt x="6769" y="76873"/>
                </a:lnTo>
                <a:lnTo>
                  <a:pt x="14122" y="81953"/>
                </a:lnTo>
                <a:lnTo>
                  <a:pt x="23114" y="83820"/>
                </a:lnTo>
                <a:lnTo>
                  <a:pt x="32080" y="83820"/>
                </a:lnTo>
                <a:lnTo>
                  <a:pt x="39624" y="78994"/>
                </a:lnTo>
                <a:lnTo>
                  <a:pt x="43395" y="71755"/>
                </a:lnTo>
                <a:lnTo>
                  <a:pt x="52832" y="71755"/>
                </a:lnTo>
                <a:lnTo>
                  <a:pt x="58039" y="66421"/>
                </a:lnTo>
                <a:lnTo>
                  <a:pt x="59905" y="64516"/>
                </a:lnTo>
                <a:lnTo>
                  <a:pt x="65570" y="70358"/>
                </a:lnTo>
                <a:lnTo>
                  <a:pt x="71234" y="64516"/>
                </a:lnTo>
                <a:lnTo>
                  <a:pt x="76415" y="70358"/>
                </a:lnTo>
                <a:lnTo>
                  <a:pt x="81622" y="64516"/>
                </a:lnTo>
                <a:lnTo>
                  <a:pt x="82080" y="64008"/>
                </a:lnTo>
                <a:lnTo>
                  <a:pt x="88214" y="70358"/>
                </a:lnTo>
                <a:lnTo>
                  <a:pt x="94107" y="64008"/>
                </a:lnTo>
                <a:lnTo>
                  <a:pt x="97650" y="60198"/>
                </a:lnTo>
                <a:lnTo>
                  <a:pt x="99060" y="58801"/>
                </a:lnTo>
                <a:lnTo>
                  <a:pt x="99060" y="57785"/>
                </a:lnTo>
                <a:close/>
              </a:path>
              <a:path w="520065" h="102235">
                <a:moveTo>
                  <a:pt x="519684" y="0"/>
                </a:moveTo>
                <a:lnTo>
                  <a:pt x="468033" y="0"/>
                </a:lnTo>
                <a:lnTo>
                  <a:pt x="468033" y="45085"/>
                </a:lnTo>
                <a:lnTo>
                  <a:pt x="468033" y="60833"/>
                </a:lnTo>
                <a:lnTo>
                  <a:pt x="461810" y="67056"/>
                </a:lnTo>
                <a:lnTo>
                  <a:pt x="446036" y="67056"/>
                </a:lnTo>
                <a:lnTo>
                  <a:pt x="439813" y="60833"/>
                </a:lnTo>
                <a:lnTo>
                  <a:pt x="439813" y="52705"/>
                </a:lnTo>
                <a:lnTo>
                  <a:pt x="439331" y="45085"/>
                </a:lnTo>
                <a:lnTo>
                  <a:pt x="446036" y="38862"/>
                </a:lnTo>
                <a:lnTo>
                  <a:pt x="461810" y="38862"/>
                </a:lnTo>
                <a:lnTo>
                  <a:pt x="468033" y="45085"/>
                </a:lnTo>
                <a:lnTo>
                  <a:pt x="468033" y="0"/>
                </a:lnTo>
                <a:lnTo>
                  <a:pt x="413512" y="0"/>
                </a:lnTo>
                <a:lnTo>
                  <a:pt x="413512" y="45085"/>
                </a:lnTo>
                <a:lnTo>
                  <a:pt x="413512" y="60833"/>
                </a:lnTo>
                <a:lnTo>
                  <a:pt x="407289" y="67056"/>
                </a:lnTo>
                <a:lnTo>
                  <a:pt x="391515" y="67056"/>
                </a:lnTo>
                <a:lnTo>
                  <a:pt x="385292" y="60833"/>
                </a:lnTo>
                <a:lnTo>
                  <a:pt x="385292" y="45085"/>
                </a:lnTo>
                <a:lnTo>
                  <a:pt x="391515" y="38862"/>
                </a:lnTo>
                <a:lnTo>
                  <a:pt x="407289" y="38862"/>
                </a:lnTo>
                <a:lnTo>
                  <a:pt x="413512" y="45085"/>
                </a:lnTo>
                <a:lnTo>
                  <a:pt x="413512" y="0"/>
                </a:lnTo>
                <a:lnTo>
                  <a:pt x="359473" y="0"/>
                </a:lnTo>
                <a:lnTo>
                  <a:pt x="359473" y="45085"/>
                </a:lnTo>
                <a:lnTo>
                  <a:pt x="359473" y="60833"/>
                </a:lnTo>
                <a:lnTo>
                  <a:pt x="353250" y="67056"/>
                </a:lnTo>
                <a:lnTo>
                  <a:pt x="337464" y="67056"/>
                </a:lnTo>
                <a:lnTo>
                  <a:pt x="330771" y="60833"/>
                </a:lnTo>
                <a:lnTo>
                  <a:pt x="330771" y="45085"/>
                </a:lnTo>
                <a:lnTo>
                  <a:pt x="337464" y="38862"/>
                </a:lnTo>
                <a:lnTo>
                  <a:pt x="352767" y="38862"/>
                </a:lnTo>
                <a:lnTo>
                  <a:pt x="359473" y="45085"/>
                </a:lnTo>
                <a:lnTo>
                  <a:pt x="359473" y="0"/>
                </a:lnTo>
                <a:lnTo>
                  <a:pt x="304952" y="0"/>
                </a:lnTo>
                <a:lnTo>
                  <a:pt x="304952" y="45085"/>
                </a:lnTo>
                <a:lnTo>
                  <a:pt x="304952" y="60833"/>
                </a:lnTo>
                <a:lnTo>
                  <a:pt x="298729" y="67056"/>
                </a:lnTo>
                <a:lnTo>
                  <a:pt x="282943" y="67056"/>
                </a:lnTo>
                <a:lnTo>
                  <a:pt x="276733" y="60833"/>
                </a:lnTo>
                <a:lnTo>
                  <a:pt x="276733" y="52705"/>
                </a:lnTo>
                <a:lnTo>
                  <a:pt x="276250" y="45085"/>
                </a:lnTo>
                <a:lnTo>
                  <a:pt x="282943" y="38862"/>
                </a:lnTo>
                <a:lnTo>
                  <a:pt x="298729" y="38862"/>
                </a:lnTo>
                <a:lnTo>
                  <a:pt x="304952" y="45085"/>
                </a:lnTo>
                <a:lnTo>
                  <a:pt x="304952" y="0"/>
                </a:lnTo>
                <a:lnTo>
                  <a:pt x="250418" y="0"/>
                </a:lnTo>
                <a:lnTo>
                  <a:pt x="250418" y="45085"/>
                </a:lnTo>
                <a:lnTo>
                  <a:pt x="250418" y="60833"/>
                </a:lnTo>
                <a:lnTo>
                  <a:pt x="244208" y="67056"/>
                </a:lnTo>
                <a:lnTo>
                  <a:pt x="228422" y="67056"/>
                </a:lnTo>
                <a:lnTo>
                  <a:pt x="222211" y="60833"/>
                </a:lnTo>
                <a:lnTo>
                  <a:pt x="222211" y="45085"/>
                </a:lnTo>
                <a:lnTo>
                  <a:pt x="228422" y="38862"/>
                </a:lnTo>
                <a:lnTo>
                  <a:pt x="244208" y="38862"/>
                </a:lnTo>
                <a:lnTo>
                  <a:pt x="250418" y="45085"/>
                </a:lnTo>
                <a:lnTo>
                  <a:pt x="250418" y="0"/>
                </a:lnTo>
                <a:lnTo>
                  <a:pt x="196380" y="0"/>
                </a:lnTo>
                <a:lnTo>
                  <a:pt x="196380" y="45085"/>
                </a:lnTo>
                <a:lnTo>
                  <a:pt x="196380" y="60833"/>
                </a:lnTo>
                <a:lnTo>
                  <a:pt x="190169" y="67056"/>
                </a:lnTo>
                <a:lnTo>
                  <a:pt x="174383" y="67056"/>
                </a:lnTo>
                <a:lnTo>
                  <a:pt x="167690" y="60833"/>
                </a:lnTo>
                <a:lnTo>
                  <a:pt x="167690" y="45085"/>
                </a:lnTo>
                <a:lnTo>
                  <a:pt x="174383" y="38862"/>
                </a:lnTo>
                <a:lnTo>
                  <a:pt x="189687" y="38862"/>
                </a:lnTo>
                <a:lnTo>
                  <a:pt x="196380" y="45085"/>
                </a:lnTo>
                <a:lnTo>
                  <a:pt x="196380" y="0"/>
                </a:lnTo>
                <a:lnTo>
                  <a:pt x="111252" y="0"/>
                </a:lnTo>
                <a:lnTo>
                  <a:pt x="111252" y="102108"/>
                </a:lnTo>
                <a:lnTo>
                  <a:pt x="519684" y="102108"/>
                </a:lnTo>
                <a:lnTo>
                  <a:pt x="519684" y="67056"/>
                </a:lnTo>
                <a:lnTo>
                  <a:pt x="519684" y="38862"/>
                </a:lnTo>
                <a:lnTo>
                  <a:pt x="519684" y="0"/>
                </a:lnTo>
                <a:close/>
              </a:path>
            </a:pathLst>
          </a:custGeom>
          <a:solidFill>
            <a:srgbClr val="505050"/>
          </a:solidFill>
        </p:spPr>
        <p:txBody>
          <a:bodyPr wrap="square" lIns="0" tIns="0" rIns="0" bIns="0" rtlCol="0"/>
          <a:lstStyle/>
          <a:p>
            <a:endParaRPr/>
          </a:p>
        </p:txBody>
      </p:sp>
      <p:grpSp>
        <p:nvGrpSpPr>
          <p:cNvPr id="16" name="object 16"/>
          <p:cNvGrpSpPr/>
          <p:nvPr/>
        </p:nvGrpSpPr>
        <p:grpSpPr>
          <a:xfrm>
            <a:off x="505968" y="2459735"/>
            <a:ext cx="518159" cy="102235"/>
            <a:chOff x="505968" y="2459735"/>
            <a:chExt cx="518159" cy="102235"/>
          </a:xfrm>
        </p:grpSpPr>
        <p:sp>
          <p:nvSpPr>
            <p:cNvPr id="17" name="object 17"/>
            <p:cNvSpPr/>
            <p:nvPr/>
          </p:nvSpPr>
          <p:spPr>
            <a:xfrm>
              <a:off x="505968" y="2478023"/>
              <a:ext cx="82295" cy="80772"/>
            </a:xfrm>
            <a:prstGeom prst="rect">
              <a:avLst/>
            </a:prstGeom>
            <a:blipFill>
              <a:blip r:embed="rId5" cstate="print"/>
              <a:stretch>
                <a:fillRect/>
              </a:stretch>
            </a:blipFill>
          </p:spPr>
          <p:txBody>
            <a:bodyPr wrap="square" lIns="0" tIns="0" rIns="0" bIns="0" rtlCol="0"/>
            <a:lstStyle/>
            <a:p>
              <a:endParaRPr/>
            </a:p>
          </p:txBody>
        </p:sp>
        <p:sp>
          <p:nvSpPr>
            <p:cNvPr id="18" name="object 18"/>
            <p:cNvSpPr/>
            <p:nvPr/>
          </p:nvSpPr>
          <p:spPr>
            <a:xfrm>
              <a:off x="615696" y="2459735"/>
              <a:ext cx="408940" cy="102235"/>
            </a:xfrm>
            <a:custGeom>
              <a:avLst/>
              <a:gdLst/>
              <a:ahLst/>
              <a:cxnLst/>
              <a:rect l="l" t="t" r="r" b="b"/>
              <a:pathLst>
                <a:path w="408940" h="102235">
                  <a:moveTo>
                    <a:pt x="408432" y="0"/>
                  </a:moveTo>
                  <a:lnTo>
                    <a:pt x="0" y="0"/>
                  </a:lnTo>
                  <a:lnTo>
                    <a:pt x="0" y="102108"/>
                  </a:lnTo>
                  <a:lnTo>
                    <a:pt x="408432" y="102108"/>
                  </a:lnTo>
                  <a:lnTo>
                    <a:pt x="408432" y="69976"/>
                  </a:lnTo>
                  <a:lnTo>
                    <a:pt x="63131" y="69976"/>
                  </a:lnTo>
                  <a:lnTo>
                    <a:pt x="56438" y="63753"/>
                  </a:lnTo>
                  <a:lnTo>
                    <a:pt x="56438" y="47878"/>
                  </a:lnTo>
                  <a:lnTo>
                    <a:pt x="63131" y="41655"/>
                  </a:lnTo>
                  <a:lnTo>
                    <a:pt x="408432" y="41655"/>
                  </a:lnTo>
                  <a:lnTo>
                    <a:pt x="408432" y="0"/>
                  </a:lnTo>
                  <a:close/>
                </a:path>
                <a:path w="408940" h="102235">
                  <a:moveTo>
                    <a:pt x="117170" y="41655"/>
                  </a:moveTo>
                  <a:lnTo>
                    <a:pt x="78435" y="41655"/>
                  </a:lnTo>
                  <a:lnTo>
                    <a:pt x="85128" y="47878"/>
                  </a:lnTo>
                  <a:lnTo>
                    <a:pt x="85128" y="63753"/>
                  </a:lnTo>
                  <a:lnTo>
                    <a:pt x="78917" y="69976"/>
                  </a:lnTo>
                  <a:lnTo>
                    <a:pt x="117170" y="69976"/>
                  </a:lnTo>
                  <a:lnTo>
                    <a:pt x="110959" y="63753"/>
                  </a:lnTo>
                  <a:lnTo>
                    <a:pt x="110959" y="47878"/>
                  </a:lnTo>
                  <a:lnTo>
                    <a:pt x="117170" y="41655"/>
                  </a:lnTo>
                  <a:close/>
                </a:path>
                <a:path w="408940" h="102235">
                  <a:moveTo>
                    <a:pt x="171691" y="41655"/>
                  </a:moveTo>
                  <a:lnTo>
                    <a:pt x="132956" y="41655"/>
                  </a:lnTo>
                  <a:lnTo>
                    <a:pt x="139166" y="47878"/>
                  </a:lnTo>
                  <a:lnTo>
                    <a:pt x="139166" y="63753"/>
                  </a:lnTo>
                  <a:lnTo>
                    <a:pt x="132956" y="69976"/>
                  </a:lnTo>
                  <a:lnTo>
                    <a:pt x="171691" y="69976"/>
                  </a:lnTo>
                  <a:lnTo>
                    <a:pt x="165481" y="63753"/>
                  </a:lnTo>
                  <a:lnTo>
                    <a:pt x="165481" y="55625"/>
                  </a:lnTo>
                  <a:lnTo>
                    <a:pt x="164998" y="47878"/>
                  </a:lnTo>
                  <a:lnTo>
                    <a:pt x="171691" y="41655"/>
                  </a:lnTo>
                  <a:close/>
                </a:path>
                <a:path w="408940" h="102235">
                  <a:moveTo>
                    <a:pt x="226212" y="41655"/>
                  </a:moveTo>
                  <a:lnTo>
                    <a:pt x="187477" y="41655"/>
                  </a:lnTo>
                  <a:lnTo>
                    <a:pt x="193700" y="47878"/>
                  </a:lnTo>
                  <a:lnTo>
                    <a:pt x="193700" y="63753"/>
                  </a:lnTo>
                  <a:lnTo>
                    <a:pt x="187477" y="69976"/>
                  </a:lnTo>
                  <a:lnTo>
                    <a:pt x="226212" y="69976"/>
                  </a:lnTo>
                  <a:lnTo>
                    <a:pt x="219519" y="63753"/>
                  </a:lnTo>
                  <a:lnTo>
                    <a:pt x="219519" y="47878"/>
                  </a:lnTo>
                  <a:lnTo>
                    <a:pt x="226212" y="41655"/>
                  </a:lnTo>
                  <a:close/>
                </a:path>
                <a:path w="408940" h="102235">
                  <a:moveTo>
                    <a:pt x="280263" y="41655"/>
                  </a:moveTo>
                  <a:lnTo>
                    <a:pt x="241515" y="41655"/>
                  </a:lnTo>
                  <a:lnTo>
                    <a:pt x="248221" y="47878"/>
                  </a:lnTo>
                  <a:lnTo>
                    <a:pt x="248221" y="63753"/>
                  </a:lnTo>
                  <a:lnTo>
                    <a:pt x="241998" y="69976"/>
                  </a:lnTo>
                  <a:lnTo>
                    <a:pt x="280263" y="69976"/>
                  </a:lnTo>
                  <a:lnTo>
                    <a:pt x="274040" y="63753"/>
                  </a:lnTo>
                  <a:lnTo>
                    <a:pt x="274040" y="47878"/>
                  </a:lnTo>
                  <a:lnTo>
                    <a:pt x="280263" y="41655"/>
                  </a:lnTo>
                  <a:close/>
                </a:path>
                <a:path w="408940" h="102235">
                  <a:moveTo>
                    <a:pt x="334784" y="41655"/>
                  </a:moveTo>
                  <a:lnTo>
                    <a:pt x="296037" y="41655"/>
                  </a:lnTo>
                  <a:lnTo>
                    <a:pt x="302260" y="47878"/>
                  </a:lnTo>
                  <a:lnTo>
                    <a:pt x="302260" y="63753"/>
                  </a:lnTo>
                  <a:lnTo>
                    <a:pt x="296037" y="69976"/>
                  </a:lnTo>
                  <a:lnTo>
                    <a:pt x="334784" y="69976"/>
                  </a:lnTo>
                  <a:lnTo>
                    <a:pt x="328561" y="63753"/>
                  </a:lnTo>
                  <a:lnTo>
                    <a:pt x="328561" y="55625"/>
                  </a:lnTo>
                  <a:lnTo>
                    <a:pt x="328079" y="47878"/>
                  </a:lnTo>
                  <a:lnTo>
                    <a:pt x="334784" y="41655"/>
                  </a:lnTo>
                  <a:close/>
                </a:path>
                <a:path w="408940" h="102235">
                  <a:moveTo>
                    <a:pt x="408432" y="41655"/>
                  </a:moveTo>
                  <a:lnTo>
                    <a:pt x="350558" y="41655"/>
                  </a:lnTo>
                  <a:lnTo>
                    <a:pt x="356781" y="47878"/>
                  </a:lnTo>
                  <a:lnTo>
                    <a:pt x="356781" y="63753"/>
                  </a:lnTo>
                  <a:lnTo>
                    <a:pt x="350558" y="69976"/>
                  </a:lnTo>
                  <a:lnTo>
                    <a:pt x="408432" y="69976"/>
                  </a:lnTo>
                  <a:lnTo>
                    <a:pt x="408432" y="41655"/>
                  </a:lnTo>
                  <a:close/>
                </a:path>
              </a:pathLst>
            </a:custGeom>
            <a:solidFill>
              <a:srgbClr val="505050"/>
            </a:solidFill>
          </p:spPr>
          <p:txBody>
            <a:bodyPr wrap="square" lIns="0" tIns="0" rIns="0" bIns="0" rtlCol="0"/>
            <a:lstStyle/>
            <a:p>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1519427"/>
            <a:ext cx="11125200" cy="533857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431660" y="439547"/>
            <a:ext cx="5074932" cy="425195"/>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5706871" y="681794"/>
            <a:ext cx="149390" cy="24579"/>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6040882" y="443991"/>
            <a:ext cx="1840991" cy="542544"/>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396240" y="4466844"/>
            <a:ext cx="2423160" cy="608330"/>
          </a:xfrm>
          <a:custGeom>
            <a:avLst/>
            <a:gdLst/>
            <a:ahLst/>
            <a:cxnLst/>
            <a:rect l="l" t="t" r="r" b="b"/>
            <a:pathLst>
              <a:path w="2423160" h="608329">
                <a:moveTo>
                  <a:pt x="0" y="608075"/>
                </a:moveTo>
                <a:lnTo>
                  <a:pt x="2423160" y="608075"/>
                </a:lnTo>
                <a:lnTo>
                  <a:pt x="2423160" y="0"/>
                </a:lnTo>
                <a:lnTo>
                  <a:pt x="0" y="0"/>
                </a:lnTo>
                <a:lnTo>
                  <a:pt x="0" y="608075"/>
                </a:lnTo>
                <a:close/>
              </a:path>
            </a:pathLst>
          </a:custGeom>
          <a:ln w="76199">
            <a:solidFill>
              <a:srgbClr val="00B193"/>
            </a:solidFill>
          </a:ln>
        </p:spPr>
        <p:txBody>
          <a:bodyPr wrap="square" lIns="0" tIns="0" rIns="0" bIns="0" rtlCol="0"/>
          <a:lstStyle/>
          <a:p>
            <a:endParaRPr/>
          </a:p>
        </p:txBody>
      </p:sp>
      <p:sp>
        <p:nvSpPr>
          <p:cNvPr id="7" name="object 7"/>
          <p:cNvSpPr/>
          <p:nvPr/>
        </p:nvSpPr>
        <p:spPr>
          <a:xfrm>
            <a:off x="11215116" y="234695"/>
            <a:ext cx="541020" cy="685800"/>
          </a:xfrm>
          <a:prstGeom prst="rect">
            <a:avLst/>
          </a:prstGeom>
          <a:blipFill>
            <a:blip r:embed="rId6" cstate="print"/>
            <a:stretch>
              <a:fillRect/>
            </a:stretch>
          </a:blipFill>
        </p:spPr>
        <p:txBody>
          <a:bodyPr wrap="square" lIns="0" tIns="0" rIns="0" bIns="0" rtlCol="0"/>
          <a:lstStyle/>
          <a:p>
            <a:endParaRPr/>
          </a:p>
        </p:txBody>
      </p:sp>
      <p:sp>
        <p:nvSpPr>
          <p:cNvPr id="8" name="object 8"/>
          <p:cNvSpPr txBox="1"/>
          <p:nvPr/>
        </p:nvSpPr>
        <p:spPr>
          <a:xfrm>
            <a:off x="5166055" y="4396868"/>
            <a:ext cx="2145030" cy="232410"/>
          </a:xfrm>
          <a:prstGeom prst="rect">
            <a:avLst/>
          </a:prstGeom>
        </p:spPr>
        <p:txBody>
          <a:bodyPr vert="horz" wrap="square" lIns="0" tIns="13335" rIns="0" bIns="0" rtlCol="0">
            <a:spAutoFit/>
          </a:bodyPr>
          <a:lstStyle/>
          <a:p>
            <a:pPr marL="12700">
              <a:lnSpc>
                <a:spcPct val="100000"/>
              </a:lnSpc>
              <a:spcBef>
                <a:spcPts val="105"/>
              </a:spcBef>
            </a:pPr>
            <a:r>
              <a:rPr sz="1350" spc="5" dirty="0">
                <a:solidFill>
                  <a:srgbClr val="335B74"/>
                </a:solidFill>
                <a:latin typeface="Carlito"/>
                <a:cs typeface="Carlito"/>
              </a:rPr>
              <a:t>Due Diligence</a:t>
            </a:r>
            <a:r>
              <a:rPr sz="1350" spc="-10" dirty="0">
                <a:solidFill>
                  <a:srgbClr val="335B74"/>
                </a:solidFill>
                <a:latin typeface="Carlito"/>
                <a:cs typeface="Carlito"/>
              </a:rPr>
              <a:t> </a:t>
            </a:r>
            <a:r>
              <a:rPr sz="1350" spc="5" dirty="0">
                <a:solidFill>
                  <a:srgbClr val="335B74"/>
                </a:solidFill>
                <a:latin typeface="Carlito"/>
                <a:cs typeface="Carlito"/>
              </a:rPr>
              <a:t>Documentation</a:t>
            </a:r>
            <a:endParaRPr sz="1350">
              <a:latin typeface="Carlito"/>
              <a:cs typeface="Carlito"/>
            </a:endParaRPr>
          </a:p>
        </p:txBody>
      </p:sp>
      <p:sp>
        <p:nvSpPr>
          <p:cNvPr id="9" name="object 9"/>
          <p:cNvSpPr/>
          <p:nvPr/>
        </p:nvSpPr>
        <p:spPr>
          <a:xfrm>
            <a:off x="5138737" y="4654841"/>
            <a:ext cx="5497195" cy="306070"/>
          </a:xfrm>
          <a:custGeom>
            <a:avLst/>
            <a:gdLst/>
            <a:ahLst/>
            <a:cxnLst/>
            <a:rect l="l" t="t" r="r" b="b"/>
            <a:pathLst>
              <a:path w="5497195" h="306070">
                <a:moveTo>
                  <a:pt x="5496890" y="0"/>
                </a:moveTo>
                <a:lnTo>
                  <a:pt x="4573168" y="0"/>
                </a:lnTo>
                <a:lnTo>
                  <a:pt x="3646614" y="0"/>
                </a:lnTo>
                <a:lnTo>
                  <a:pt x="791133" y="0"/>
                </a:lnTo>
                <a:lnTo>
                  <a:pt x="0" y="0"/>
                </a:lnTo>
                <a:lnTo>
                  <a:pt x="0" y="305739"/>
                </a:lnTo>
                <a:lnTo>
                  <a:pt x="791133" y="305739"/>
                </a:lnTo>
                <a:lnTo>
                  <a:pt x="3646614" y="305739"/>
                </a:lnTo>
                <a:lnTo>
                  <a:pt x="4573168" y="305739"/>
                </a:lnTo>
                <a:lnTo>
                  <a:pt x="5496890" y="305739"/>
                </a:lnTo>
                <a:lnTo>
                  <a:pt x="5496890" y="0"/>
                </a:lnTo>
                <a:close/>
              </a:path>
            </a:pathLst>
          </a:custGeom>
          <a:solidFill>
            <a:srgbClr val="335B74"/>
          </a:solidFill>
        </p:spPr>
        <p:txBody>
          <a:bodyPr wrap="square" lIns="0" tIns="0" rIns="0" bIns="0" rtlCol="0"/>
          <a:lstStyle/>
          <a:p>
            <a:endParaRPr/>
          </a:p>
        </p:txBody>
      </p:sp>
      <p:sp>
        <p:nvSpPr>
          <p:cNvPr id="10" name="object 10"/>
          <p:cNvSpPr txBox="1"/>
          <p:nvPr/>
        </p:nvSpPr>
        <p:spPr>
          <a:xfrm>
            <a:off x="5178755" y="4671303"/>
            <a:ext cx="4839970" cy="261620"/>
          </a:xfrm>
          <a:prstGeom prst="rect">
            <a:avLst/>
          </a:prstGeom>
        </p:spPr>
        <p:txBody>
          <a:bodyPr vert="horz" wrap="square" lIns="0" tIns="13970" rIns="0" bIns="0" rtlCol="0">
            <a:spAutoFit/>
          </a:bodyPr>
          <a:lstStyle/>
          <a:p>
            <a:pPr>
              <a:lnSpc>
                <a:spcPct val="100000"/>
              </a:lnSpc>
              <a:spcBef>
                <a:spcPts val="110"/>
              </a:spcBef>
            </a:pPr>
            <a:r>
              <a:rPr sz="750" b="1" spc="10" dirty="0">
                <a:solidFill>
                  <a:srgbClr val="FFFFFF"/>
                </a:solidFill>
                <a:latin typeface="Carlito"/>
                <a:cs typeface="Carlito"/>
              </a:rPr>
              <a:t>Due</a:t>
            </a:r>
            <a:r>
              <a:rPr sz="750" b="1" spc="5" dirty="0">
                <a:solidFill>
                  <a:srgbClr val="FFFFFF"/>
                </a:solidFill>
                <a:latin typeface="Carlito"/>
                <a:cs typeface="Carlito"/>
              </a:rPr>
              <a:t> Diligence</a:t>
            </a:r>
            <a:endParaRPr sz="750">
              <a:latin typeface="Carlito"/>
              <a:cs typeface="Carlito"/>
            </a:endParaRPr>
          </a:p>
          <a:p>
            <a:pPr>
              <a:lnSpc>
                <a:spcPct val="100000"/>
              </a:lnSpc>
              <a:spcBef>
                <a:spcPts val="45"/>
              </a:spcBef>
              <a:tabLst>
                <a:tab pos="789940" algn="l"/>
                <a:tab pos="3646170" algn="l"/>
                <a:tab pos="4572635" algn="l"/>
              </a:tabLst>
            </a:pPr>
            <a:r>
              <a:rPr sz="750" b="1" spc="15" dirty="0">
                <a:solidFill>
                  <a:srgbClr val="FFFFFF"/>
                </a:solidFill>
                <a:latin typeface="Carlito"/>
                <a:cs typeface="Carlito"/>
              </a:rPr>
              <a:t>C</a:t>
            </a:r>
            <a:r>
              <a:rPr sz="750" b="1" spc="10" dirty="0">
                <a:solidFill>
                  <a:srgbClr val="FFFFFF"/>
                </a:solidFill>
                <a:latin typeface="Carlito"/>
                <a:cs typeface="Carlito"/>
              </a:rPr>
              <a:t>a</a:t>
            </a:r>
            <a:r>
              <a:rPr sz="750" b="1" dirty="0">
                <a:solidFill>
                  <a:srgbClr val="FFFFFF"/>
                </a:solidFill>
                <a:latin typeface="Carlito"/>
                <a:cs typeface="Carlito"/>
              </a:rPr>
              <a:t>t</a:t>
            </a:r>
            <a:r>
              <a:rPr sz="750" b="1" spc="5" dirty="0">
                <a:solidFill>
                  <a:srgbClr val="FFFFFF"/>
                </a:solidFill>
                <a:latin typeface="Carlito"/>
                <a:cs typeface="Carlito"/>
              </a:rPr>
              <a:t>egor</a:t>
            </a:r>
            <a:r>
              <a:rPr sz="750" b="1" dirty="0">
                <a:solidFill>
                  <a:srgbClr val="FFFFFF"/>
                </a:solidFill>
                <a:latin typeface="Carlito"/>
                <a:cs typeface="Carlito"/>
              </a:rPr>
              <a:t>y	</a:t>
            </a:r>
            <a:r>
              <a:rPr sz="750" b="1" spc="15" dirty="0">
                <a:solidFill>
                  <a:srgbClr val="FFFFFF"/>
                </a:solidFill>
                <a:latin typeface="Carlito"/>
                <a:cs typeface="Carlito"/>
              </a:rPr>
              <a:t>D</a:t>
            </a:r>
            <a:r>
              <a:rPr sz="750" b="1" spc="5" dirty="0">
                <a:solidFill>
                  <a:srgbClr val="FFFFFF"/>
                </a:solidFill>
                <a:latin typeface="Carlito"/>
                <a:cs typeface="Carlito"/>
              </a:rPr>
              <a:t>ocu</a:t>
            </a:r>
            <a:r>
              <a:rPr sz="750" b="1" spc="15" dirty="0">
                <a:solidFill>
                  <a:srgbClr val="FFFFFF"/>
                </a:solidFill>
                <a:latin typeface="Carlito"/>
                <a:cs typeface="Carlito"/>
              </a:rPr>
              <a:t>m</a:t>
            </a:r>
            <a:r>
              <a:rPr sz="750" b="1" spc="5" dirty="0">
                <a:solidFill>
                  <a:srgbClr val="FFFFFF"/>
                </a:solidFill>
                <a:latin typeface="Carlito"/>
                <a:cs typeface="Carlito"/>
              </a:rPr>
              <a:t>e</a:t>
            </a:r>
            <a:r>
              <a:rPr sz="750" b="1" spc="15" dirty="0">
                <a:solidFill>
                  <a:srgbClr val="FFFFFF"/>
                </a:solidFill>
                <a:latin typeface="Carlito"/>
                <a:cs typeface="Carlito"/>
              </a:rPr>
              <a:t>n</a:t>
            </a:r>
            <a:r>
              <a:rPr sz="750" b="1" spc="-5" dirty="0">
                <a:solidFill>
                  <a:srgbClr val="FFFFFF"/>
                </a:solidFill>
                <a:latin typeface="Carlito"/>
                <a:cs typeface="Carlito"/>
              </a:rPr>
              <a:t>t</a:t>
            </a:r>
            <a:r>
              <a:rPr sz="750" b="1" spc="5" dirty="0">
                <a:solidFill>
                  <a:srgbClr val="FFFFFF"/>
                </a:solidFill>
                <a:latin typeface="Carlito"/>
                <a:cs typeface="Carlito"/>
              </a:rPr>
              <a:t>ation</a:t>
            </a:r>
            <a:r>
              <a:rPr sz="750" b="1" spc="10" dirty="0">
                <a:solidFill>
                  <a:srgbClr val="FFFFFF"/>
                </a:solidFill>
                <a:latin typeface="Carlito"/>
                <a:cs typeface="Carlito"/>
              </a:rPr>
              <a:t> </a:t>
            </a:r>
            <a:r>
              <a:rPr sz="750" b="1" spc="5" dirty="0">
                <a:solidFill>
                  <a:srgbClr val="FFFFFF"/>
                </a:solidFill>
                <a:latin typeface="Carlito"/>
                <a:cs typeface="Carlito"/>
              </a:rPr>
              <a:t>Tas</a:t>
            </a:r>
            <a:r>
              <a:rPr sz="750" b="1" dirty="0">
                <a:solidFill>
                  <a:srgbClr val="FFFFFF"/>
                </a:solidFill>
                <a:latin typeface="Carlito"/>
                <a:cs typeface="Carlito"/>
              </a:rPr>
              <a:t>k	</a:t>
            </a:r>
            <a:r>
              <a:rPr sz="750" b="1" spc="10" dirty="0">
                <a:solidFill>
                  <a:srgbClr val="FFFFFF"/>
                </a:solidFill>
                <a:latin typeface="Carlito"/>
                <a:cs typeface="Carlito"/>
              </a:rPr>
              <a:t>Ow</a:t>
            </a:r>
            <a:r>
              <a:rPr sz="750" b="1" spc="15" dirty="0">
                <a:solidFill>
                  <a:srgbClr val="FFFFFF"/>
                </a:solidFill>
                <a:latin typeface="Carlito"/>
                <a:cs typeface="Carlito"/>
              </a:rPr>
              <a:t>n</a:t>
            </a:r>
            <a:r>
              <a:rPr sz="750" b="1" dirty="0">
                <a:solidFill>
                  <a:srgbClr val="FFFFFF"/>
                </a:solidFill>
                <a:latin typeface="Carlito"/>
                <a:cs typeface="Carlito"/>
              </a:rPr>
              <a:t>er	</a:t>
            </a:r>
            <a:r>
              <a:rPr sz="750" b="1" spc="5" dirty="0">
                <a:solidFill>
                  <a:srgbClr val="FFFFFF"/>
                </a:solidFill>
                <a:latin typeface="Carlito"/>
                <a:cs typeface="Carlito"/>
              </a:rPr>
              <a:t>Sta</a:t>
            </a:r>
            <a:r>
              <a:rPr sz="750" b="1" spc="-5" dirty="0">
                <a:solidFill>
                  <a:srgbClr val="FFFFFF"/>
                </a:solidFill>
                <a:latin typeface="Carlito"/>
                <a:cs typeface="Carlito"/>
              </a:rPr>
              <a:t>t</a:t>
            </a:r>
            <a:r>
              <a:rPr sz="750" b="1" spc="10" dirty="0">
                <a:solidFill>
                  <a:srgbClr val="FFFFFF"/>
                </a:solidFill>
                <a:latin typeface="Carlito"/>
                <a:cs typeface="Carlito"/>
              </a:rPr>
              <a:t>u</a:t>
            </a:r>
            <a:r>
              <a:rPr sz="750" b="1" dirty="0">
                <a:solidFill>
                  <a:srgbClr val="FFFFFF"/>
                </a:solidFill>
                <a:latin typeface="Carlito"/>
                <a:cs typeface="Carlito"/>
              </a:rPr>
              <a:t>s</a:t>
            </a:r>
            <a:endParaRPr sz="750">
              <a:latin typeface="Carlito"/>
              <a:cs typeface="Carlito"/>
            </a:endParaRPr>
          </a:p>
        </p:txBody>
      </p:sp>
      <p:sp>
        <p:nvSpPr>
          <p:cNvPr id="11" name="object 11"/>
          <p:cNvSpPr/>
          <p:nvPr/>
        </p:nvSpPr>
        <p:spPr>
          <a:xfrm>
            <a:off x="5138737" y="4649177"/>
            <a:ext cx="5497195" cy="5715"/>
          </a:xfrm>
          <a:custGeom>
            <a:avLst/>
            <a:gdLst/>
            <a:ahLst/>
            <a:cxnLst/>
            <a:rect l="l" t="t" r="r" b="b"/>
            <a:pathLst>
              <a:path w="5497195" h="5714">
                <a:moveTo>
                  <a:pt x="5496890" y="0"/>
                </a:moveTo>
                <a:lnTo>
                  <a:pt x="5496890" y="0"/>
                </a:lnTo>
                <a:lnTo>
                  <a:pt x="0" y="0"/>
                </a:lnTo>
                <a:lnTo>
                  <a:pt x="0" y="5664"/>
                </a:lnTo>
                <a:lnTo>
                  <a:pt x="5496890" y="5664"/>
                </a:lnTo>
                <a:lnTo>
                  <a:pt x="5496890" y="0"/>
                </a:lnTo>
                <a:close/>
              </a:path>
            </a:pathLst>
          </a:custGeom>
          <a:solidFill>
            <a:srgbClr val="7E7E7E"/>
          </a:solidFill>
        </p:spPr>
        <p:txBody>
          <a:bodyPr wrap="square" lIns="0" tIns="0" rIns="0" bIns="0" rtlCol="0"/>
          <a:lstStyle/>
          <a:p>
            <a:endParaRPr/>
          </a:p>
        </p:txBody>
      </p:sp>
      <p:sp>
        <p:nvSpPr>
          <p:cNvPr id="12" name="object 12"/>
          <p:cNvSpPr txBox="1"/>
          <p:nvPr/>
        </p:nvSpPr>
        <p:spPr>
          <a:xfrm>
            <a:off x="5138739" y="4966353"/>
            <a:ext cx="5497195" cy="186055"/>
          </a:xfrm>
          <a:prstGeom prst="rect">
            <a:avLst/>
          </a:prstGeom>
          <a:solidFill>
            <a:srgbClr val="1CACE3"/>
          </a:solidFill>
        </p:spPr>
        <p:txBody>
          <a:bodyPr vert="horz" wrap="square" lIns="0" tIns="27305" rIns="0" bIns="0" rtlCol="0">
            <a:spAutoFit/>
          </a:bodyPr>
          <a:lstStyle/>
          <a:p>
            <a:pPr marL="829944">
              <a:lnSpc>
                <a:spcPct val="100000"/>
              </a:lnSpc>
              <a:spcBef>
                <a:spcPts val="215"/>
              </a:spcBef>
            </a:pPr>
            <a:r>
              <a:rPr sz="750" b="1" spc="5" dirty="0">
                <a:solidFill>
                  <a:srgbClr val="FFFFFF"/>
                </a:solidFill>
                <a:latin typeface="Carlito"/>
                <a:cs typeface="Carlito"/>
              </a:rPr>
              <a:t>Business Plan, Corporate Structure,</a:t>
            </a:r>
            <a:r>
              <a:rPr sz="750" b="1" spc="20" dirty="0">
                <a:solidFill>
                  <a:srgbClr val="FFFFFF"/>
                </a:solidFill>
                <a:latin typeface="Carlito"/>
                <a:cs typeface="Carlito"/>
              </a:rPr>
              <a:t> </a:t>
            </a:r>
            <a:r>
              <a:rPr sz="750" b="1" spc="5" dirty="0">
                <a:solidFill>
                  <a:srgbClr val="FFFFFF"/>
                </a:solidFill>
                <a:latin typeface="Carlito"/>
                <a:cs typeface="Carlito"/>
              </a:rPr>
              <a:t>Financing</a:t>
            </a:r>
            <a:endParaRPr sz="750">
              <a:latin typeface="Carlito"/>
              <a:cs typeface="Carlito"/>
            </a:endParaRPr>
          </a:p>
        </p:txBody>
      </p:sp>
      <p:sp>
        <p:nvSpPr>
          <p:cNvPr id="13" name="object 13"/>
          <p:cNvSpPr/>
          <p:nvPr/>
        </p:nvSpPr>
        <p:spPr>
          <a:xfrm>
            <a:off x="5138737" y="4960581"/>
            <a:ext cx="5497195" cy="6350"/>
          </a:xfrm>
          <a:custGeom>
            <a:avLst/>
            <a:gdLst/>
            <a:ahLst/>
            <a:cxnLst/>
            <a:rect l="l" t="t" r="r" b="b"/>
            <a:pathLst>
              <a:path w="5497195" h="6350">
                <a:moveTo>
                  <a:pt x="5496890" y="0"/>
                </a:moveTo>
                <a:lnTo>
                  <a:pt x="5496890" y="0"/>
                </a:lnTo>
                <a:lnTo>
                  <a:pt x="0" y="0"/>
                </a:lnTo>
                <a:lnTo>
                  <a:pt x="0" y="5778"/>
                </a:lnTo>
                <a:lnTo>
                  <a:pt x="5496890" y="5778"/>
                </a:lnTo>
                <a:lnTo>
                  <a:pt x="5496890" y="0"/>
                </a:lnTo>
                <a:close/>
              </a:path>
            </a:pathLst>
          </a:custGeom>
          <a:solidFill>
            <a:srgbClr val="7E7E7E"/>
          </a:solidFill>
        </p:spPr>
        <p:txBody>
          <a:bodyPr wrap="square" lIns="0" tIns="0" rIns="0" bIns="0" rtlCol="0"/>
          <a:lstStyle/>
          <a:p>
            <a:endParaRPr/>
          </a:p>
        </p:txBody>
      </p:sp>
      <p:sp>
        <p:nvSpPr>
          <p:cNvPr id="14" name="object 14"/>
          <p:cNvSpPr/>
          <p:nvPr/>
        </p:nvSpPr>
        <p:spPr>
          <a:xfrm>
            <a:off x="5138737" y="5151856"/>
            <a:ext cx="5497195" cy="5715"/>
          </a:xfrm>
          <a:custGeom>
            <a:avLst/>
            <a:gdLst/>
            <a:ahLst/>
            <a:cxnLst/>
            <a:rect l="l" t="t" r="r" b="b"/>
            <a:pathLst>
              <a:path w="5497195" h="5714">
                <a:moveTo>
                  <a:pt x="5496890" y="0"/>
                </a:moveTo>
                <a:lnTo>
                  <a:pt x="5496890" y="0"/>
                </a:lnTo>
                <a:lnTo>
                  <a:pt x="0" y="0"/>
                </a:lnTo>
                <a:lnTo>
                  <a:pt x="0" y="5118"/>
                </a:lnTo>
                <a:lnTo>
                  <a:pt x="5496890" y="5118"/>
                </a:lnTo>
                <a:lnTo>
                  <a:pt x="5496890" y="0"/>
                </a:lnTo>
                <a:close/>
              </a:path>
            </a:pathLst>
          </a:custGeom>
          <a:solidFill>
            <a:srgbClr val="7E7E7E"/>
          </a:solidFill>
        </p:spPr>
        <p:txBody>
          <a:bodyPr wrap="square" lIns="0" tIns="0" rIns="0" bIns="0" rtlCol="0"/>
          <a:lstStyle/>
          <a:p>
            <a:endParaRPr/>
          </a:p>
        </p:txBody>
      </p:sp>
      <p:sp>
        <p:nvSpPr>
          <p:cNvPr id="15" name="object 15"/>
          <p:cNvSpPr txBox="1"/>
          <p:nvPr/>
        </p:nvSpPr>
        <p:spPr>
          <a:xfrm>
            <a:off x="5166055" y="5171035"/>
            <a:ext cx="2051685" cy="332740"/>
          </a:xfrm>
          <a:prstGeom prst="rect">
            <a:avLst/>
          </a:prstGeom>
        </p:spPr>
        <p:txBody>
          <a:bodyPr vert="horz" wrap="square" lIns="0" tIns="13970" rIns="0" bIns="0" rtlCol="0">
            <a:spAutoFit/>
          </a:bodyPr>
          <a:lstStyle/>
          <a:p>
            <a:pPr marL="12700">
              <a:lnSpc>
                <a:spcPct val="100000"/>
              </a:lnSpc>
              <a:spcBef>
                <a:spcPts val="110"/>
              </a:spcBef>
              <a:tabLst>
                <a:tab pos="802640" algn="l"/>
              </a:tabLst>
            </a:pPr>
            <a:r>
              <a:rPr sz="750" spc="5" dirty="0">
                <a:solidFill>
                  <a:srgbClr val="1CACE3"/>
                </a:solidFill>
                <a:latin typeface="Carlito"/>
                <a:cs typeface="Carlito"/>
              </a:rPr>
              <a:t>Business</a:t>
            </a:r>
            <a:r>
              <a:rPr sz="750" spc="15" dirty="0">
                <a:solidFill>
                  <a:srgbClr val="1CACE3"/>
                </a:solidFill>
                <a:latin typeface="Carlito"/>
                <a:cs typeface="Carlito"/>
              </a:rPr>
              <a:t> </a:t>
            </a:r>
            <a:r>
              <a:rPr sz="750" spc="5" dirty="0">
                <a:solidFill>
                  <a:srgbClr val="1CACE3"/>
                </a:solidFill>
                <a:latin typeface="Carlito"/>
                <a:cs typeface="Carlito"/>
              </a:rPr>
              <a:t>plan	</a:t>
            </a:r>
            <a:r>
              <a:rPr sz="750" spc="5" dirty="0">
                <a:latin typeface="Carlito"/>
                <a:cs typeface="Carlito"/>
              </a:rPr>
              <a:t>Current five-year business</a:t>
            </a:r>
            <a:r>
              <a:rPr sz="750" spc="-10" dirty="0">
                <a:latin typeface="Carlito"/>
                <a:cs typeface="Carlito"/>
              </a:rPr>
              <a:t> </a:t>
            </a:r>
            <a:r>
              <a:rPr sz="750" spc="5" dirty="0">
                <a:latin typeface="Carlito"/>
                <a:cs typeface="Carlito"/>
              </a:rPr>
              <a:t>plan</a:t>
            </a:r>
            <a:endParaRPr sz="750">
              <a:latin typeface="Carlito"/>
              <a:cs typeface="Carlito"/>
            </a:endParaRPr>
          </a:p>
          <a:p>
            <a:pPr marL="802640">
              <a:lnSpc>
                <a:spcPct val="100000"/>
              </a:lnSpc>
              <a:spcBef>
                <a:spcPts val="605"/>
              </a:spcBef>
            </a:pPr>
            <a:r>
              <a:rPr sz="750" spc="5" dirty="0">
                <a:latin typeface="Carlito"/>
                <a:cs typeface="Carlito"/>
              </a:rPr>
              <a:t>Prior business plan</a:t>
            </a:r>
            <a:endParaRPr sz="750">
              <a:latin typeface="Carlito"/>
              <a:cs typeface="Carlito"/>
            </a:endParaRPr>
          </a:p>
        </p:txBody>
      </p:sp>
      <p:sp>
        <p:nvSpPr>
          <p:cNvPr id="16" name="object 16"/>
          <p:cNvSpPr/>
          <p:nvPr/>
        </p:nvSpPr>
        <p:spPr>
          <a:xfrm>
            <a:off x="5138737" y="5342470"/>
            <a:ext cx="5497195" cy="5715"/>
          </a:xfrm>
          <a:custGeom>
            <a:avLst/>
            <a:gdLst/>
            <a:ahLst/>
            <a:cxnLst/>
            <a:rect l="l" t="t" r="r" b="b"/>
            <a:pathLst>
              <a:path w="5497195" h="5714">
                <a:moveTo>
                  <a:pt x="5496890" y="0"/>
                </a:moveTo>
                <a:lnTo>
                  <a:pt x="5496890" y="0"/>
                </a:lnTo>
                <a:lnTo>
                  <a:pt x="0" y="0"/>
                </a:lnTo>
                <a:lnTo>
                  <a:pt x="0" y="5664"/>
                </a:lnTo>
                <a:lnTo>
                  <a:pt x="5496890" y="5664"/>
                </a:lnTo>
                <a:lnTo>
                  <a:pt x="5496890" y="0"/>
                </a:lnTo>
                <a:close/>
              </a:path>
            </a:pathLst>
          </a:custGeom>
          <a:solidFill>
            <a:srgbClr val="7E7E7E"/>
          </a:solidFill>
        </p:spPr>
        <p:txBody>
          <a:bodyPr wrap="square" lIns="0" tIns="0" rIns="0" bIns="0" rtlCol="0"/>
          <a:lstStyle/>
          <a:p>
            <a:endParaRPr/>
          </a:p>
        </p:txBody>
      </p:sp>
      <p:sp>
        <p:nvSpPr>
          <p:cNvPr id="17" name="object 17"/>
          <p:cNvSpPr txBox="1"/>
          <p:nvPr/>
        </p:nvSpPr>
        <p:spPr>
          <a:xfrm>
            <a:off x="5166055" y="5555529"/>
            <a:ext cx="523240" cy="259079"/>
          </a:xfrm>
          <a:prstGeom prst="rect">
            <a:avLst/>
          </a:prstGeom>
        </p:spPr>
        <p:txBody>
          <a:bodyPr vert="horz" wrap="square" lIns="0" tIns="10160" rIns="0" bIns="0" rtlCol="0">
            <a:spAutoFit/>
          </a:bodyPr>
          <a:lstStyle/>
          <a:p>
            <a:pPr marL="12700" marR="5080">
              <a:lnSpc>
                <a:spcPct val="102899"/>
              </a:lnSpc>
              <a:spcBef>
                <a:spcPts val="80"/>
              </a:spcBef>
            </a:pPr>
            <a:r>
              <a:rPr sz="750" spc="5" dirty="0">
                <a:solidFill>
                  <a:srgbClr val="1CACE3"/>
                </a:solidFill>
                <a:latin typeface="Carlito"/>
                <a:cs typeface="Carlito"/>
              </a:rPr>
              <a:t>Corporate  org</a:t>
            </a:r>
            <a:r>
              <a:rPr sz="750" dirty="0">
                <a:solidFill>
                  <a:srgbClr val="1CACE3"/>
                </a:solidFill>
                <a:latin typeface="Carlito"/>
                <a:cs typeface="Carlito"/>
              </a:rPr>
              <a:t>a</a:t>
            </a:r>
            <a:r>
              <a:rPr sz="750" spc="10" dirty="0">
                <a:solidFill>
                  <a:srgbClr val="1CACE3"/>
                </a:solidFill>
                <a:latin typeface="Carlito"/>
                <a:cs typeface="Carlito"/>
              </a:rPr>
              <a:t>n</a:t>
            </a:r>
            <a:r>
              <a:rPr sz="750" dirty="0">
                <a:solidFill>
                  <a:srgbClr val="1CACE3"/>
                </a:solidFill>
                <a:latin typeface="Carlito"/>
                <a:cs typeface="Carlito"/>
              </a:rPr>
              <a:t>iz</a:t>
            </a:r>
            <a:r>
              <a:rPr sz="750" spc="10" dirty="0">
                <a:solidFill>
                  <a:srgbClr val="1CACE3"/>
                </a:solidFill>
                <a:latin typeface="Carlito"/>
                <a:cs typeface="Carlito"/>
              </a:rPr>
              <a:t>a</a:t>
            </a:r>
            <a:r>
              <a:rPr sz="750" dirty="0">
                <a:solidFill>
                  <a:srgbClr val="1CACE3"/>
                </a:solidFill>
                <a:latin typeface="Carlito"/>
                <a:cs typeface="Carlito"/>
              </a:rPr>
              <a:t>ti</a:t>
            </a:r>
            <a:r>
              <a:rPr sz="750" spc="15" dirty="0">
                <a:solidFill>
                  <a:srgbClr val="1CACE3"/>
                </a:solidFill>
                <a:latin typeface="Carlito"/>
                <a:cs typeface="Carlito"/>
              </a:rPr>
              <a:t>o</a:t>
            </a:r>
            <a:r>
              <a:rPr sz="750" spc="5" dirty="0">
                <a:solidFill>
                  <a:srgbClr val="1CACE3"/>
                </a:solidFill>
                <a:latin typeface="Carlito"/>
                <a:cs typeface="Carlito"/>
              </a:rPr>
              <a:t>n</a:t>
            </a:r>
            <a:endParaRPr sz="750">
              <a:latin typeface="Carlito"/>
              <a:cs typeface="Carlito"/>
            </a:endParaRPr>
          </a:p>
        </p:txBody>
      </p:sp>
      <p:sp>
        <p:nvSpPr>
          <p:cNvPr id="18" name="object 18"/>
          <p:cNvSpPr txBox="1"/>
          <p:nvPr/>
        </p:nvSpPr>
        <p:spPr>
          <a:xfrm>
            <a:off x="5956390" y="5552806"/>
            <a:ext cx="993140" cy="141605"/>
          </a:xfrm>
          <a:prstGeom prst="rect">
            <a:avLst/>
          </a:prstGeom>
        </p:spPr>
        <p:txBody>
          <a:bodyPr vert="horz" wrap="square" lIns="0" tIns="13970" rIns="0" bIns="0" rtlCol="0">
            <a:spAutoFit/>
          </a:bodyPr>
          <a:lstStyle/>
          <a:p>
            <a:pPr marL="12700">
              <a:lnSpc>
                <a:spcPct val="100000"/>
              </a:lnSpc>
              <a:spcBef>
                <a:spcPts val="110"/>
              </a:spcBef>
            </a:pPr>
            <a:r>
              <a:rPr sz="750" spc="5" dirty="0">
                <a:latin typeface="Carlito"/>
                <a:cs typeface="Carlito"/>
              </a:rPr>
              <a:t>Articles of</a:t>
            </a:r>
            <a:r>
              <a:rPr sz="750" spc="-30" dirty="0">
                <a:latin typeface="Carlito"/>
                <a:cs typeface="Carlito"/>
              </a:rPr>
              <a:t> </a:t>
            </a:r>
            <a:r>
              <a:rPr sz="750" spc="5" dirty="0">
                <a:latin typeface="Carlito"/>
                <a:cs typeface="Carlito"/>
              </a:rPr>
              <a:t>incorporation</a:t>
            </a:r>
            <a:endParaRPr sz="750">
              <a:latin typeface="Carlito"/>
              <a:cs typeface="Carlito"/>
            </a:endParaRPr>
          </a:p>
        </p:txBody>
      </p:sp>
      <p:sp>
        <p:nvSpPr>
          <p:cNvPr id="19" name="object 19"/>
          <p:cNvSpPr/>
          <p:nvPr/>
        </p:nvSpPr>
        <p:spPr>
          <a:xfrm>
            <a:off x="5138737" y="5533847"/>
            <a:ext cx="5497195" cy="5080"/>
          </a:xfrm>
          <a:custGeom>
            <a:avLst/>
            <a:gdLst/>
            <a:ahLst/>
            <a:cxnLst/>
            <a:rect l="l" t="t" r="r" b="b"/>
            <a:pathLst>
              <a:path w="5497195" h="5079">
                <a:moveTo>
                  <a:pt x="5496890" y="0"/>
                </a:moveTo>
                <a:lnTo>
                  <a:pt x="5496890" y="0"/>
                </a:lnTo>
                <a:lnTo>
                  <a:pt x="0" y="0"/>
                </a:lnTo>
                <a:lnTo>
                  <a:pt x="0" y="4889"/>
                </a:lnTo>
                <a:lnTo>
                  <a:pt x="5496890" y="4889"/>
                </a:lnTo>
                <a:lnTo>
                  <a:pt x="5496890" y="0"/>
                </a:lnTo>
                <a:close/>
              </a:path>
            </a:pathLst>
          </a:custGeom>
          <a:solidFill>
            <a:srgbClr val="7E7E7E"/>
          </a:solidFill>
        </p:spPr>
        <p:txBody>
          <a:bodyPr wrap="square" lIns="0" tIns="0" rIns="0" bIns="0" rtlCol="0"/>
          <a:lstStyle/>
          <a:p>
            <a:endParaRPr/>
          </a:p>
        </p:txBody>
      </p:sp>
      <p:sp>
        <p:nvSpPr>
          <p:cNvPr id="20" name="object 20"/>
          <p:cNvSpPr/>
          <p:nvPr/>
        </p:nvSpPr>
        <p:spPr>
          <a:xfrm>
            <a:off x="5138737" y="5842927"/>
            <a:ext cx="5497195" cy="5080"/>
          </a:xfrm>
          <a:custGeom>
            <a:avLst/>
            <a:gdLst/>
            <a:ahLst/>
            <a:cxnLst/>
            <a:rect l="l" t="t" r="r" b="b"/>
            <a:pathLst>
              <a:path w="5497195" h="5079">
                <a:moveTo>
                  <a:pt x="5496890" y="0"/>
                </a:moveTo>
                <a:lnTo>
                  <a:pt x="5496890" y="0"/>
                </a:lnTo>
                <a:lnTo>
                  <a:pt x="0" y="0"/>
                </a:lnTo>
                <a:lnTo>
                  <a:pt x="0" y="4864"/>
                </a:lnTo>
                <a:lnTo>
                  <a:pt x="5496890" y="4864"/>
                </a:lnTo>
                <a:lnTo>
                  <a:pt x="5496890" y="0"/>
                </a:lnTo>
                <a:close/>
              </a:path>
            </a:pathLst>
          </a:custGeom>
          <a:solidFill>
            <a:srgbClr val="7E7E7E"/>
          </a:solidFill>
        </p:spPr>
        <p:txBody>
          <a:bodyPr wrap="square" lIns="0" tIns="0" rIns="0" bIns="0" rtlCol="0"/>
          <a:lstStyle/>
          <a:p>
            <a:endParaRPr/>
          </a:p>
        </p:txBody>
      </p:sp>
      <p:sp>
        <p:nvSpPr>
          <p:cNvPr id="21" name="object 21"/>
          <p:cNvSpPr/>
          <p:nvPr/>
        </p:nvSpPr>
        <p:spPr>
          <a:xfrm>
            <a:off x="5138737" y="6033287"/>
            <a:ext cx="5497195" cy="6350"/>
          </a:xfrm>
          <a:custGeom>
            <a:avLst/>
            <a:gdLst/>
            <a:ahLst/>
            <a:cxnLst/>
            <a:rect l="l" t="t" r="r" b="b"/>
            <a:pathLst>
              <a:path w="5497195" h="6350">
                <a:moveTo>
                  <a:pt x="5496890" y="0"/>
                </a:moveTo>
                <a:lnTo>
                  <a:pt x="5496890" y="0"/>
                </a:lnTo>
                <a:lnTo>
                  <a:pt x="0" y="0"/>
                </a:lnTo>
                <a:lnTo>
                  <a:pt x="0" y="5943"/>
                </a:lnTo>
                <a:lnTo>
                  <a:pt x="5496890" y="5943"/>
                </a:lnTo>
                <a:lnTo>
                  <a:pt x="5496890" y="0"/>
                </a:lnTo>
                <a:close/>
              </a:path>
            </a:pathLst>
          </a:custGeom>
          <a:solidFill>
            <a:srgbClr val="7E7E7E"/>
          </a:solidFill>
        </p:spPr>
        <p:txBody>
          <a:bodyPr wrap="square" lIns="0" tIns="0" rIns="0" bIns="0" rtlCol="0"/>
          <a:lstStyle/>
          <a:p>
            <a:endParaRPr/>
          </a:p>
        </p:txBody>
      </p:sp>
      <p:sp>
        <p:nvSpPr>
          <p:cNvPr id="22" name="object 22"/>
          <p:cNvSpPr/>
          <p:nvPr/>
        </p:nvSpPr>
        <p:spPr>
          <a:xfrm>
            <a:off x="5138737" y="6224714"/>
            <a:ext cx="5497195" cy="5080"/>
          </a:xfrm>
          <a:custGeom>
            <a:avLst/>
            <a:gdLst/>
            <a:ahLst/>
            <a:cxnLst/>
            <a:rect l="l" t="t" r="r" b="b"/>
            <a:pathLst>
              <a:path w="5497195" h="5079">
                <a:moveTo>
                  <a:pt x="5496890" y="0"/>
                </a:moveTo>
                <a:lnTo>
                  <a:pt x="5496890" y="0"/>
                </a:lnTo>
                <a:lnTo>
                  <a:pt x="0" y="0"/>
                </a:lnTo>
                <a:lnTo>
                  <a:pt x="0" y="4876"/>
                </a:lnTo>
                <a:lnTo>
                  <a:pt x="5496890" y="4876"/>
                </a:lnTo>
                <a:lnTo>
                  <a:pt x="5496890" y="0"/>
                </a:lnTo>
                <a:close/>
              </a:path>
            </a:pathLst>
          </a:custGeom>
          <a:solidFill>
            <a:srgbClr val="7E7E7E"/>
          </a:solidFill>
        </p:spPr>
        <p:txBody>
          <a:bodyPr wrap="square" lIns="0" tIns="0" rIns="0" bIns="0" rtlCol="0"/>
          <a:lstStyle/>
          <a:p>
            <a:endParaRPr/>
          </a:p>
        </p:txBody>
      </p:sp>
      <p:sp>
        <p:nvSpPr>
          <p:cNvPr id="23" name="object 23"/>
          <p:cNvSpPr/>
          <p:nvPr/>
        </p:nvSpPr>
        <p:spPr>
          <a:xfrm>
            <a:off x="5138737" y="6415354"/>
            <a:ext cx="5497195" cy="5715"/>
          </a:xfrm>
          <a:custGeom>
            <a:avLst/>
            <a:gdLst/>
            <a:ahLst/>
            <a:cxnLst/>
            <a:rect l="l" t="t" r="r" b="b"/>
            <a:pathLst>
              <a:path w="5497195" h="5714">
                <a:moveTo>
                  <a:pt x="5496890" y="0"/>
                </a:moveTo>
                <a:lnTo>
                  <a:pt x="5496890" y="0"/>
                </a:lnTo>
                <a:lnTo>
                  <a:pt x="0" y="0"/>
                </a:lnTo>
                <a:lnTo>
                  <a:pt x="0" y="5676"/>
                </a:lnTo>
                <a:lnTo>
                  <a:pt x="5496890" y="5676"/>
                </a:lnTo>
                <a:lnTo>
                  <a:pt x="5496890" y="0"/>
                </a:lnTo>
                <a:close/>
              </a:path>
            </a:pathLst>
          </a:custGeom>
          <a:solidFill>
            <a:srgbClr val="7E7E7E"/>
          </a:solidFill>
        </p:spPr>
        <p:txBody>
          <a:bodyPr wrap="square" lIns="0" tIns="0" rIns="0" bIns="0" rtlCol="0"/>
          <a:lstStyle/>
          <a:p>
            <a:endParaRPr/>
          </a:p>
        </p:txBody>
      </p:sp>
      <p:sp>
        <p:nvSpPr>
          <p:cNvPr id="24" name="object 24"/>
          <p:cNvSpPr txBox="1"/>
          <p:nvPr/>
        </p:nvSpPr>
        <p:spPr>
          <a:xfrm>
            <a:off x="5956390" y="5862132"/>
            <a:ext cx="1549400" cy="904875"/>
          </a:xfrm>
          <a:prstGeom prst="rect">
            <a:avLst/>
          </a:prstGeom>
        </p:spPr>
        <p:txBody>
          <a:bodyPr vert="horz" wrap="square" lIns="0" tIns="13970" rIns="0" bIns="0" rtlCol="0">
            <a:spAutoFit/>
          </a:bodyPr>
          <a:lstStyle/>
          <a:p>
            <a:pPr marL="12700">
              <a:lnSpc>
                <a:spcPct val="100000"/>
              </a:lnSpc>
              <a:spcBef>
                <a:spcPts val="110"/>
              </a:spcBef>
            </a:pPr>
            <a:r>
              <a:rPr sz="750" spc="5" dirty="0">
                <a:latin typeface="Carlito"/>
                <a:cs typeface="Carlito"/>
              </a:rPr>
              <a:t>Bylaws</a:t>
            </a:r>
            <a:endParaRPr sz="750">
              <a:latin typeface="Carlito"/>
              <a:cs typeface="Carlito"/>
            </a:endParaRPr>
          </a:p>
          <a:p>
            <a:pPr marL="12700" marR="5080">
              <a:lnSpc>
                <a:spcPts val="1510"/>
              </a:lnSpc>
              <a:spcBef>
                <a:spcPts val="140"/>
              </a:spcBef>
            </a:pPr>
            <a:r>
              <a:rPr sz="750" spc="5" dirty="0">
                <a:latin typeface="Carlito"/>
                <a:cs typeface="Carlito"/>
              </a:rPr>
              <a:t>Recent changes </a:t>
            </a:r>
            <a:r>
              <a:rPr sz="750" dirty="0">
                <a:latin typeface="Carlito"/>
                <a:cs typeface="Carlito"/>
              </a:rPr>
              <a:t>in </a:t>
            </a:r>
            <a:r>
              <a:rPr sz="750" spc="5" dirty="0">
                <a:latin typeface="Carlito"/>
                <a:cs typeface="Carlito"/>
              </a:rPr>
              <a:t>corporate structure  Parent, subsidiaries, and affiliates  Shareholders’</a:t>
            </a:r>
            <a:r>
              <a:rPr sz="750" dirty="0">
                <a:latin typeface="Carlito"/>
                <a:cs typeface="Carlito"/>
              </a:rPr>
              <a:t> </a:t>
            </a:r>
            <a:r>
              <a:rPr sz="750" spc="5" dirty="0">
                <a:latin typeface="Carlito"/>
                <a:cs typeface="Carlito"/>
              </a:rPr>
              <a:t>agreements</a:t>
            </a:r>
            <a:endParaRPr sz="750">
              <a:latin typeface="Carlito"/>
              <a:cs typeface="Carlito"/>
            </a:endParaRPr>
          </a:p>
          <a:p>
            <a:pPr marL="12700">
              <a:lnSpc>
                <a:spcPct val="100000"/>
              </a:lnSpc>
              <a:spcBef>
                <a:spcPts val="440"/>
              </a:spcBef>
            </a:pPr>
            <a:r>
              <a:rPr sz="750" spc="5" dirty="0">
                <a:latin typeface="Carlito"/>
                <a:cs typeface="Carlito"/>
              </a:rPr>
              <a:t>Minutes from board</a:t>
            </a:r>
            <a:r>
              <a:rPr sz="750" spc="15" dirty="0">
                <a:latin typeface="Carlito"/>
                <a:cs typeface="Carlito"/>
              </a:rPr>
              <a:t> </a:t>
            </a:r>
            <a:r>
              <a:rPr sz="750" spc="5" dirty="0">
                <a:latin typeface="Carlito"/>
                <a:cs typeface="Carlito"/>
              </a:rPr>
              <a:t>meetings</a:t>
            </a:r>
            <a:endParaRPr sz="750">
              <a:latin typeface="Carlito"/>
              <a:cs typeface="Carlito"/>
            </a:endParaRPr>
          </a:p>
        </p:txBody>
      </p:sp>
      <p:sp>
        <p:nvSpPr>
          <p:cNvPr id="25" name="object 25"/>
          <p:cNvSpPr/>
          <p:nvPr/>
        </p:nvSpPr>
        <p:spPr>
          <a:xfrm>
            <a:off x="5138737" y="6606526"/>
            <a:ext cx="5497195" cy="5715"/>
          </a:xfrm>
          <a:custGeom>
            <a:avLst/>
            <a:gdLst/>
            <a:ahLst/>
            <a:cxnLst/>
            <a:rect l="l" t="t" r="r" b="b"/>
            <a:pathLst>
              <a:path w="5497195" h="5715">
                <a:moveTo>
                  <a:pt x="5496890" y="0"/>
                </a:moveTo>
                <a:lnTo>
                  <a:pt x="5496890" y="0"/>
                </a:lnTo>
                <a:lnTo>
                  <a:pt x="0" y="0"/>
                </a:lnTo>
                <a:lnTo>
                  <a:pt x="0" y="5130"/>
                </a:lnTo>
                <a:lnTo>
                  <a:pt x="5496890" y="5130"/>
                </a:lnTo>
                <a:lnTo>
                  <a:pt x="5496890" y="0"/>
                </a:lnTo>
                <a:close/>
              </a:path>
            </a:pathLst>
          </a:custGeom>
          <a:solidFill>
            <a:srgbClr val="7E7E7E"/>
          </a:solidFill>
        </p:spPr>
        <p:txBody>
          <a:bodyPr wrap="square" lIns="0" tIns="0" rIns="0" bIns="0" rtlCol="0"/>
          <a:lstStyle/>
          <a:p>
            <a:endParaRPr/>
          </a:p>
        </p:txBody>
      </p:sp>
      <p:sp>
        <p:nvSpPr>
          <p:cNvPr id="26" name="object 26"/>
          <p:cNvSpPr/>
          <p:nvPr/>
        </p:nvSpPr>
        <p:spPr>
          <a:xfrm>
            <a:off x="5138737" y="6794716"/>
            <a:ext cx="5497195" cy="5715"/>
          </a:xfrm>
          <a:custGeom>
            <a:avLst/>
            <a:gdLst/>
            <a:ahLst/>
            <a:cxnLst/>
            <a:rect l="l" t="t" r="r" b="b"/>
            <a:pathLst>
              <a:path w="5497195" h="5715">
                <a:moveTo>
                  <a:pt x="5496890" y="0"/>
                </a:moveTo>
                <a:lnTo>
                  <a:pt x="5496890" y="0"/>
                </a:lnTo>
                <a:lnTo>
                  <a:pt x="0" y="0"/>
                </a:lnTo>
                <a:lnTo>
                  <a:pt x="0" y="5676"/>
                </a:lnTo>
                <a:lnTo>
                  <a:pt x="5496890" y="5676"/>
                </a:lnTo>
                <a:lnTo>
                  <a:pt x="5496890" y="0"/>
                </a:lnTo>
                <a:close/>
              </a:path>
            </a:pathLst>
          </a:custGeom>
          <a:solidFill>
            <a:srgbClr val="7E7E7E"/>
          </a:solidFill>
        </p:spPr>
        <p:txBody>
          <a:bodyPr wrap="square" lIns="0" tIns="0" rIns="0" bIns="0" rtlCol="0"/>
          <a:lstStyle/>
          <a:p>
            <a:endParaRPr/>
          </a:p>
        </p:txBody>
      </p:sp>
      <p:sp>
        <p:nvSpPr>
          <p:cNvPr id="27" name="object 27"/>
          <p:cNvSpPr/>
          <p:nvPr/>
        </p:nvSpPr>
        <p:spPr>
          <a:xfrm>
            <a:off x="9086294" y="3560502"/>
            <a:ext cx="1510025" cy="839022"/>
          </a:xfrm>
          <a:prstGeom prst="rect">
            <a:avLst/>
          </a:prstGeom>
          <a:blipFill>
            <a:blip r:embed="rId7" cstate="print"/>
            <a:stretch>
              <a:fillRect/>
            </a:stretch>
          </a:blipFill>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44766" y="441198"/>
            <a:ext cx="4702416" cy="545718"/>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490472" y="1226819"/>
            <a:ext cx="9669780" cy="5239512"/>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1932920" cy="6857999"/>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1752" y="1892807"/>
            <a:ext cx="11588495" cy="3549396"/>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317322" y="1097788"/>
            <a:ext cx="9366250" cy="400685"/>
            <a:chOff x="317322" y="1097788"/>
            <a:chExt cx="9366250" cy="400685"/>
          </a:xfrm>
        </p:grpSpPr>
        <p:sp>
          <p:nvSpPr>
            <p:cNvPr id="4" name="object 4"/>
            <p:cNvSpPr/>
            <p:nvPr/>
          </p:nvSpPr>
          <p:spPr>
            <a:xfrm>
              <a:off x="317322" y="1100963"/>
              <a:ext cx="6823760" cy="397001"/>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181469" y="1270730"/>
              <a:ext cx="114641" cy="25431"/>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7328661" y="1097788"/>
              <a:ext cx="2354453" cy="311403"/>
            </a:xfrm>
            <a:prstGeom prst="rect">
              <a:avLst/>
            </a:prstGeom>
            <a:blipFill>
              <a:blip r:embed="rId5" cstate="print"/>
              <a:stretch>
                <a:fillRect/>
              </a:stretch>
            </a:blipFill>
          </p:spPr>
          <p:txBody>
            <a:bodyPr wrap="square" lIns="0" tIns="0" rIns="0" bIns="0" rtlCol="0"/>
            <a:lstStyle/>
            <a:p>
              <a:endParaRPr/>
            </a:p>
          </p:txBody>
        </p:sp>
      </p:grpSp>
      <p:sp>
        <p:nvSpPr>
          <p:cNvPr id="7" name="object 7"/>
          <p:cNvSpPr/>
          <p:nvPr/>
        </p:nvSpPr>
        <p:spPr>
          <a:xfrm>
            <a:off x="326161" y="504825"/>
            <a:ext cx="5044541" cy="495046"/>
          </a:xfrm>
          <a:prstGeom prst="rect">
            <a:avLst/>
          </a:prstGeom>
          <a:blipFill>
            <a:blip r:embed="rId6" cstate="print"/>
            <a:stretch>
              <a:fillRect/>
            </a:stretch>
          </a:blipFill>
        </p:spPr>
        <p:txBody>
          <a:bodyPr wrap="square" lIns="0" tIns="0" rIns="0" bIns="0" rtlCol="0"/>
          <a:lstStyle/>
          <a:p>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1F50"/>
          </a:solidFill>
        </p:spPr>
        <p:txBody>
          <a:bodyPr wrap="square" lIns="0" tIns="0" rIns="0" bIns="0" rtlCol="0"/>
          <a:lstStyle/>
          <a:p>
            <a:endParaRPr/>
          </a:p>
        </p:txBody>
      </p:sp>
      <p:sp>
        <p:nvSpPr>
          <p:cNvPr id="3" name="object 3"/>
          <p:cNvSpPr txBox="1">
            <a:spLocks noGrp="1"/>
          </p:cNvSpPr>
          <p:nvPr>
            <p:ph type="title"/>
          </p:nvPr>
        </p:nvSpPr>
        <p:spPr>
          <a:xfrm>
            <a:off x="403047" y="2839592"/>
            <a:ext cx="4493895" cy="1101090"/>
          </a:xfrm>
          <a:prstGeom prst="rect">
            <a:avLst/>
          </a:prstGeom>
        </p:spPr>
        <p:txBody>
          <a:bodyPr vert="horz" wrap="square" lIns="0" tIns="13335" rIns="0" bIns="0" rtlCol="0">
            <a:spAutoFit/>
          </a:bodyPr>
          <a:lstStyle/>
          <a:p>
            <a:pPr marL="12700">
              <a:lnSpc>
                <a:spcPct val="100000"/>
              </a:lnSpc>
              <a:spcBef>
                <a:spcPts val="105"/>
              </a:spcBef>
            </a:pPr>
            <a:r>
              <a:rPr sz="7050" spc="-190" dirty="0">
                <a:solidFill>
                  <a:srgbClr val="FFFFFF"/>
                </a:solidFill>
                <a:latin typeface="Trebuchet MS"/>
                <a:cs typeface="Trebuchet MS"/>
              </a:rPr>
              <a:t>Windows</a:t>
            </a:r>
            <a:r>
              <a:rPr sz="7050" spc="-459" dirty="0">
                <a:solidFill>
                  <a:srgbClr val="FFFFFF"/>
                </a:solidFill>
                <a:latin typeface="Trebuchet MS"/>
                <a:cs typeface="Trebuchet MS"/>
              </a:rPr>
              <a:t> </a:t>
            </a:r>
            <a:r>
              <a:rPr sz="7050" spc="-210" dirty="0">
                <a:solidFill>
                  <a:srgbClr val="FFFFFF"/>
                </a:solidFill>
                <a:latin typeface="Trebuchet MS"/>
                <a:cs typeface="Trebuchet MS"/>
              </a:rPr>
              <a:t>E5</a:t>
            </a:r>
            <a:endParaRPr sz="7050">
              <a:latin typeface="Trebuchet MS"/>
              <a:cs typeface="Trebuchet M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6E6E6"/>
          </a:solidFill>
        </p:spPr>
        <p:txBody>
          <a:bodyPr wrap="square" lIns="0" tIns="0" rIns="0" bIns="0" rtlCol="0"/>
          <a:lstStyle/>
          <a:p>
            <a:endParaRPr/>
          </a:p>
        </p:txBody>
      </p:sp>
      <p:sp>
        <p:nvSpPr>
          <p:cNvPr id="3" name="object 3"/>
          <p:cNvSpPr/>
          <p:nvPr/>
        </p:nvSpPr>
        <p:spPr>
          <a:xfrm>
            <a:off x="430415" y="444626"/>
            <a:ext cx="4561446" cy="454151"/>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28447" y="1077975"/>
            <a:ext cx="5169712" cy="337185"/>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6755638" y="2127757"/>
            <a:ext cx="3997325" cy="215900"/>
          </a:xfrm>
          <a:prstGeom prst="rect">
            <a:avLst/>
          </a:prstGeom>
          <a:blipFill>
            <a:blip r:embed="rId4" cstate="print"/>
            <a:stretch>
              <a:fillRect/>
            </a:stretch>
          </a:blipFill>
        </p:spPr>
        <p:txBody>
          <a:bodyPr wrap="square" lIns="0" tIns="0" rIns="0" bIns="0" rtlCol="0"/>
          <a:lstStyle/>
          <a:p>
            <a:endParaRPr/>
          </a:p>
        </p:txBody>
      </p:sp>
      <p:grpSp>
        <p:nvGrpSpPr>
          <p:cNvPr id="6" name="object 6"/>
          <p:cNvGrpSpPr/>
          <p:nvPr/>
        </p:nvGrpSpPr>
        <p:grpSpPr>
          <a:xfrm>
            <a:off x="5971032" y="2019300"/>
            <a:ext cx="399415" cy="399415"/>
            <a:chOff x="5971032" y="2019300"/>
            <a:chExt cx="399415" cy="399415"/>
          </a:xfrm>
        </p:grpSpPr>
        <p:sp>
          <p:nvSpPr>
            <p:cNvPr id="7" name="object 7"/>
            <p:cNvSpPr/>
            <p:nvPr/>
          </p:nvSpPr>
          <p:spPr>
            <a:xfrm>
              <a:off x="5977128" y="2025395"/>
              <a:ext cx="387350" cy="387350"/>
            </a:xfrm>
            <a:custGeom>
              <a:avLst/>
              <a:gdLst/>
              <a:ahLst/>
              <a:cxnLst/>
              <a:rect l="l" t="t" r="r" b="b"/>
              <a:pathLst>
                <a:path w="387350" h="387350">
                  <a:moveTo>
                    <a:pt x="387096" y="20319"/>
                  </a:moveTo>
                  <a:lnTo>
                    <a:pt x="385349" y="12858"/>
                  </a:lnTo>
                  <a:lnTo>
                    <a:pt x="380746" y="6350"/>
                  </a:lnTo>
                  <a:lnTo>
                    <a:pt x="374237" y="1746"/>
                  </a:lnTo>
                  <a:lnTo>
                    <a:pt x="366775" y="0"/>
                  </a:lnTo>
                  <a:lnTo>
                    <a:pt x="166481" y="0"/>
                  </a:lnTo>
                  <a:lnTo>
                    <a:pt x="63626" y="0"/>
                  </a:lnTo>
                  <a:lnTo>
                    <a:pt x="25733" y="0"/>
                  </a:lnTo>
                  <a:lnTo>
                    <a:pt x="20320" y="0"/>
                  </a:lnTo>
                  <a:lnTo>
                    <a:pt x="12858" y="1746"/>
                  </a:lnTo>
                  <a:lnTo>
                    <a:pt x="6350" y="6350"/>
                  </a:lnTo>
                  <a:lnTo>
                    <a:pt x="1746" y="12858"/>
                  </a:lnTo>
                  <a:lnTo>
                    <a:pt x="0" y="20319"/>
                  </a:lnTo>
                  <a:lnTo>
                    <a:pt x="0" y="220614"/>
                  </a:lnTo>
                  <a:lnTo>
                    <a:pt x="0" y="323468"/>
                  </a:lnTo>
                  <a:lnTo>
                    <a:pt x="0" y="361362"/>
                  </a:lnTo>
                  <a:lnTo>
                    <a:pt x="0" y="366775"/>
                  </a:lnTo>
                  <a:lnTo>
                    <a:pt x="1746" y="374237"/>
                  </a:lnTo>
                  <a:lnTo>
                    <a:pt x="6350" y="380745"/>
                  </a:lnTo>
                  <a:lnTo>
                    <a:pt x="12858" y="385349"/>
                  </a:lnTo>
                  <a:lnTo>
                    <a:pt x="20320" y="387095"/>
                  </a:lnTo>
                  <a:lnTo>
                    <a:pt x="220614" y="387095"/>
                  </a:lnTo>
                  <a:lnTo>
                    <a:pt x="323469" y="387095"/>
                  </a:lnTo>
                  <a:lnTo>
                    <a:pt x="361362" y="387095"/>
                  </a:lnTo>
                  <a:lnTo>
                    <a:pt x="366775" y="387095"/>
                  </a:lnTo>
                  <a:lnTo>
                    <a:pt x="374237" y="385349"/>
                  </a:lnTo>
                  <a:lnTo>
                    <a:pt x="380746" y="380745"/>
                  </a:lnTo>
                  <a:lnTo>
                    <a:pt x="385349" y="374237"/>
                  </a:lnTo>
                  <a:lnTo>
                    <a:pt x="387096" y="366775"/>
                  </a:lnTo>
                  <a:lnTo>
                    <a:pt x="387096" y="20319"/>
                  </a:lnTo>
                  <a:close/>
                </a:path>
                <a:path w="387350" h="387350">
                  <a:moveTo>
                    <a:pt x="21336" y="82295"/>
                  </a:moveTo>
                  <a:lnTo>
                    <a:pt x="367284" y="82295"/>
                  </a:lnTo>
                </a:path>
                <a:path w="387350" h="387350">
                  <a:moveTo>
                    <a:pt x="21336" y="141731"/>
                  </a:moveTo>
                  <a:lnTo>
                    <a:pt x="367284" y="141731"/>
                  </a:lnTo>
                </a:path>
                <a:path w="387350" h="387350">
                  <a:moveTo>
                    <a:pt x="80772" y="365759"/>
                  </a:moveTo>
                  <a:lnTo>
                    <a:pt x="80772" y="19812"/>
                  </a:lnTo>
                </a:path>
                <a:path w="387350" h="387350">
                  <a:moveTo>
                    <a:pt x="143256" y="365759"/>
                  </a:moveTo>
                  <a:lnTo>
                    <a:pt x="143256" y="234695"/>
                  </a:lnTo>
                  <a:lnTo>
                    <a:pt x="182880" y="153034"/>
                  </a:lnTo>
                  <a:lnTo>
                    <a:pt x="182880" y="19812"/>
                  </a:lnTo>
                </a:path>
              </a:pathLst>
            </a:custGeom>
            <a:ln w="12192">
              <a:solidFill>
                <a:srgbClr val="0078D6"/>
              </a:solidFill>
            </a:ln>
          </p:spPr>
          <p:txBody>
            <a:bodyPr wrap="square" lIns="0" tIns="0" rIns="0" bIns="0" rtlCol="0"/>
            <a:lstStyle/>
            <a:p>
              <a:endParaRPr/>
            </a:p>
          </p:txBody>
        </p:sp>
        <p:sp>
          <p:nvSpPr>
            <p:cNvPr id="8" name="object 8"/>
            <p:cNvSpPr/>
            <p:nvPr/>
          </p:nvSpPr>
          <p:spPr>
            <a:xfrm>
              <a:off x="5998464" y="2045207"/>
              <a:ext cx="345948" cy="345947"/>
            </a:xfrm>
            <a:prstGeom prst="rect">
              <a:avLst/>
            </a:prstGeom>
            <a:blipFill>
              <a:blip r:embed="rId5" cstate="print"/>
              <a:stretch>
                <a:fillRect/>
              </a:stretch>
            </a:blipFill>
          </p:spPr>
          <p:txBody>
            <a:bodyPr wrap="square" lIns="0" tIns="0" rIns="0" bIns="0" rtlCol="0"/>
            <a:lstStyle/>
            <a:p>
              <a:endParaRPr/>
            </a:p>
          </p:txBody>
        </p:sp>
      </p:grpSp>
      <p:grpSp>
        <p:nvGrpSpPr>
          <p:cNvPr id="9" name="object 9"/>
          <p:cNvGrpSpPr/>
          <p:nvPr/>
        </p:nvGrpSpPr>
        <p:grpSpPr>
          <a:xfrm>
            <a:off x="6778625" y="4096765"/>
            <a:ext cx="2693670" cy="514984"/>
            <a:chOff x="6778625" y="4096765"/>
            <a:chExt cx="2693670" cy="514984"/>
          </a:xfrm>
        </p:grpSpPr>
        <p:sp>
          <p:nvSpPr>
            <p:cNvPr id="10" name="object 10"/>
            <p:cNvSpPr/>
            <p:nvPr/>
          </p:nvSpPr>
          <p:spPr>
            <a:xfrm>
              <a:off x="6781546" y="4096765"/>
              <a:ext cx="2635250" cy="244982"/>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6778625" y="4369180"/>
              <a:ext cx="2693416" cy="242316"/>
            </a:xfrm>
            <a:prstGeom prst="rect">
              <a:avLst/>
            </a:prstGeom>
            <a:blipFill>
              <a:blip r:embed="rId7" cstate="print"/>
              <a:stretch>
                <a:fillRect/>
              </a:stretch>
            </a:blipFill>
          </p:spPr>
          <p:txBody>
            <a:bodyPr wrap="square" lIns="0" tIns="0" rIns="0" bIns="0" rtlCol="0"/>
            <a:lstStyle/>
            <a:p>
              <a:endParaRPr/>
            </a:p>
          </p:txBody>
        </p:sp>
      </p:grpSp>
      <p:sp>
        <p:nvSpPr>
          <p:cNvPr id="12" name="object 12"/>
          <p:cNvSpPr/>
          <p:nvPr/>
        </p:nvSpPr>
        <p:spPr>
          <a:xfrm>
            <a:off x="6063996" y="4504944"/>
            <a:ext cx="256540" cy="78105"/>
          </a:xfrm>
          <a:custGeom>
            <a:avLst/>
            <a:gdLst/>
            <a:ahLst/>
            <a:cxnLst/>
            <a:rect l="l" t="t" r="r" b="b"/>
            <a:pathLst>
              <a:path w="256539" h="78104">
                <a:moveTo>
                  <a:pt x="0" y="38861"/>
                </a:moveTo>
                <a:lnTo>
                  <a:pt x="10054" y="23735"/>
                </a:lnTo>
                <a:lnTo>
                  <a:pt x="37480" y="11382"/>
                </a:lnTo>
                <a:lnTo>
                  <a:pt x="78170" y="3053"/>
                </a:lnTo>
                <a:lnTo>
                  <a:pt x="128015" y="0"/>
                </a:lnTo>
                <a:lnTo>
                  <a:pt x="177861" y="3053"/>
                </a:lnTo>
                <a:lnTo>
                  <a:pt x="218551" y="11382"/>
                </a:lnTo>
                <a:lnTo>
                  <a:pt x="245977" y="23735"/>
                </a:lnTo>
                <a:lnTo>
                  <a:pt x="256031" y="38861"/>
                </a:lnTo>
                <a:lnTo>
                  <a:pt x="245977" y="53988"/>
                </a:lnTo>
                <a:lnTo>
                  <a:pt x="218551" y="66341"/>
                </a:lnTo>
                <a:lnTo>
                  <a:pt x="177861" y="74670"/>
                </a:lnTo>
                <a:lnTo>
                  <a:pt x="128015" y="77723"/>
                </a:lnTo>
                <a:lnTo>
                  <a:pt x="78170" y="74670"/>
                </a:lnTo>
                <a:lnTo>
                  <a:pt x="37480" y="66341"/>
                </a:lnTo>
                <a:lnTo>
                  <a:pt x="10054" y="53988"/>
                </a:lnTo>
                <a:lnTo>
                  <a:pt x="0" y="38861"/>
                </a:lnTo>
                <a:close/>
              </a:path>
            </a:pathLst>
          </a:custGeom>
          <a:ln w="12191">
            <a:solidFill>
              <a:srgbClr val="0078D6"/>
            </a:solidFill>
          </a:ln>
        </p:spPr>
        <p:txBody>
          <a:bodyPr wrap="square" lIns="0" tIns="0" rIns="0" bIns="0" rtlCol="0"/>
          <a:lstStyle/>
          <a:p>
            <a:endParaRPr/>
          </a:p>
        </p:txBody>
      </p:sp>
      <p:sp>
        <p:nvSpPr>
          <p:cNvPr id="13" name="object 13"/>
          <p:cNvSpPr/>
          <p:nvPr/>
        </p:nvSpPr>
        <p:spPr>
          <a:xfrm>
            <a:off x="5961888" y="4098035"/>
            <a:ext cx="485140" cy="447040"/>
          </a:xfrm>
          <a:custGeom>
            <a:avLst/>
            <a:gdLst/>
            <a:ahLst/>
            <a:cxnLst/>
            <a:rect l="l" t="t" r="r" b="b"/>
            <a:pathLst>
              <a:path w="485139" h="447039">
                <a:moveTo>
                  <a:pt x="0" y="330707"/>
                </a:moveTo>
                <a:lnTo>
                  <a:pt x="484632" y="330707"/>
                </a:lnTo>
                <a:lnTo>
                  <a:pt x="484632" y="0"/>
                </a:lnTo>
                <a:lnTo>
                  <a:pt x="0" y="0"/>
                </a:lnTo>
                <a:lnTo>
                  <a:pt x="0" y="330707"/>
                </a:lnTo>
                <a:close/>
              </a:path>
              <a:path w="485139" h="447039">
                <a:moveTo>
                  <a:pt x="65532" y="51815"/>
                </a:moveTo>
                <a:lnTo>
                  <a:pt x="419100" y="51815"/>
                </a:lnTo>
              </a:path>
              <a:path w="485139" h="447039">
                <a:moveTo>
                  <a:pt x="266700" y="153924"/>
                </a:moveTo>
                <a:lnTo>
                  <a:pt x="419100" y="153924"/>
                </a:lnTo>
              </a:path>
              <a:path w="485139" h="447039">
                <a:moveTo>
                  <a:pt x="266700" y="204215"/>
                </a:moveTo>
                <a:lnTo>
                  <a:pt x="419100" y="204215"/>
                </a:lnTo>
              </a:path>
              <a:path w="485139" h="447039">
                <a:moveTo>
                  <a:pt x="266700" y="256031"/>
                </a:moveTo>
                <a:lnTo>
                  <a:pt x="419100" y="256031"/>
                </a:lnTo>
              </a:path>
              <a:path w="485139" h="447039">
                <a:moveTo>
                  <a:pt x="51815" y="266700"/>
                </a:moveTo>
                <a:lnTo>
                  <a:pt x="51815" y="214883"/>
                </a:lnTo>
              </a:path>
              <a:path w="485139" h="447039">
                <a:moveTo>
                  <a:pt x="102108" y="266700"/>
                </a:moveTo>
                <a:lnTo>
                  <a:pt x="102108" y="164591"/>
                </a:lnTo>
              </a:path>
              <a:path w="485139" h="447039">
                <a:moveTo>
                  <a:pt x="153924" y="266700"/>
                </a:moveTo>
                <a:lnTo>
                  <a:pt x="153924" y="112775"/>
                </a:lnTo>
              </a:path>
              <a:path w="485139" h="447039">
                <a:moveTo>
                  <a:pt x="204215" y="266700"/>
                </a:moveTo>
                <a:lnTo>
                  <a:pt x="204215" y="164591"/>
                </a:lnTo>
              </a:path>
              <a:path w="485139" h="447039">
                <a:moveTo>
                  <a:pt x="228600" y="446531"/>
                </a:moveTo>
                <a:lnTo>
                  <a:pt x="228600" y="344424"/>
                </a:lnTo>
              </a:path>
            </a:pathLst>
          </a:custGeom>
          <a:ln w="12192">
            <a:solidFill>
              <a:srgbClr val="0078D6"/>
            </a:solidFill>
          </a:ln>
        </p:spPr>
        <p:txBody>
          <a:bodyPr wrap="square" lIns="0" tIns="0" rIns="0" bIns="0" rtlCol="0"/>
          <a:lstStyle/>
          <a:p>
            <a:endParaRPr/>
          </a:p>
        </p:txBody>
      </p:sp>
      <p:sp>
        <p:nvSpPr>
          <p:cNvPr id="14" name="object 14"/>
          <p:cNvSpPr/>
          <p:nvPr/>
        </p:nvSpPr>
        <p:spPr>
          <a:xfrm>
            <a:off x="6769607" y="5311521"/>
            <a:ext cx="4766945" cy="244982"/>
          </a:xfrm>
          <a:prstGeom prst="rect">
            <a:avLst/>
          </a:prstGeom>
          <a:blipFill>
            <a:blip r:embed="rId8" cstate="print"/>
            <a:stretch>
              <a:fillRect/>
            </a:stretch>
          </a:blipFill>
        </p:spPr>
        <p:txBody>
          <a:bodyPr wrap="square" lIns="0" tIns="0" rIns="0" bIns="0" rtlCol="0"/>
          <a:lstStyle/>
          <a:p>
            <a:endParaRPr/>
          </a:p>
        </p:txBody>
      </p:sp>
      <p:sp>
        <p:nvSpPr>
          <p:cNvPr id="15" name="object 15"/>
          <p:cNvSpPr/>
          <p:nvPr/>
        </p:nvSpPr>
        <p:spPr>
          <a:xfrm>
            <a:off x="6010655" y="5212079"/>
            <a:ext cx="387350" cy="387350"/>
          </a:xfrm>
          <a:custGeom>
            <a:avLst/>
            <a:gdLst/>
            <a:ahLst/>
            <a:cxnLst/>
            <a:rect l="l" t="t" r="r" b="b"/>
            <a:pathLst>
              <a:path w="387350" h="387350">
                <a:moveTo>
                  <a:pt x="387096" y="20320"/>
                </a:moveTo>
                <a:lnTo>
                  <a:pt x="385349" y="12858"/>
                </a:lnTo>
                <a:lnTo>
                  <a:pt x="380746" y="6350"/>
                </a:lnTo>
                <a:lnTo>
                  <a:pt x="374237" y="1746"/>
                </a:lnTo>
                <a:lnTo>
                  <a:pt x="366776" y="0"/>
                </a:lnTo>
                <a:lnTo>
                  <a:pt x="166481" y="0"/>
                </a:lnTo>
                <a:lnTo>
                  <a:pt x="63627" y="0"/>
                </a:lnTo>
                <a:lnTo>
                  <a:pt x="25733" y="0"/>
                </a:lnTo>
                <a:lnTo>
                  <a:pt x="20320" y="0"/>
                </a:lnTo>
                <a:lnTo>
                  <a:pt x="12858" y="1746"/>
                </a:lnTo>
                <a:lnTo>
                  <a:pt x="6350" y="6350"/>
                </a:lnTo>
                <a:lnTo>
                  <a:pt x="1746" y="12858"/>
                </a:lnTo>
                <a:lnTo>
                  <a:pt x="0" y="20320"/>
                </a:lnTo>
                <a:lnTo>
                  <a:pt x="0" y="220614"/>
                </a:lnTo>
                <a:lnTo>
                  <a:pt x="0" y="323469"/>
                </a:lnTo>
                <a:lnTo>
                  <a:pt x="0" y="361362"/>
                </a:lnTo>
                <a:lnTo>
                  <a:pt x="0" y="366776"/>
                </a:lnTo>
                <a:lnTo>
                  <a:pt x="1746" y="374226"/>
                </a:lnTo>
                <a:lnTo>
                  <a:pt x="6350" y="380736"/>
                </a:lnTo>
                <a:lnTo>
                  <a:pt x="12858" y="385346"/>
                </a:lnTo>
                <a:lnTo>
                  <a:pt x="20320" y="387096"/>
                </a:lnTo>
                <a:lnTo>
                  <a:pt x="220614" y="387096"/>
                </a:lnTo>
                <a:lnTo>
                  <a:pt x="323469" y="387096"/>
                </a:lnTo>
                <a:lnTo>
                  <a:pt x="361362" y="387096"/>
                </a:lnTo>
                <a:lnTo>
                  <a:pt x="366776" y="387096"/>
                </a:lnTo>
                <a:lnTo>
                  <a:pt x="374237" y="385346"/>
                </a:lnTo>
                <a:lnTo>
                  <a:pt x="380746" y="380736"/>
                </a:lnTo>
                <a:lnTo>
                  <a:pt x="385349" y="374226"/>
                </a:lnTo>
                <a:lnTo>
                  <a:pt x="387096" y="366776"/>
                </a:lnTo>
                <a:lnTo>
                  <a:pt x="387096" y="20320"/>
                </a:lnTo>
                <a:close/>
              </a:path>
              <a:path w="387350" h="387350">
                <a:moveTo>
                  <a:pt x="59436" y="336804"/>
                </a:moveTo>
                <a:lnTo>
                  <a:pt x="59436" y="295656"/>
                </a:lnTo>
              </a:path>
              <a:path w="387350" h="387350">
                <a:moveTo>
                  <a:pt x="100584" y="336804"/>
                </a:moveTo>
                <a:lnTo>
                  <a:pt x="100584" y="256032"/>
                </a:lnTo>
              </a:path>
              <a:path w="387350" h="387350">
                <a:moveTo>
                  <a:pt x="141732" y="336804"/>
                </a:moveTo>
                <a:lnTo>
                  <a:pt x="141732" y="214884"/>
                </a:lnTo>
              </a:path>
              <a:path w="387350" h="387350">
                <a:moveTo>
                  <a:pt x="182880" y="336804"/>
                </a:moveTo>
                <a:lnTo>
                  <a:pt x="182880" y="256032"/>
                </a:lnTo>
              </a:path>
              <a:path w="387350" h="387350">
                <a:moveTo>
                  <a:pt x="224028" y="336804"/>
                </a:moveTo>
                <a:lnTo>
                  <a:pt x="224028" y="245364"/>
                </a:lnTo>
              </a:path>
              <a:path w="387350" h="387350">
                <a:moveTo>
                  <a:pt x="263652" y="336804"/>
                </a:moveTo>
                <a:lnTo>
                  <a:pt x="263652" y="152400"/>
                </a:lnTo>
              </a:path>
              <a:path w="387350" h="387350">
                <a:moveTo>
                  <a:pt x="304800" y="336804"/>
                </a:moveTo>
                <a:lnTo>
                  <a:pt x="304800" y="62484"/>
                </a:lnTo>
              </a:path>
              <a:path w="387350" h="387350">
                <a:moveTo>
                  <a:pt x="345948" y="336804"/>
                </a:moveTo>
                <a:lnTo>
                  <a:pt x="345948" y="152400"/>
                </a:lnTo>
              </a:path>
            </a:pathLst>
          </a:custGeom>
          <a:ln w="12192">
            <a:solidFill>
              <a:srgbClr val="0078D6"/>
            </a:solidFill>
          </a:ln>
        </p:spPr>
        <p:txBody>
          <a:bodyPr wrap="square" lIns="0" tIns="0" rIns="0" bIns="0" rtlCol="0"/>
          <a:lstStyle/>
          <a:p>
            <a:endParaRPr/>
          </a:p>
        </p:txBody>
      </p:sp>
      <p:grpSp>
        <p:nvGrpSpPr>
          <p:cNvPr id="16" name="object 16"/>
          <p:cNvGrpSpPr/>
          <p:nvPr/>
        </p:nvGrpSpPr>
        <p:grpSpPr>
          <a:xfrm>
            <a:off x="6769607" y="3012439"/>
            <a:ext cx="3439795" cy="511175"/>
            <a:chOff x="6769607" y="3012439"/>
            <a:chExt cx="3439795" cy="511175"/>
          </a:xfrm>
        </p:grpSpPr>
        <p:sp>
          <p:nvSpPr>
            <p:cNvPr id="17" name="object 17"/>
            <p:cNvSpPr/>
            <p:nvPr/>
          </p:nvSpPr>
          <p:spPr>
            <a:xfrm>
              <a:off x="6769607" y="3012439"/>
              <a:ext cx="3439668" cy="242315"/>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6787006" y="3282187"/>
              <a:ext cx="2649474" cy="240919"/>
            </a:xfrm>
            <a:prstGeom prst="rect">
              <a:avLst/>
            </a:prstGeom>
            <a:blipFill>
              <a:blip r:embed="rId10" cstate="print"/>
              <a:stretch>
                <a:fillRect/>
              </a:stretch>
            </a:blipFill>
          </p:spPr>
          <p:txBody>
            <a:bodyPr wrap="square" lIns="0" tIns="0" rIns="0" bIns="0" rtlCol="0"/>
            <a:lstStyle/>
            <a:p>
              <a:endParaRPr/>
            </a:p>
          </p:txBody>
        </p:sp>
      </p:grpSp>
      <p:sp>
        <p:nvSpPr>
          <p:cNvPr id="19" name="object 19"/>
          <p:cNvSpPr/>
          <p:nvPr/>
        </p:nvSpPr>
        <p:spPr>
          <a:xfrm>
            <a:off x="5940552" y="3086100"/>
            <a:ext cx="527685" cy="334010"/>
          </a:xfrm>
          <a:custGeom>
            <a:avLst/>
            <a:gdLst/>
            <a:ahLst/>
            <a:cxnLst/>
            <a:rect l="l" t="t" r="r" b="b"/>
            <a:pathLst>
              <a:path w="527685" h="334010">
                <a:moveTo>
                  <a:pt x="423290" y="97282"/>
                </a:moveTo>
                <a:lnTo>
                  <a:pt x="406657" y="58614"/>
                </a:lnTo>
                <a:lnTo>
                  <a:pt x="378999" y="27781"/>
                </a:lnTo>
                <a:lnTo>
                  <a:pt x="342245" y="7377"/>
                </a:lnTo>
                <a:lnTo>
                  <a:pt x="298323" y="0"/>
                </a:lnTo>
                <a:lnTo>
                  <a:pt x="258331" y="6197"/>
                </a:lnTo>
                <a:lnTo>
                  <a:pt x="222900" y="23479"/>
                </a:lnTo>
                <a:lnTo>
                  <a:pt x="193970" y="49881"/>
                </a:lnTo>
                <a:lnTo>
                  <a:pt x="173482" y="83438"/>
                </a:lnTo>
                <a:lnTo>
                  <a:pt x="165973" y="74291"/>
                </a:lnTo>
                <a:lnTo>
                  <a:pt x="155225" y="67786"/>
                </a:lnTo>
                <a:lnTo>
                  <a:pt x="143192" y="63900"/>
                </a:lnTo>
                <a:lnTo>
                  <a:pt x="131825" y="62611"/>
                </a:lnTo>
                <a:lnTo>
                  <a:pt x="107436" y="67607"/>
                </a:lnTo>
                <a:lnTo>
                  <a:pt x="87582" y="81724"/>
                </a:lnTo>
                <a:lnTo>
                  <a:pt x="74229" y="103651"/>
                </a:lnTo>
                <a:lnTo>
                  <a:pt x="69342" y="132079"/>
                </a:lnTo>
                <a:lnTo>
                  <a:pt x="69342" y="139064"/>
                </a:lnTo>
                <a:lnTo>
                  <a:pt x="40987" y="150264"/>
                </a:lnTo>
                <a:lnTo>
                  <a:pt x="19097" y="171227"/>
                </a:lnTo>
                <a:lnTo>
                  <a:pt x="4994" y="198715"/>
                </a:lnTo>
                <a:lnTo>
                  <a:pt x="0" y="229488"/>
                </a:lnTo>
                <a:lnTo>
                  <a:pt x="7375" y="269247"/>
                </a:lnTo>
                <a:lnTo>
                  <a:pt x="27765" y="302482"/>
                </a:lnTo>
                <a:lnTo>
                  <a:pt x="58560" y="325286"/>
                </a:lnTo>
                <a:lnTo>
                  <a:pt x="97155" y="333755"/>
                </a:lnTo>
                <a:lnTo>
                  <a:pt x="277625" y="333755"/>
                </a:lnTo>
                <a:lnTo>
                  <a:pt x="370300" y="333755"/>
                </a:lnTo>
                <a:lnTo>
                  <a:pt x="404443" y="333755"/>
                </a:lnTo>
                <a:lnTo>
                  <a:pt x="409321" y="333755"/>
                </a:lnTo>
                <a:lnTo>
                  <a:pt x="457063" y="324086"/>
                </a:lnTo>
                <a:lnTo>
                  <a:pt x="494363" y="298116"/>
                </a:lnTo>
                <a:lnTo>
                  <a:pt x="518638" y="260407"/>
                </a:lnTo>
                <a:lnTo>
                  <a:pt x="527303" y="215519"/>
                </a:lnTo>
                <a:lnTo>
                  <a:pt x="518856" y="171612"/>
                </a:lnTo>
                <a:lnTo>
                  <a:pt x="496109" y="135540"/>
                </a:lnTo>
                <a:lnTo>
                  <a:pt x="462956" y="109898"/>
                </a:lnTo>
                <a:lnTo>
                  <a:pt x="423290" y="97282"/>
                </a:lnTo>
                <a:close/>
              </a:path>
            </a:pathLst>
          </a:custGeom>
          <a:ln w="12192">
            <a:solidFill>
              <a:srgbClr val="0078D6"/>
            </a:solidFill>
          </a:ln>
        </p:spPr>
        <p:txBody>
          <a:bodyPr wrap="square" lIns="0" tIns="0" rIns="0" bIns="0" rtlCol="0"/>
          <a:lstStyle/>
          <a:p>
            <a:endParaRPr/>
          </a:p>
        </p:txBody>
      </p:sp>
      <p:sp>
        <p:nvSpPr>
          <p:cNvPr id="20" name="object 20"/>
          <p:cNvSpPr/>
          <p:nvPr/>
        </p:nvSpPr>
        <p:spPr>
          <a:xfrm>
            <a:off x="761" y="6387846"/>
            <a:ext cx="2814320" cy="0"/>
          </a:xfrm>
          <a:custGeom>
            <a:avLst/>
            <a:gdLst/>
            <a:ahLst/>
            <a:cxnLst/>
            <a:rect l="l" t="t" r="r" b="b"/>
            <a:pathLst>
              <a:path w="2814320">
                <a:moveTo>
                  <a:pt x="0" y="0"/>
                </a:moveTo>
                <a:lnTo>
                  <a:pt x="2814066" y="0"/>
                </a:lnTo>
              </a:path>
            </a:pathLst>
          </a:custGeom>
          <a:ln w="19812">
            <a:solidFill>
              <a:srgbClr val="D9D9D9"/>
            </a:solidFill>
          </a:ln>
        </p:spPr>
        <p:txBody>
          <a:bodyPr wrap="square" lIns="0" tIns="0" rIns="0" bIns="0" rtlCol="0"/>
          <a:lstStyle/>
          <a:p>
            <a:endParaRPr/>
          </a:p>
        </p:txBody>
      </p:sp>
      <p:sp>
        <p:nvSpPr>
          <p:cNvPr id="21" name="object 21"/>
          <p:cNvSpPr/>
          <p:nvPr/>
        </p:nvSpPr>
        <p:spPr>
          <a:xfrm>
            <a:off x="9371076" y="6387846"/>
            <a:ext cx="2816225" cy="0"/>
          </a:xfrm>
          <a:custGeom>
            <a:avLst/>
            <a:gdLst/>
            <a:ahLst/>
            <a:cxnLst/>
            <a:rect l="l" t="t" r="r" b="b"/>
            <a:pathLst>
              <a:path w="2816225">
                <a:moveTo>
                  <a:pt x="0" y="0"/>
                </a:moveTo>
                <a:lnTo>
                  <a:pt x="2816225" y="0"/>
                </a:lnTo>
              </a:path>
            </a:pathLst>
          </a:custGeom>
          <a:ln w="19812">
            <a:solidFill>
              <a:srgbClr val="D9D9D9"/>
            </a:solidFill>
          </a:ln>
        </p:spPr>
        <p:txBody>
          <a:bodyPr wrap="square" lIns="0" tIns="0" rIns="0" bIns="0" rtlCol="0"/>
          <a:lstStyle/>
          <a:p>
            <a:endParaRPr/>
          </a:p>
        </p:txBody>
      </p:sp>
      <p:sp>
        <p:nvSpPr>
          <p:cNvPr id="22" name="object 22"/>
          <p:cNvSpPr/>
          <p:nvPr/>
        </p:nvSpPr>
        <p:spPr>
          <a:xfrm>
            <a:off x="3302889" y="6334455"/>
            <a:ext cx="5592191" cy="218554"/>
          </a:xfrm>
          <a:prstGeom prst="rect">
            <a:avLst/>
          </a:prstGeom>
          <a:blipFill>
            <a:blip r:embed="rId11" cstate="print"/>
            <a:stretch>
              <a:fillRect/>
            </a:stretch>
          </a:blipFill>
        </p:spPr>
        <p:txBody>
          <a:bodyPr wrap="square" lIns="0" tIns="0" rIns="0" bIns="0" rtlCol="0"/>
          <a:lstStyle/>
          <a:p>
            <a:endParaRPr/>
          </a:p>
        </p:txBody>
      </p:sp>
      <p:grpSp>
        <p:nvGrpSpPr>
          <p:cNvPr id="23" name="object 23"/>
          <p:cNvGrpSpPr/>
          <p:nvPr/>
        </p:nvGrpSpPr>
        <p:grpSpPr>
          <a:xfrm>
            <a:off x="844296" y="2339339"/>
            <a:ext cx="4174490" cy="3694429"/>
            <a:chOff x="844296" y="2339339"/>
            <a:chExt cx="4174490" cy="3694429"/>
          </a:xfrm>
        </p:grpSpPr>
        <p:sp>
          <p:nvSpPr>
            <p:cNvPr id="24" name="object 24"/>
            <p:cNvSpPr/>
            <p:nvPr/>
          </p:nvSpPr>
          <p:spPr>
            <a:xfrm>
              <a:off x="2894075" y="2339339"/>
              <a:ext cx="1065530" cy="631190"/>
            </a:xfrm>
            <a:custGeom>
              <a:avLst/>
              <a:gdLst/>
              <a:ahLst/>
              <a:cxnLst/>
              <a:rect l="l" t="t" r="r" b="b"/>
              <a:pathLst>
                <a:path w="1065529" h="631189">
                  <a:moveTo>
                    <a:pt x="712597" y="0"/>
                  </a:moveTo>
                  <a:lnTo>
                    <a:pt x="664031" y="6663"/>
                  </a:lnTo>
                  <a:lnTo>
                    <a:pt x="619421" y="25513"/>
                  </a:lnTo>
                  <a:lnTo>
                    <a:pt x="580895" y="54836"/>
                  </a:lnTo>
                  <a:lnTo>
                    <a:pt x="550581" y="92919"/>
                  </a:lnTo>
                  <a:lnTo>
                    <a:pt x="530606" y="138049"/>
                  </a:lnTo>
                  <a:lnTo>
                    <a:pt x="505713" y="121025"/>
                  </a:lnTo>
                  <a:lnTo>
                    <a:pt x="478536" y="109204"/>
                  </a:lnTo>
                  <a:lnTo>
                    <a:pt x="449167" y="102312"/>
                  </a:lnTo>
                  <a:lnTo>
                    <a:pt x="417702" y="100075"/>
                  </a:lnTo>
                  <a:lnTo>
                    <a:pt x="372876" y="105224"/>
                  </a:lnTo>
                  <a:lnTo>
                    <a:pt x="332137" y="120010"/>
                  </a:lnTo>
                  <a:lnTo>
                    <a:pt x="296656" y="143446"/>
                  </a:lnTo>
                  <a:lnTo>
                    <a:pt x="267598" y="174545"/>
                  </a:lnTo>
                  <a:lnTo>
                    <a:pt x="246132" y="212318"/>
                  </a:lnTo>
                  <a:lnTo>
                    <a:pt x="233425" y="255777"/>
                  </a:lnTo>
                  <a:lnTo>
                    <a:pt x="222855" y="253077"/>
                  </a:lnTo>
                  <a:lnTo>
                    <a:pt x="211534" y="251221"/>
                  </a:lnTo>
                  <a:lnTo>
                    <a:pt x="199761" y="250152"/>
                  </a:lnTo>
                  <a:lnTo>
                    <a:pt x="187832" y="249809"/>
                  </a:lnTo>
                  <a:lnTo>
                    <a:pt x="138950" y="256631"/>
                  </a:lnTo>
                  <a:lnTo>
                    <a:pt x="94375" y="275853"/>
                  </a:lnTo>
                  <a:lnTo>
                    <a:pt x="56149" y="305609"/>
                  </a:lnTo>
                  <a:lnTo>
                    <a:pt x="26317" y="344033"/>
                  </a:lnTo>
                  <a:lnTo>
                    <a:pt x="6919" y="389259"/>
                  </a:lnTo>
                  <a:lnTo>
                    <a:pt x="0" y="439420"/>
                  </a:lnTo>
                  <a:lnTo>
                    <a:pt x="6919" y="489633"/>
                  </a:lnTo>
                  <a:lnTo>
                    <a:pt x="26317" y="535187"/>
                  </a:lnTo>
                  <a:lnTo>
                    <a:pt x="56149" y="574087"/>
                  </a:lnTo>
                  <a:lnTo>
                    <a:pt x="94375" y="604341"/>
                  </a:lnTo>
                  <a:lnTo>
                    <a:pt x="138950" y="623955"/>
                  </a:lnTo>
                  <a:lnTo>
                    <a:pt x="187832" y="630936"/>
                  </a:lnTo>
                  <a:lnTo>
                    <a:pt x="876935" y="630936"/>
                  </a:lnTo>
                  <a:lnTo>
                    <a:pt x="926649" y="624105"/>
                  </a:lnTo>
                  <a:lnTo>
                    <a:pt x="971540" y="604821"/>
                  </a:lnTo>
                  <a:lnTo>
                    <a:pt x="1009729" y="574897"/>
                  </a:lnTo>
                  <a:lnTo>
                    <a:pt x="1039335" y="536146"/>
                  </a:lnTo>
                  <a:lnTo>
                    <a:pt x="1058477" y="490383"/>
                  </a:lnTo>
                  <a:lnTo>
                    <a:pt x="1065276" y="439420"/>
                  </a:lnTo>
                  <a:lnTo>
                    <a:pt x="1059096" y="391084"/>
                  </a:lnTo>
                  <a:lnTo>
                    <a:pt x="1041578" y="347166"/>
                  </a:lnTo>
                  <a:lnTo>
                    <a:pt x="1014253" y="309372"/>
                  </a:lnTo>
                  <a:lnTo>
                    <a:pt x="978652" y="279409"/>
                  </a:lnTo>
                  <a:lnTo>
                    <a:pt x="936306" y="258985"/>
                  </a:lnTo>
                  <a:lnTo>
                    <a:pt x="888746" y="249809"/>
                  </a:lnTo>
                  <a:lnTo>
                    <a:pt x="891432" y="235956"/>
                  </a:lnTo>
                  <a:lnTo>
                    <a:pt x="893381" y="221567"/>
                  </a:lnTo>
                  <a:lnTo>
                    <a:pt x="894568" y="206821"/>
                  </a:lnTo>
                  <a:lnTo>
                    <a:pt x="894969" y="191897"/>
                  </a:lnTo>
                  <a:lnTo>
                    <a:pt x="888480" y="140905"/>
                  </a:lnTo>
                  <a:lnTo>
                    <a:pt x="870152" y="95071"/>
                  </a:lnTo>
                  <a:lnTo>
                    <a:pt x="841692" y="56229"/>
                  </a:lnTo>
                  <a:lnTo>
                    <a:pt x="804808" y="26213"/>
                  </a:lnTo>
                  <a:lnTo>
                    <a:pt x="761207" y="6859"/>
                  </a:lnTo>
                  <a:lnTo>
                    <a:pt x="712597" y="0"/>
                  </a:lnTo>
                  <a:close/>
                </a:path>
              </a:pathLst>
            </a:custGeom>
            <a:solidFill>
              <a:srgbClr val="D2D2D2"/>
            </a:solidFill>
          </p:spPr>
          <p:txBody>
            <a:bodyPr wrap="square" lIns="0" tIns="0" rIns="0" bIns="0" rtlCol="0"/>
            <a:lstStyle/>
            <a:p>
              <a:endParaRPr/>
            </a:p>
          </p:txBody>
        </p:sp>
        <p:sp>
          <p:nvSpPr>
            <p:cNvPr id="25" name="object 25"/>
            <p:cNvSpPr/>
            <p:nvPr/>
          </p:nvSpPr>
          <p:spPr>
            <a:xfrm>
              <a:off x="844296" y="2371343"/>
              <a:ext cx="4174236" cy="3662172"/>
            </a:xfrm>
            <a:prstGeom prst="rect">
              <a:avLst/>
            </a:prstGeom>
            <a:blipFill>
              <a:blip r:embed="rId12" cstate="print"/>
              <a:stretch>
                <a:fillRect/>
              </a:stretch>
            </a:blipFill>
          </p:spPr>
          <p:txBody>
            <a:bodyPr wrap="square" lIns="0" tIns="0" rIns="0" bIns="0" rtlCol="0"/>
            <a:lstStyle/>
            <a:p>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6403" y="987552"/>
            <a:ext cx="10300970" cy="601980"/>
          </a:xfrm>
          <a:prstGeom prst="rect">
            <a:avLst/>
          </a:prstGeom>
          <a:solidFill>
            <a:srgbClr val="0078D6"/>
          </a:solidFill>
        </p:spPr>
        <p:txBody>
          <a:bodyPr vert="horz" wrap="square" lIns="0" tIns="146050" rIns="0" bIns="0" rtlCol="0">
            <a:spAutoFit/>
          </a:bodyPr>
          <a:lstStyle/>
          <a:p>
            <a:pPr marL="4445" algn="ctr">
              <a:lnSpc>
                <a:spcPct val="100000"/>
              </a:lnSpc>
              <a:spcBef>
                <a:spcPts val="1150"/>
              </a:spcBef>
            </a:pPr>
            <a:r>
              <a:rPr b="1" spc="-55" dirty="0">
                <a:solidFill>
                  <a:srgbClr val="FFFFFF"/>
                </a:solidFill>
                <a:latin typeface="Arial"/>
                <a:cs typeface="Arial"/>
              </a:rPr>
              <a:t>Windows </a:t>
            </a:r>
            <a:r>
              <a:rPr b="1" spc="-30" dirty="0">
                <a:solidFill>
                  <a:srgbClr val="FFFFFF"/>
                </a:solidFill>
                <a:latin typeface="Arial"/>
                <a:cs typeface="Arial"/>
              </a:rPr>
              <a:t>Defender </a:t>
            </a:r>
            <a:r>
              <a:rPr b="1" spc="-75" dirty="0">
                <a:solidFill>
                  <a:srgbClr val="FFFFFF"/>
                </a:solidFill>
                <a:latin typeface="Arial"/>
                <a:cs typeface="Arial"/>
              </a:rPr>
              <a:t>Advanced </a:t>
            </a:r>
            <a:r>
              <a:rPr b="1" spc="-45" dirty="0">
                <a:solidFill>
                  <a:srgbClr val="FFFFFF"/>
                </a:solidFill>
                <a:latin typeface="Arial"/>
                <a:cs typeface="Arial"/>
              </a:rPr>
              <a:t>Threat</a:t>
            </a:r>
            <a:r>
              <a:rPr b="1" spc="260" dirty="0">
                <a:solidFill>
                  <a:srgbClr val="FFFFFF"/>
                </a:solidFill>
                <a:latin typeface="Arial"/>
                <a:cs typeface="Arial"/>
              </a:rPr>
              <a:t> </a:t>
            </a:r>
            <a:r>
              <a:rPr b="1" spc="-45" dirty="0">
                <a:solidFill>
                  <a:srgbClr val="FFFFFF"/>
                </a:solidFill>
                <a:latin typeface="Arial"/>
                <a:cs typeface="Arial"/>
              </a:rPr>
              <a:t>Protection</a:t>
            </a:r>
          </a:p>
        </p:txBody>
      </p:sp>
      <p:sp>
        <p:nvSpPr>
          <p:cNvPr id="3" name="object 3"/>
          <p:cNvSpPr txBox="1"/>
          <p:nvPr/>
        </p:nvSpPr>
        <p:spPr>
          <a:xfrm>
            <a:off x="1194816" y="1959864"/>
            <a:ext cx="4559935" cy="600710"/>
          </a:xfrm>
          <a:prstGeom prst="rect">
            <a:avLst/>
          </a:prstGeom>
          <a:solidFill>
            <a:srgbClr val="0078D6"/>
          </a:solidFill>
        </p:spPr>
        <p:txBody>
          <a:bodyPr vert="horz" wrap="square" lIns="0" tIns="145415" rIns="0" bIns="0" rtlCol="0">
            <a:spAutoFit/>
          </a:bodyPr>
          <a:lstStyle/>
          <a:p>
            <a:pPr algn="ctr">
              <a:lnSpc>
                <a:spcPct val="100000"/>
              </a:lnSpc>
              <a:spcBef>
                <a:spcPts val="1145"/>
              </a:spcBef>
            </a:pPr>
            <a:r>
              <a:rPr sz="1950" spc="-229" dirty="0">
                <a:solidFill>
                  <a:srgbClr val="FFFFFF"/>
                </a:solidFill>
                <a:latin typeface="Arial Black"/>
                <a:cs typeface="Arial Black"/>
              </a:rPr>
              <a:t>Windows </a:t>
            </a:r>
            <a:r>
              <a:rPr sz="1950" spc="-250" dirty="0">
                <a:solidFill>
                  <a:srgbClr val="FFFFFF"/>
                </a:solidFill>
                <a:latin typeface="Arial Black"/>
                <a:cs typeface="Arial Black"/>
              </a:rPr>
              <a:t>Enterprise</a:t>
            </a:r>
            <a:r>
              <a:rPr sz="1950" spc="65" dirty="0">
                <a:solidFill>
                  <a:srgbClr val="FFFFFF"/>
                </a:solidFill>
                <a:latin typeface="Arial Black"/>
                <a:cs typeface="Arial Black"/>
              </a:rPr>
              <a:t> </a:t>
            </a:r>
            <a:r>
              <a:rPr sz="1950" spc="-180" dirty="0">
                <a:solidFill>
                  <a:srgbClr val="FFFFFF"/>
                </a:solidFill>
                <a:latin typeface="Arial Black"/>
                <a:cs typeface="Arial Black"/>
              </a:rPr>
              <a:t>E-3</a:t>
            </a:r>
            <a:endParaRPr sz="1950">
              <a:latin typeface="Arial Black"/>
              <a:cs typeface="Arial Black"/>
            </a:endParaRPr>
          </a:p>
        </p:txBody>
      </p:sp>
      <p:sp>
        <p:nvSpPr>
          <p:cNvPr id="4" name="object 4"/>
          <p:cNvSpPr txBox="1"/>
          <p:nvPr/>
        </p:nvSpPr>
        <p:spPr>
          <a:xfrm>
            <a:off x="6592823" y="1959864"/>
            <a:ext cx="4558665" cy="600710"/>
          </a:xfrm>
          <a:prstGeom prst="rect">
            <a:avLst/>
          </a:prstGeom>
          <a:solidFill>
            <a:srgbClr val="0078D6"/>
          </a:solidFill>
        </p:spPr>
        <p:txBody>
          <a:bodyPr vert="horz" wrap="square" lIns="0" tIns="145415" rIns="0" bIns="0" rtlCol="0">
            <a:spAutoFit/>
          </a:bodyPr>
          <a:lstStyle/>
          <a:p>
            <a:pPr marL="635" algn="ctr">
              <a:lnSpc>
                <a:spcPct val="100000"/>
              </a:lnSpc>
              <a:spcBef>
                <a:spcPts val="1145"/>
              </a:spcBef>
            </a:pPr>
            <a:r>
              <a:rPr sz="1950" spc="-229" dirty="0">
                <a:solidFill>
                  <a:srgbClr val="FFFFFF"/>
                </a:solidFill>
                <a:latin typeface="Arial Black"/>
                <a:cs typeface="Arial Black"/>
              </a:rPr>
              <a:t>Windows </a:t>
            </a:r>
            <a:r>
              <a:rPr sz="1950" spc="-250" dirty="0">
                <a:solidFill>
                  <a:srgbClr val="FFFFFF"/>
                </a:solidFill>
                <a:latin typeface="Arial Black"/>
                <a:cs typeface="Arial Black"/>
              </a:rPr>
              <a:t>Enterprise</a:t>
            </a:r>
            <a:r>
              <a:rPr sz="1950" spc="65" dirty="0">
                <a:solidFill>
                  <a:srgbClr val="FFFFFF"/>
                </a:solidFill>
                <a:latin typeface="Arial Black"/>
                <a:cs typeface="Arial Black"/>
              </a:rPr>
              <a:t> </a:t>
            </a:r>
            <a:r>
              <a:rPr sz="1950" spc="-180" dirty="0">
                <a:solidFill>
                  <a:srgbClr val="FFFFFF"/>
                </a:solidFill>
                <a:latin typeface="Arial Black"/>
                <a:cs typeface="Arial Black"/>
              </a:rPr>
              <a:t>E-5</a:t>
            </a:r>
            <a:endParaRPr sz="1950">
              <a:latin typeface="Arial Black"/>
              <a:cs typeface="Arial Black"/>
            </a:endParaRPr>
          </a:p>
        </p:txBody>
      </p:sp>
      <p:sp>
        <p:nvSpPr>
          <p:cNvPr id="5" name="object 5"/>
          <p:cNvSpPr/>
          <p:nvPr/>
        </p:nvSpPr>
        <p:spPr>
          <a:xfrm>
            <a:off x="5927090" y="4274819"/>
            <a:ext cx="492125" cy="513080"/>
          </a:xfrm>
          <a:custGeom>
            <a:avLst/>
            <a:gdLst/>
            <a:ahLst/>
            <a:cxnLst/>
            <a:rect l="l" t="t" r="r" b="b"/>
            <a:pathLst>
              <a:path w="492125" h="513079">
                <a:moveTo>
                  <a:pt x="491744" y="177800"/>
                </a:moveTo>
                <a:lnTo>
                  <a:pt x="324612" y="177800"/>
                </a:lnTo>
                <a:lnTo>
                  <a:pt x="324612" y="0"/>
                </a:lnTo>
                <a:lnTo>
                  <a:pt x="167132" y="0"/>
                </a:lnTo>
                <a:lnTo>
                  <a:pt x="167132" y="177800"/>
                </a:lnTo>
                <a:lnTo>
                  <a:pt x="0" y="177800"/>
                </a:lnTo>
                <a:lnTo>
                  <a:pt x="0" y="335280"/>
                </a:lnTo>
                <a:lnTo>
                  <a:pt x="167132" y="335280"/>
                </a:lnTo>
                <a:lnTo>
                  <a:pt x="167132" y="513080"/>
                </a:lnTo>
                <a:lnTo>
                  <a:pt x="324612" y="513080"/>
                </a:lnTo>
                <a:lnTo>
                  <a:pt x="324612" y="335280"/>
                </a:lnTo>
                <a:lnTo>
                  <a:pt x="491744" y="335280"/>
                </a:lnTo>
                <a:lnTo>
                  <a:pt x="491744" y="177800"/>
                </a:lnTo>
                <a:close/>
              </a:path>
            </a:pathLst>
          </a:custGeom>
          <a:solidFill>
            <a:srgbClr val="0078D6"/>
          </a:solidFill>
        </p:spPr>
        <p:txBody>
          <a:bodyPr wrap="square" lIns="0" tIns="0" rIns="0" bIns="0" rtlCol="0"/>
          <a:lstStyle/>
          <a:p>
            <a:endParaRPr/>
          </a:p>
        </p:txBody>
      </p:sp>
      <p:sp>
        <p:nvSpPr>
          <p:cNvPr id="6" name="object 6"/>
          <p:cNvSpPr/>
          <p:nvPr/>
        </p:nvSpPr>
        <p:spPr>
          <a:xfrm>
            <a:off x="1749551" y="3197225"/>
            <a:ext cx="3435477" cy="189357"/>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1458467" y="3721480"/>
            <a:ext cx="4016375" cy="243331"/>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389888" y="4245736"/>
            <a:ext cx="4153408" cy="243331"/>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1962911" y="4769992"/>
            <a:ext cx="3017520" cy="189102"/>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1706879" y="5294248"/>
            <a:ext cx="3519551" cy="243331"/>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2028444" y="5818517"/>
            <a:ext cx="2877820" cy="189103"/>
          </a:xfrm>
          <a:prstGeom prst="rect">
            <a:avLst/>
          </a:prstGeom>
          <a:blipFill>
            <a:blip r:embed="rId7" cstate="print"/>
            <a:stretch>
              <a:fillRect/>
            </a:stretch>
          </a:blipFill>
        </p:spPr>
        <p:txBody>
          <a:bodyPr wrap="square" lIns="0" tIns="0" rIns="0" bIns="0" rtlCol="0"/>
          <a:lstStyle/>
          <a:p>
            <a:endParaRPr/>
          </a:p>
        </p:txBody>
      </p:sp>
      <p:sp>
        <p:nvSpPr>
          <p:cNvPr id="12" name="object 12"/>
          <p:cNvSpPr/>
          <p:nvPr/>
        </p:nvSpPr>
        <p:spPr>
          <a:xfrm>
            <a:off x="2561844" y="6345085"/>
            <a:ext cx="1817878" cy="241007"/>
          </a:xfrm>
          <a:prstGeom prst="rect">
            <a:avLst/>
          </a:prstGeom>
          <a:blipFill>
            <a:blip r:embed="rId8" cstate="print"/>
            <a:stretch>
              <a:fillRect/>
            </a:stretch>
          </a:blipFill>
        </p:spPr>
        <p:txBody>
          <a:bodyPr wrap="square" lIns="0" tIns="0" rIns="0" bIns="0" rtlCol="0"/>
          <a:lstStyle/>
          <a:p>
            <a:endParaRPr/>
          </a:p>
        </p:txBody>
      </p:sp>
      <p:sp>
        <p:nvSpPr>
          <p:cNvPr id="13" name="object 13"/>
          <p:cNvSpPr/>
          <p:nvPr/>
        </p:nvSpPr>
        <p:spPr>
          <a:xfrm>
            <a:off x="7059041" y="3197225"/>
            <a:ext cx="3722369" cy="244601"/>
          </a:xfrm>
          <a:prstGeom prst="rect">
            <a:avLst/>
          </a:prstGeom>
          <a:blipFill>
            <a:blip r:embed="rId9" cstate="print"/>
            <a:stretch>
              <a:fillRect/>
            </a:stretch>
          </a:blipFill>
        </p:spPr>
        <p:txBody>
          <a:bodyPr wrap="square" lIns="0" tIns="0" rIns="0" bIns="0" rtlCol="0"/>
          <a:lstStyle/>
          <a:p>
            <a:endParaRPr/>
          </a:p>
        </p:txBody>
      </p:sp>
      <p:sp>
        <p:nvSpPr>
          <p:cNvPr id="14" name="object 14"/>
          <p:cNvSpPr/>
          <p:nvPr/>
        </p:nvSpPr>
        <p:spPr>
          <a:xfrm>
            <a:off x="6921500" y="3721480"/>
            <a:ext cx="4001261" cy="244601"/>
          </a:xfrm>
          <a:prstGeom prst="rect">
            <a:avLst/>
          </a:prstGeom>
          <a:blipFill>
            <a:blip r:embed="rId10" cstate="print"/>
            <a:stretch>
              <a:fillRect/>
            </a:stretch>
          </a:blipFill>
        </p:spPr>
        <p:txBody>
          <a:bodyPr wrap="square" lIns="0" tIns="0" rIns="0" bIns="0" rtlCol="0"/>
          <a:lstStyle/>
          <a:p>
            <a:endParaRPr/>
          </a:p>
        </p:txBody>
      </p:sp>
      <p:sp>
        <p:nvSpPr>
          <p:cNvPr id="15" name="object 15"/>
          <p:cNvSpPr/>
          <p:nvPr/>
        </p:nvSpPr>
        <p:spPr>
          <a:xfrm>
            <a:off x="7472298" y="4248022"/>
            <a:ext cx="2882010" cy="187070"/>
          </a:xfrm>
          <a:prstGeom prst="rect">
            <a:avLst/>
          </a:prstGeom>
          <a:blipFill>
            <a:blip r:embed="rId11" cstate="print"/>
            <a:stretch>
              <a:fillRect/>
            </a:stretch>
          </a:blipFill>
        </p:spPr>
        <p:txBody>
          <a:bodyPr wrap="square" lIns="0" tIns="0" rIns="0" bIns="0" rtlCol="0"/>
          <a:lstStyle/>
          <a:p>
            <a:endParaRPr/>
          </a:p>
        </p:txBody>
      </p:sp>
      <p:sp>
        <p:nvSpPr>
          <p:cNvPr id="16" name="object 16"/>
          <p:cNvSpPr/>
          <p:nvPr/>
        </p:nvSpPr>
        <p:spPr>
          <a:xfrm>
            <a:off x="6861175" y="4772278"/>
            <a:ext cx="4109974" cy="241045"/>
          </a:xfrm>
          <a:prstGeom prst="rect">
            <a:avLst/>
          </a:prstGeom>
          <a:blipFill>
            <a:blip r:embed="rId12" cstate="print"/>
            <a:stretch>
              <a:fillRect/>
            </a:stretch>
          </a:blipFill>
        </p:spPr>
        <p:txBody>
          <a:bodyPr wrap="square" lIns="0" tIns="0" rIns="0" bIns="0" rtlCol="0"/>
          <a:lstStyle/>
          <a:p>
            <a:endParaRPr/>
          </a:p>
        </p:txBody>
      </p:sp>
      <p:sp>
        <p:nvSpPr>
          <p:cNvPr id="17" name="object 17"/>
          <p:cNvSpPr/>
          <p:nvPr/>
        </p:nvSpPr>
        <p:spPr>
          <a:xfrm>
            <a:off x="7942833" y="5296534"/>
            <a:ext cx="1949069" cy="242315"/>
          </a:xfrm>
          <a:prstGeom prst="rect">
            <a:avLst/>
          </a:prstGeom>
          <a:blipFill>
            <a:blip r:embed="rId13" cstate="print"/>
            <a:stretch>
              <a:fillRect/>
            </a:stretch>
          </a:blipFill>
        </p:spPr>
        <p:txBody>
          <a:bodyPr wrap="square" lIns="0" tIns="0" rIns="0" bIns="0" rtlCol="0"/>
          <a:lstStyle/>
          <a:p>
            <a:endParaRPr/>
          </a:p>
        </p:txBody>
      </p:sp>
      <p:sp>
        <p:nvSpPr>
          <p:cNvPr id="18" name="object 18"/>
          <p:cNvSpPr/>
          <p:nvPr/>
        </p:nvSpPr>
        <p:spPr>
          <a:xfrm>
            <a:off x="8010525" y="5820829"/>
            <a:ext cx="1822196" cy="242227"/>
          </a:xfrm>
          <a:prstGeom prst="rect">
            <a:avLst/>
          </a:prstGeom>
          <a:blipFill>
            <a:blip r:embed="rId14" cstate="print"/>
            <a:stretch>
              <a:fillRect/>
            </a:stretch>
          </a:blipFill>
        </p:spPr>
        <p:txBody>
          <a:bodyPr wrap="square" lIns="0" tIns="0" rIns="0" bIns="0" rtlCol="0"/>
          <a:lstStyle/>
          <a:p>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6E6E6"/>
          </a:solidFill>
        </p:spPr>
        <p:txBody>
          <a:bodyPr wrap="square" lIns="0" tIns="0" rIns="0" bIns="0" rtlCol="0"/>
          <a:lstStyle/>
          <a:p>
            <a:endParaRPr/>
          </a:p>
        </p:txBody>
      </p:sp>
      <p:sp>
        <p:nvSpPr>
          <p:cNvPr id="3" name="object 3"/>
          <p:cNvSpPr/>
          <p:nvPr/>
        </p:nvSpPr>
        <p:spPr>
          <a:xfrm>
            <a:off x="1257300" y="0"/>
            <a:ext cx="9144000" cy="6857997"/>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6E6E6"/>
          </a:solidFill>
        </p:spPr>
        <p:txBody>
          <a:bodyPr wrap="square" lIns="0" tIns="0" rIns="0" bIns="0" rtlCol="0"/>
          <a:lstStyle/>
          <a:p>
            <a:endParaRPr/>
          </a:p>
        </p:txBody>
      </p:sp>
      <p:sp>
        <p:nvSpPr>
          <p:cNvPr id="3" name="object 3"/>
          <p:cNvSpPr/>
          <p:nvPr/>
        </p:nvSpPr>
        <p:spPr>
          <a:xfrm>
            <a:off x="1464563" y="0"/>
            <a:ext cx="9144000" cy="6857997"/>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6E6E6"/>
          </a:solidFill>
        </p:spPr>
        <p:txBody>
          <a:bodyPr wrap="square" lIns="0" tIns="0" rIns="0" bIns="0" rtlCol="0"/>
          <a:lstStyle/>
          <a:p>
            <a:endParaRPr/>
          </a:p>
        </p:txBody>
      </p:sp>
      <p:sp>
        <p:nvSpPr>
          <p:cNvPr id="3" name="object 3"/>
          <p:cNvSpPr/>
          <p:nvPr/>
        </p:nvSpPr>
        <p:spPr>
          <a:xfrm>
            <a:off x="266700" y="312420"/>
            <a:ext cx="11512296" cy="6233159"/>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6E6E6"/>
          </a:solidFill>
        </p:spPr>
        <p:txBody>
          <a:bodyPr wrap="square" lIns="0" tIns="0" rIns="0" bIns="0" rtlCol="0"/>
          <a:lstStyle/>
          <a:p>
            <a:endParaRPr/>
          </a:p>
        </p:txBody>
      </p:sp>
      <p:sp>
        <p:nvSpPr>
          <p:cNvPr id="3" name="object 3"/>
          <p:cNvSpPr/>
          <p:nvPr/>
        </p:nvSpPr>
        <p:spPr>
          <a:xfrm>
            <a:off x="353568" y="0"/>
            <a:ext cx="11484864" cy="685799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6E6E6"/>
          </a:solidFill>
        </p:spPr>
        <p:txBody>
          <a:bodyPr wrap="square" lIns="0" tIns="0" rIns="0" bIns="0" rtlCol="0"/>
          <a:lstStyle/>
          <a:p>
            <a:endParaRPr/>
          </a:p>
        </p:txBody>
      </p:sp>
      <p:sp>
        <p:nvSpPr>
          <p:cNvPr id="3" name="object 3"/>
          <p:cNvSpPr/>
          <p:nvPr/>
        </p:nvSpPr>
        <p:spPr>
          <a:xfrm>
            <a:off x="642835" y="2281301"/>
            <a:ext cx="6444399" cy="849629"/>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0" y="5474207"/>
            <a:ext cx="12191999" cy="138379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picture containing building, tepee&#10;&#10;Description automatically generated">
            <a:extLst>
              <a:ext uri="{FF2B5EF4-FFF2-40B4-BE49-F238E27FC236}">
                <a16:creationId xmlns:a16="http://schemas.microsoft.com/office/drawing/2014/main" id="{42BC3462-CB83-4CC2-B29A-63819F6CACD1}"/>
              </a:ext>
            </a:extLst>
          </p:cNvPr>
          <p:cNvPicPr>
            <a:picLocks noChangeAspect="1"/>
          </p:cNvPicPr>
          <p:nvPr/>
        </p:nvPicPr>
        <p:blipFill rotWithShape="1">
          <a:blip r:embed="rId2">
            <a:alphaModFix amt="2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21649"/>
          <a:stretch/>
        </p:blipFill>
        <p:spPr>
          <a:xfrm>
            <a:off x="43209" y="30768"/>
            <a:ext cx="12192000" cy="6858000"/>
          </a:xfrm>
          <a:prstGeom prst="rect">
            <a:avLst/>
          </a:prstGeom>
        </p:spPr>
      </p:pic>
      <p:sp>
        <p:nvSpPr>
          <p:cNvPr id="4" name="Rectangle 3">
            <a:extLst>
              <a:ext uri="{FF2B5EF4-FFF2-40B4-BE49-F238E27FC236}">
                <a16:creationId xmlns:a16="http://schemas.microsoft.com/office/drawing/2014/main" id="{B1D0D3E3-D2D8-4472-BA06-89FB59862ED8}"/>
              </a:ext>
            </a:extLst>
          </p:cNvPr>
          <p:cNvSpPr/>
          <p:nvPr/>
        </p:nvSpPr>
        <p:spPr>
          <a:xfrm>
            <a:off x="6312131" y="5119302"/>
            <a:ext cx="4710545" cy="532933"/>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Additional Products: $25.94</a:t>
            </a:r>
          </a:p>
        </p:txBody>
      </p:sp>
      <p:sp>
        <p:nvSpPr>
          <p:cNvPr id="5" name="Rectangle 4">
            <a:extLst>
              <a:ext uri="{FF2B5EF4-FFF2-40B4-BE49-F238E27FC236}">
                <a16:creationId xmlns:a16="http://schemas.microsoft.com/office/drawing/2014/main" id="{D75FC247-A4ED-4C17-BB07-F5BB2F996681}"/>
              </a:ext>
            </a:extLst>
          </p:cNvPr>
          <p:cNvSpPr/>
          <p:nvPr/>
        </p:nvSpPr>
        <p:spPr>
          <a:xfrm>
            <a:off x="1319395" y="5119302"/>
            <a:ext cx="4710545" cy="532933"/>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What Do You Need: $16.2 Per User Per Month</a:t>
            </a:r>
          </a:p>
        </p:txBody>
      </p:sp>
      <p:graphicFrame>
        <p:nvGraphicFramePr>
          <p:cNvPr id="6" name="Diagram 5">
            <a:extLst>
              <a:ext uri="{FF2B5EF4-FFF2-40B4-BE49-F238E27FC236}">
                <a16:creationId xmlns:a16="http://schemas.microsoft.com/office/drawing/2014/main" id="{322BAD67-3B40-4955-A29B-4E3F28FE5E1A}"/>
              </a:ext>
            </a:extLst>
          </p:cNvPr>
          <p:cNvGraphicFramePr/>
          <p:nvPr/>
        </p:nvGraphicFramePr>
        <p:xfrm>
          <a:off x="1343240" y="1873135"/>
          <a:ext cx="4710545" cy="306081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7" name="Diagram 6">
            <a:extLst>
              <a:ext uri="{FF2B5EF4-FFF2-40B4-BE49-F238E27FC236}">
                <a16:creationId xmlns:a16="http://schemas.microsoft.com/office/drawing/2014/main" id="{B5F54204-A1AA-4444-BD8C-9819430D6B1F}"/>
              </a:ext>
            </a:extLst>
          </p:cNvPr>
          <p:cNvGraphicFramePr/>
          <p:nvPr/>
        </p:nvGraphicFramePr>
        <p:xfrm>
          <a:off x="6335975" y="1873135"/>
          <a:ext cx="4710545" cy="317326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8" name="Rectangle 7">
            <a:extLst>
              <a:ext uri="{FF2B5EF4-FFF2-40B4-BE49-F238E27FC236}">
                <a16:creationId xmlns:a16="http://schemas.microsoft.com/office/drawing/2014/main" id="{6FBC3254-4F43-440C-BEDE-E132808A9FE2}"/>
              </a:ext>
            </a:extLst>
          </p:cNvPr>
          <p:cNvSpPr/>
          <p:nvPr/>
        </p:nvSpPr>
        <p:spPr>
          <a:xfrm>
            <a:off x="1343238" y="5747374"/>
            <a:ext cx="9703281" cy="532933"/>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a:ea typeface="+mn-ea"/>
                <a:cs typeface="+mn-cs"/>
              </a:rPr>
              <a:t>Microsoft 365 E5 Step Up: $22.5</a:t>
            </a:r>
          </a:p>
        </p:txBody>
      </p:sp>
      <p:sp>
        <p:nvSpPr>
          <p:cNvPr id="13" name="TextBox 12">
            <a:extLst>
              <a:ext uri="{FF2B5EF4-FFF2-40B4-BE49-F238E27FC236}">
                <a16:creationId xmlns:a16="http://schemas.microsoft.com/office/drawing/2014/main" id="{932B113B-9EE3-434B-A0F7-527BC10A6325}"/>
              </a:ext>
            </a:extLst>
          </p:cNvPr>
          <p:cNvSpPr txBox="1"/>
          <p:nvPr/>
        </p:nvSpPr>
        <p:spPr>
          <a:xfrm>
            <a:off x="1231900" y="479891"/>
            <a:ext cx="9814619"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The cost saving of investing in Microsoft 365 E5 instead of Individual Components on top of M365 E3</a:t>
            </a:r>
          </a:p>
        </p:txBody>
      </p:sp>
    </p:spTree>
    <p:extLst>
      <p:ext uri="{BB962C8B-B14F-4D97-AF65-F5344CB8AC3E}">
        <p14:creationId xmlns:p14="http://schemas.microsoft.com/office/powerpoint/2010/main" val="30184399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23" y="1523"/>
            <a:ext cx="12189460" cy="6855459"/>
            <a:chOff x="1523" y="1523"/>
            <a:chExt cx="12189460" cy="6855459"/>
          </a:xfrm>
        </p:grpSpPr>
        <p:sp>
          <p:nvSpPr>
            <p:cNvPr id="3" name="object 3"/>
            <p:cNvSpPr/>
            <p:nvPr/>
          </p:nvSpPr>
          <p:spPr>
            <a:xfrm>
              <a:off x="1523" y="1523"/>
              <a:ext cx="12188952" cy="685495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515111" y="527303"/>
              <a:ext cx="1229868" cy="263651"/>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269748" y="2935224"/>
              <a:ext cx="8120380" cy="3634740"/>
            </a:xfrm>
            <a:custGeom>
              <a:avLst/>
              <a:gdLst/>
              <a:ahLst/>
              <a:cxnLst/>
              <a:rect l="l" t="t" r="r" b="b"/>
              <a:pathLst>
                <a:path w="8120380" h="3634740">
                  <a:moveTo>
                    <a:pt x="8119872" y="0"/>
                  </a:moveTo>
                  <a:lnTo>
                    <a:pt x="0" y="0"/>
                  </a:lnTo>
                  <a:lnTo>
                    <a:pt x="0" y="3634740"/>
                  </a:lnTo>
                  <a:lnTo>
                    <a:pt x="8119872" y="3634740"/>
                  </a:lnTo>
                  <a:lnTo>
                    <a:pt x="8119872" y="0"/>
                  </a:lnTo>
                  <a:close/>
                </a:path>
              </a:pathLst>
            </a:custGeom>
            <a:solidFill>
              <a:srgbClr val="0078D6">
                <a:alpha val="90194"/>
              </a:srgbClr>
            </a:solidFill>
          </p:spPr>
          <p:txBody>
            <a:bodyPr wrap="square" lIns="0" tIns="0" rIns="0" bIns="0" rtlCol="0"/>
            <a:lstStyle/>
            <a:p>
              <a:endParaRPr/>
            </a:p>
          </p:txBody>
        </p:sp>
      </p:grpSp>
      <p:sp>
        <p:nvSpPr>
          <p:cNvPr id="6" name="object 6"/>
          <p:cNvSpPr txBox="1">
            <a:spLocks noGrp="1"/>
          </p:cNvSpPr>
          <p:nvPr>
            <p:ph type="title"/>
          </p:nvPr>
        </p:nvSpPr>
        <p:spPr>
          <a:xfrm>
            <a:off x="509727" y="3155645"/>
            <a:ext cx="5763895" cy="2343785"/>
          </a:xfrm>
          <a:prstGeom prst="rect">
            <a:avLst/>
          </a:prstGeom>
        </p:spPr>
        <p:txBody>
          <a:bodyPr vert="horz" wrap="square" lIns="0" tIns="151765" rIns="0" bIns="0" rtlCol="0">
            <a:spAutoFit/>
          </a:bodyPr>
          <a:lstStyle/>
          <a:p>
            <a:pPr marL="12700" marR="5080">
              <a:lnSpc>
                <a:spcPts val="8640"/>
              </a:lnSpc>
              <a:spcBef>
                <a:spcPts val="1195"/>
              </a:spcBef>
            </a:pPr>
            <a:r>
              <a:rPr sz="8000" spc="-180" dirty="0">
                <a:solidFill>
                  <a:srgbClr val="FFFFFF"/>
                </a:solidFill>
                <a:latin typeface="Trebuchet MS"/>
                <a:cs typeface="Trebuchet MS"/>
              </a:rPr>
              <a:t>Adoption</a:t>
            </a:r>
            <a:r>
              <a:rPr sz="8000" spc="-520" dirty="0">
                <a:solidFill>
                  <a:srgbClr val="FFFFFF"/>
                </a:solidFill>
                <a:latin typeface="Trebuchet MS"/>
                <a:cs typeface="Trebuchet MS"/>
              </a:rPr>
              <a:t> </a:t>
            </a:r>
            <a:r>
              <a:rPr sz="8000" spc="-160" dirty="0">
                <a:solidFill>
                  <a:srgbClr val="FFFFFF"/>
                </a:solidFill>
                <a:latin typeface="Trebuchet MS"/>
                <a:cs typeface="Trebuchet MS"/>
              </a:rPr>
              <a:t>and  </a:t>
            </a:r>
            <a:r>
              <a:rPr sz="8000" spc="-280" dirty="0">
                <a:solidFill>
                  <a:srgbClr val="FFFFFF"/>
                </a:solidFill>
                <a:latin typeface="Trebuchet MS"/>
                <a:cs typeface="Trebuchet MS"/>
              </a:rPr>
              <a:t>Deployment</a:t>
            </a:r>
            <a:endParaRPr sz="8000">
              <a:latin typeface="Trebuchet MS"/>
              <a:cs typeface="Trebuchet M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062481" y="6271413"/>
            <a:ext cx="1831700" cy="408123"/>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622592" y="464947"/>
            <a:ext cx="5454357" cy="58458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578586" y="1190878"/>
            <a:ext cx="6876821" cy="346456"/>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373379" y="1656588"/>
            <a:ext cx="11818619" cy="5009388"/>
          </a:xfrm>
          <a:prstGeom prst="rect">
            <a:avLst/>
          </a:prstGeom>
          <a:blipFill>
            <a:blip r:embed="rId5" cstate="print"/>
            <a:stretch>
              <a:fillRect/>
            </a:stretch>
          </a:blipFill>
        </p:spPr>
        <p:txBody>
          <a:bodyPr wrap="square" lIns="0" tIns="0" rIns="0" bIns="0" rtlCol="0"/>
          <a:lstStyle/>
          <a:p>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10" name="Oval 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1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13" name="Rectangle 1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FE0E903-E683-4DC3-9695-0F498088C1D9}"/>
              </a:ext>
            </a:extLst>
          </p:cNvPr>
          <p:cNvSpPr>
            <a:spLocks noGrp="1"/>
          </p:cNvSpPr>
          <p:nvPr>
            <p:ph type="ctrTitle"/>
          </p:nvPr>
        </p:nvSpPr>
        <p:spPr>
          <a:xfrm>
            <a:off x="1524000" y="2776538"/>
            <a:ext cx="9144000" cy="1381188"/>
          </a:xfrm>
        </p:spPr>
        <p:txBody>
          <a:bodyPr anchor="ctr">
            <a:normAutofit/>
          </a:bodyPr>
          <a:lstStyle/>
          <a:p>
            <a:r>
              <a:rPr lang="en-US" sz="4000" dirty="0">
                <a:solidFill>
                  <a:schemeClr val="bg2"/>
                </a:solidFill>
              </a:rPr>
              <a:t>The Case for Microsoft 365 E5</a:t>
            </a:r>
          </a:p>
        </p:txBody>
      </p:sp>
    </p:spTree>
    <p:extLst>
      <p:ext uri="{BB962C8B-B14F-4D97-AF65-F5344CB8AC3E}">
        <p14:creationId xmlns:p14="http://schemas.microsoft.com/office/powerpoint/2010/main" val="4132585582"/>
      </p:ext>
    </p:extLst>
  </p:cSld>
  <p:clrMapOvr>
    <a:overrideClrMapping bg1="dk1" tx1="lt1" bg2="dk2" tx2="lt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4" name="Unauthorized node 1 line"/>
          <p:cNvCxnSpPr/>
          <p:nvPr/>
        </p:nvCxnSpPr>
        <p:spPr>
          <a:xfrm flipV="1">
            <a:off x="9393447" y="1533945"/>
            <a:ext cx="95131" cy="339163"/>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7" name="On-premise node 1 line"/>
          <p:cNvCxnSpPr/>
          <p:nvPr/>
        </p:nvCxnSpPr>
        <p:spPr>
          <a:xfrm>
            <a:off x="5349159" y="4776520"/>
            <a:ext cx="1645894" cy="852339"/>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2" name="On-premise node 1 line"/>
          <p:cNvCxnSpPr/>
          <p:nvPr/>
        </p:nvCxnSpPr>
        <p:spPr>
          <a:xfrm flipV="1">
            <a:off x="7317068" y="5255779"/>
            <a:ext cx="2790122" cy="448211"/>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3" name="Spam Line"/>
          <p:cNvCxnSpPr/>
          <p:nvPr/>
        </p:nvCxnSpPr>
        <p:spPr>
          <a:xfrm>
            <a:off x="7543766" y="4278580"/>
            <a:ext cx="2586146" cy="771768"/>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4" name="On-premise node 1 line"/>
          <p:cNvCxnSpPr/>
          <p:nvPr/>
        </p:nvCxnSpPr>
        <p:spPr>
          <a:xfrm flipH="1">
            <a:off x="1755499" y="2097895"/>
            <a:ext cx="2346090" cy="759946"/>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1" name="On-premise node 1 line"/>
          <p:cNvCxnSpPr/>
          <p:nvPr/>
        </p:nvCxnSpPr>
        <p:spPr>
          <a:xfrm>
            <a:off x="4378456" y="2147029"/>
            <a:ext cx="2951136" cy="2019198"/>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3" name="On-premise node 1 line"/>
          <p:cNvCxnSpPr/>
          <p:nvPr/>
        </p:nvCxnSpPr>
        <p:spPr>
          <a:xfrm flipV="1">
            <a:off x="4402850" y="1102434"/>
            <a:ext cx="673976" cy="715296"/>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7" name="On-premise node 1 line"/>
          <p:cNvCxnSpPr/>
          <p:nvPr/>
        </p:nvCxnSpPr>
        <p:spPr>
          <a:xfrm flipV="1">
            <a:off x="2463644" y="896912"/>
            <a:ext cx="2558791" cy="554929"/>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8" name="On-premise node 1 line"/>
          <p:cNvCxnSpPr/>
          <p:nvPr/>
        </p:nvCxnSpPr>
        <p:spPr>
          <a:xfrm>
            <a:off x="2508293" y="1609672"/>
            <a:ext cx="1502030" cy="337001"/>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On-premise node 1 line"/>
          <p:cNvCxnSpPr/>
          <p:nvPr/>
        </p:nvCxnSpPr>
        <p:spPr>
          <a:xfrm flipH="1">
            <a:off x="1503343" y="1788965"/>
            <a:ext cx="569367" cy="799644"/>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On-premise node 1 line"/>
          <p:cNvCxnSpPr/>
          <p:nvPr/>
        </p:nvCxnSpPr>
        <p:spPr>
          <a:xfrm flipH="1" flipV="1">
            <a:off x="1531248" y="3129254"/>
            <a:ext cx="812711" cy="1342893"/>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On-premise node 1 line"/>
          <p:cNvCxnSpPr/>
          <p:nvPr/>
        </p:nvCxnSpPr>
        <p:spPr>
          <a:xfrm>
            <a:off x="2668661" y="4944022"/>
            <a:ext cx="670870" cy="885549"/>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0" name="Intel Large TXT"/>
          <p:cNvSpPr/>
          <p:nvPr/>
        </p:nvSpPr>
        <p:spPr>
          <a:xfrm>
            <a:off x="8290061" y="3134501"/>
            <a:ext cx="2739739" cy="470693"/>
          </a:xfrm>
          <a:prstGeom prst="rect">
            <a:avLst/>
          </a:prstGeom>
        </p:spPr>
        <p:txBody>
          <a:bodyPr wrap="none">
            <a:spAutoFit/>
          </a:bodyPr>
          <a:lstStyle/>
          <a:p>
            <a:pPr marL="0" marR="0" lvl="0" indent="0" algn="ctr" defTabSz="914367" rtl="0" eaLnBrk="1" fontAlgn="auto" latinLnBrk="0" hangingPunct="1">
              <a:lnSpc>
                <a:spcPct val="90000"/>
              </a:lnSpc>
              <a:spcBef>
                <a:spcPts val="0"/>
              </a:spcBef>
              <a:spcAft>
                <a:spcPts val="0"/>
              </a:spcAft>
              <a:buClrTx/>
              <a:buSzTx/>
              <a:buFontTx/>
              <a:buNone/>
              <a:tabLst/>
              <a:defRPr/>
            </a:pPr>
            <a:r>
              <a:rPr kumimoji="0" lang="en-US" sz="2745" b="1" i="0" u="none" strike="noStrike" kern="0" cap="none" spc="118" normalizeH="0" baseline="0" noProof="0">
                <a:ln>
                  <a:noFill/>
                </a:ln>
                <a:gradFill>
                  <a:gsLst>
                    <a:gs pos="0">
                      <a:srgbClr val="0078D7"/>
                    </a:gs>
                    <a:gs pos="100000">
                      <a:srgbClr val="0078D7"/>
                    </a:gs>
                  </a:gsLst>
                  <a:lin ang="5400000" scaled="1"/>
                </a:gradFill>
                <a:effectLst/>
                <a:uLnTx/>
                <a:uFillTx/>
                <a:latin typeface="Segoe UI"/>
                <a:ea typeface="Segoe UI Black" panose="020B0A02040204020203" pitchFamily="34" charset="0"/>
                <a:cs typeface="Segoe UI Black" panose="020B0A02040204020203" pitchFamily="34" charset="0"/>
              </a:rPr>
              <a:t>INTELLIGENCE</a:t>
            </a:r>
          </a:p>
        </p:txBody>
      </p:sp>
      <p:cxnSp>
        <p:nvCxnSpPr>
          <p:cNvPr id="41" name="Cloud line"/>
          <p:cNvCxnSpPr/>
          <p:nvPr/>
        </p:nvCxnSpPr>
        <p:spPr>
          <a:xfrm flipH="1">
            <a:off x="9602798" y="1882979"/>
            <a:ext cx="885374" cy="217353"/>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2" name="Unothorized node 1"/>
          <p:cNvSpPr/>
          <p:nvPr/>
        </p:nvSpPr>
        <p:spPr bwMode="auto">
          <a:xfrm>
            <a:off x="9382891" y="1337162"/>
            <a:ext cx="260842" cy="260842"/>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pic>
        <p:nvPicPr>
          <p:cNvPr id="55" name="Intel large 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8291003" y="3130288"/>
            <a:ext cx="2743298" cy="472158"/>
          </a:xfrm>
          <a:prstGeom prst="rect">
            <a:avLst/>
          </a:prstGeom>
        </p:spPr>
      </p:pic>
      <p:cxnSp>
        <p:nvCxnSpPr>
          <p:cNvPr id="99" name="On-premise node 1 line"/>
          <p:cNvCxnSpPr/>
          <p:nvPr/>
        </p:nvCxnSpPr>
        <p:spPr>
          <a:xfrm>
            <a:off x="5525907" y="847793"/>
            <a:ext cx="2050726" cy="245595"/>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3" name="Data encryption line"/>
          <p:cNvCxnSpPr/>
          <p:nvPr/>
        </p:nvCxnSpPr>
        <p:spPr>
          <a:xfrm flipV="1">
            <a:off x="6950363" y="1324662"/>
            <a:ext cx="726759" cy="591473"/>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6" name="Unauthorized access line"/>
          <p:cNvCxnSpPr/>
          <p:nvPr/>
        </p:nvCxnSpPr>
        <p:spPr>
          <a:xfrm>
            <a:off x="8116943" y="1228467"/>
            <a:ext cx="963423" cy="759947"/>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7" name="On-premise node 1 line"/>
          <p:cNvCxnSpPr/>
          <p:nvPr/>
        </p:nvCxnSpPr>
        <p:spPr>
          <a:xfrm>
            <a:off x="5447100" y="1055105"/>
            <a:ext cx="1028251" cy="848966"/>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47" name="On-premise node 1"/>
          <p:cNvSpPr/>
          <p:nvPr/>
        </p:nvSpPr>
        <p:spPr bwMode="auto">
          <a:xfrm>
            <a:off x="1622209" y="920693"/>
            <a:ext cx="260842" cy="260842"/>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cxnSp>
        <p:nvCxnSpPr>
          <p:cNvPr id="167" name="On-premise node 1 line"/>
          <p:cNvCxnSpPr/>
          <p:nvPr/>
        </p:nvCxnSpPr>
        <p:spPr>
          <a:xfrm flipV="1">
            <a:off x="3743893" y="4384224"/>
            <a:ext cx="3536826" cy="1606491"/>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1" name="Spam node 2 line"/>
          <p:cNvCxnSpPr/>
          <p:nvPr/>
        </p:nvCxnSpPr>
        <p:spPr>
          <a:xfrm flipH="1" flipV="1">
            <a:off x="10566329" y="5257151"/>
            <a:ext cx="505611" cy="392373"/>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72" name="Spannode 1"/>
          <p:cNvSpPr/>
          <p:nvPr/>
        </p:nvSpPr>
        <p:spPr bwMode="auto">
          <a:xfrm>
            <a:off x="11001969" y="5594656"/>
            <a:ext cx="260842" cy="260842"/>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cxnSp>
        <p:nvCxnSpPr>
          <p:cNvPr id="173" name="Spam node 1 line"/>
          <p:cNvCxnSpPr/>
          <p:nvPr/>
        </p:nvCxnSpPr>
        <p:spPr>
          <a:xfrm flipV="1">
            <a:off x="10544198" y="4793654"/>
            <a:ext cx="336252" cy="271633"/>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74" name="Spam Nod 1"/>
          <p:cNvSpPr/>
          <p:nvPr/>
        </p:nvSpPr>
        <p:spPr bwMode="auto">
          <a:xfrm>
            <a:off x="10786009" y="4626992"/>
            <a:ext cx="260842" cy="260842"/>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cxnSp>
        <p:nvCxnSpPr>
          <p:cNvPr id="186" name="On-premise node 1 line"/>
          <p:cNvCxnSpPr/>
          <p:nvPr/>
        </p:nvCxnSpPr>
        <p:spPr>
          <a:xfrm>
            <a:off x="1768374" y="2962115"/>
            <a:ext cx="3304577" cy="1601989"/>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4" name="On-premise node 1 line"/>
          <p:cNvCxnSpPr/>
          <p:nvPr/>
        </p:nvCxnSpPr>
        <p:spPr>
          <a:xfrm flipV="1">
            <a:off x="2658784" y="2185524"/>
            <a:ext cx="3784270" cy="2473933"/>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6" name="System Update line"/>
          <p:cNvCxnSpPr/>
          <p:nvPr/>
        </p:nvCxnSpPr>
        <p:spPr>
          <a:xfrm flipV="1">
            <a:off x="7117078" y="4422042"/>
            <a:ext cx="196019" cy="1054682"/>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12" name="On-premise node 1"/>
          <p:cNvSpPr/>
          <p:nvPr/>
        </p:nvSpPr>
        <p:spPr bwMode="auto">
          <a:xfrm>
            <a:off x="3998849" y="2578191"/>
            <a:ext cx="260842" cy="260842"/>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cxnSp>
        <p:nvCxnSpPr>
          <p:cNvPr id="213" name="On-premise node 1 line"/>
          <p:cNvCxnSpPr/>
          <p:nvPr/>
        </p:nvCxnSpPr>
        <p:spPr>
          <a:xfrm flipH="1">
            <a:off x="4134532" y="2220206"/>
            <a:ext cx="85374" cy="426868"/>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9" name="User log in line nod 1"/>
          <p:cNvCxnSpPr/>
          <p:nvPr/>
        </p:nvCxnSpPr>
        <p:spPr>
          <a:xfrm flipV="1">
            <a:off x="7453909" y="3542723"/>
            <a:ext cx="103224" cy="407467"/>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20" name="User log in node 1"/>
          <p:cNvSpPr/>
          <p:nvPr/>
        </p:nvSpPr>
        <p:spPr bwMode="auto">
          <a:xfrm>
            <a:off x="7440638" y="3341604"/>
            <a:ext cx="260842" cy="260842"/>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cxnSp>
        <p:nvCxnSpPr>
          <p:cNvPr id="227" name="On-premise node 1 line"/>
          <p:cNvCxnSpPr/>
          <p:nvPr/>
        </p:nvCxnSpPr>
        <p:spPr>
          <a:xfrm flipV="1">
            <a:off x="4808098" y="4918042"/>
            <a:ext cx="229101" cy="243679"/>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28" name="On-premise node 1"/>
          <p:cNvSpPr/>
          <p:nvPr/>
        </p:nvSpPr>
        <p:spPr bwMode="auto">
          <a:xfrm>
            <a:off x="4620943" y="5090811"/>
            <a:ext cx="260842" cy="260842"/>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cxnSp>
        <p:nvCxnSpPr>
          <p:cNvPr id="230" name="On-premise node 1 line"/>
          <p:cNvCxnSpPr/>
          <p:nvPr/>
        </p:nvCxnSpPr>
        <p:spPr>
          <a:xfrm>
            <a:off x="4793130" y="3830111"/>
            <a:ext cx="359789" cy="609813"/>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31" name="On-premise node 1"/>
          <p:cNvSpPr/>
          <p:nvPr/>
        </p:nvSpPr>
        <p:spPr bwMode="auto">
          <a:xfrm>
            <a:off x="4616018" y="3613305"/>
            <a:ext cx="260842" cy="260842"/>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cxnSp>
        <p:nvCxnSpPr>
          <p:cNvPr id="233" name="User log in node 2 line"/>
          <p:cNvCxnSpPr/>
          <p:nvPr/>
        </p:nvCxnSpPr>
        <p:spPr>
          <a:xfrm flipH="1" flipV="1">
            <a:off x="7573876" y="4397238"/>
            <a:ext cx="464378" cy="525511"/>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34" name="User log in node 2"/>
          <p:cNvSpPr/>
          <p:nvPr/>
        </p:nvSpPr>
        <p:spPr bwMode="auto">
          <a:xfrm>
            <a:off x="7931158" y="4829969"/>
            <a:ext cx="260842" cy="260842"/>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cxnSp>
        <p:nvCxnSpPr>
          <p:cNvPr id="239" name="Malware Line"/>
          <p:cNvCxnSpPr/>
          <p:nvPr/>
        </p:nvCxnSpPr>
        <p:spPr>
          <a:xfrm>
            <a:off x="6731459" y="2237545"/>
            <a:ext cx="589344" cy="1834205"/>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62" name="User log in text"/>
          <p:cNvSpPr/>
          <p:nvPr/>
        </p:nvSpPr>
        <p:spPr>
          <a:xfrm>
            <a:off x="7700413" y="3893193"/>
            <a:ext cx="1117646" cy="301727"/>
          </a:xfrm>
          <a:prstGeom prst="rect">
            <a:avLst/>
          </a:prstGeom>
        </p:spPr>
        <p:txBody>
          <a:bodyPr wrap="none">
            <a:spAutoFit/>
          </a:bodyPr>
          <a:lstStyle/>
          <a:p>
            <a:pPr marL="0" marR="0" lvl="0" indent="0" algn="ctr" defTabSz="896094" rtl="0" eaLnBrk="1" fontAlgn="base" latinLnBrk="0" hangingPunct="1">
              <a:lnSpc>
                <a:spcPct val="10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User log-ins</a:t>
            </a:r>
          </a:p>
        </p:txBody>
      </p:sp>
      <p:sp>
        <p:nvSpPr>
          <p:cNvPr id="263" name="Equipment text"/>
          <p:cNvSpPr/>
          <p:nvPr/>
        </p:nvSpPr>
        <p:spPr>
          <a:xfrm>
            <a:off x="9649097" y="2198633"/>
            <a:ext cx="2168973" cy="280605"/>
          </a:xfrm>
          <a:prstGeom prst="rect">
            <a:avLst/>
          </a:prstGeom>
        </p:spPr>
        <p:txBody>
          <a:bodyPr wrap="none">
            <a:spAutoFit/>
          </a:bodyPr>
          <a:lstStyle/>
          <a:p>
            <a:pPr marL="0" marR="0" lvl="0" indent="0" algn="ctr" defTabSz="896094" rtl="0" eaLnBrk="1" fontAlgn="base" latinLnBrk="0" hangingPunct="1">
              <a:lnSpc>
                <a:spcPct val="9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Unauthorized data access</a:t>
            </a:r>
          </a:p>
        </p:txBody>
      </p:sp>
      <p:sp>
        <p:nvSpPr>
          <p:cNvPr id="264" name="Equipment text"/>
          <p:cNvSpPr/>
          <p:nvPr/>
        </p:nvSpPr>
        <p:spPr>
          <a:xfrm>
            <a:off x="8141985" y="937946"/>
            <a:ext cx="1427983" cy="301727"/>
          </a:xfrm>
          <a:prstGeom prst="rect">
            <a:avLst/>
          </a:prstGeom>
        </p:spPr>
        <p:txBody>
          <a:bodyPr wrap="none">
            <a:spAutoFit/>
          </a:bodyPr>
          <a:lstStyle/>
          <a:p>
            <a:pPr marL="0" marR="0" lvl="0" indent="0" algn="ctr" defTabSz="896094" rtl="0" eaLnBrk="1" fontAlgn="base" latinLnBrk="0" hangingPunct="1">
              <a:lnSpc>
                <a:spcPct val="10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Data encryption</a:t>
            </a:r>
          </a:p>
        </p:txBody>
      </p:sp>
      <p:sp>
        <p:nvSpPr>
          <p:cNvPr id="265" name="Malware text"/>
          <p:cNvSpPr/>
          <p:nvPr/>
        </p:nvSpPr>
        <p:spPr>
          <a:xfrm>
            <a:off x="6972004" y="1944432"/>
            <a:ext cx="840309" cy="301727"/>
          </a:xfrm>
          <a:prstGeom prst="rect">
            <a:avLst/>
          </a:prstGeom>
        </p:spPr>
        <p:txBody>
          <a:bodyPr wrap="none">
            <a:spAutoFit/>
          </a:bodyPr>
          <a:lstStyle/>
          <a:p>
            <a:pPr marL="0" marR="0" lvl="0" indent="0" algn="ctr" defTabSz="896094" rtl="0" eaLnBrk="1" fontAlgn="base" latinLnBrk="0" hangingPunct="1">
              <a:lnSpc>
                <a:spcPct val="10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Malware</a:t>
            </a:r>
          </a:p>
        </p:txBody>
      </p:sp>
      <p:sp>
        <p:nvSpPr>
          <p:cNvPr id="266" name="Spam text"/>
          <p:cNvSpPr/>
          <p:nvPr/>
        </p:nvSpPr>
        <p:spPr>
          <a:xfrm>
            <a:off x="10687725" y="5008122"/>
            <a:ext cx="617157" cy="301727"/>
          </a:xfrm>
          <a:prstGeom prst="rect">
            <a:avLst/>
          </a:prstGeom>
        </p:spPr>
        <p:txBody>
          <a:bodyPr wrap="none">
            <a:spAutoFit/>
          </a:bodyPr>
          <a:lstStyle/>
          <a:p>
            <a:pPr marL="0" marR="0" lvl="0" indent="0" algn="ctr" defTabSz="896094" rtl="0" eaLnBrk="1" fontAlgn="base" latinLnBrk="0" hangingPunct="1">
              <a:lnSpc>
                <a:spcPct val="10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Spam</a:t>
            </a:r>
          </a:p>
        </p:txBody>
      </p:sp>
      <p:sp>
        <p:nvSpPr>
          <p:cNvPr id="267" name="Equipment text"/>
          <p:cNvSpPr/>
          <p:nvPr/>
        </p:nvSpPr>
        <p:spPr>
          <a:xfrm>
            <a:off x="5345833" y="5616348"/>
            <a:ext cx="1404725" cy="301727"/>
          </a:xfrm>
          <a:prstGeom prst="rect">
            <a:avLst/>
          </a:prstGeom>
        </p:spPr>
        <p:txBody>
          <a:bodyPr wrap="none">
            <a:spAutoFit/>
          </a:bodyPr>
          <a:lstStyle/>
          <a:p>
            <a:pPr marL="0" marR="0" lvl="0" indent="0" algn="ctr" defTabSz="896094" rtl="0" eaLnBrk="1" fontAlgn="base" latinLnBrk="0" hangingPunct="1">
              <a:lnSpc>
                <a:spcPct val="10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System updates</a:t>
            </a:r>
          </a:p>
        </p:txBody>
      </p:sp>
      <p:sp>
        <p:nvSpPr>
          <p:cNvPr id="268" name="Equipment text"/>
          <p:cNvSpPr/>
          <p:nvPr/>
        </p:nvSpPr>
        <p:spPr>
          <a:xfrm>
            <a:off x="1527511" y="5905435"/>
            <a:ext cx="1603424" cy="301727"/>
          </a:xfrm>
          <a:prstGeom prst="rect">
            <a:avLst/>
          </a:prstGeom>
        </p:spPr>
        <p:txBody>
          <a:bodyPr wrap="none">
            <a:spAutoFit/>
          </a:bodyPr>
          <a:lstStyle/>
          <a:p>
            <a:pPr marL="0" marR="0" lvl="0" indent="0" algn="ctr" defTabSz="896094" rtl="0" eaLnBrk="1" fontAlgn="base" latinLnBrk="0" hangingPunct="1">
              <a:lnSpc>
                <a:spcPct val="10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Enterprise security</a:t>
            </a:r>
          </a:p>
        </p:txBody>
      </p:sp>
      <p:sp>
        <p:nvSpPr>
          <p:cNvPr id="270" name="Equipment text"/>
          <p:cNvSpPr/>
          <p:nvPr/>
        </p:nvSpPr>
        <p:spPr>
          <a:xfrm>
            <a:off x="391399" y="2681447"/>
            <a:ext cx="746019" cy="301727"/>
          </a:xfrm>
          <a:prstGeom prst="rect">
            <a:avLst/>
          </a:prstGeom>
        </p:spPr>
        <p:txBody>
          <a:bodyPr wrap="none">
            <a:spAutoFit/>
          </a:bodyPr>
          <a:lstStyle/>
          <a:p>
            <a:pPr marL="0" marR="0" lvl="0" indent="0" algn="ctr" defTabSz="896094" rtl="0" eaLnBrk="1" fontAlgn="base" latinLnBrk="0" hangingPunct="1">
              <a:lnSpc>
                <a:spcPct val="10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Attacks</a:t>
            </a:r>
          </a:p>
        </p:txBody>
      </p:sp>
      <p:sp>
        <p:nvSpPr>
          <p:cNvPr id="271" name="Equipment text"/>
          <p:cNvSpPr/>
          <p:nvPr/>
        </p:nvSpPr>
        <p:spPr>
          <a:xfrm>
            <a:off x="1284199" y="4561124"/>
            <a:ext cx="841063" cy="301727"/>
          </a:xfrm>
          <a:prstGeom prst="rect">
            <a:avLst/>
          </a:prstGeom>
        </p:spPr>
        <p:txBody>
          <a:bodyPr wrap="none">
            <a:spAutoFit/>
          </a:bodyPr>
          <a:lstStyle/>
          <a:p>
            <a:pPr marL="0" marR="0" lvl="0" indent="0" algn="ctr" defTabSz="896094" rtl="0" eaLnBrk="1" fontAlgn="base" latinLnBrk="0" hangingPunct="1">
              <a:lnSpc>
                <a:spcPct val="10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Phishing</a:t>
            </a:r>
          </a:p>
        </p:txBody>
      </p:sp>
      <p:sp>
        <p:nvSpPr>
          <p:cNvPr id="272" name="Equipment text"/>
          <p:cNvSpPr/>
          <p:nvPr/>
        </p:nvSpPr>
        <p:spPr>
          <a:xfrm>
            <a:off x="3426053" y="4570721"/>
            <a:ext cx="1462494" cy="301727"/>
          </a:xfrm>
          <a:prstGeom prst="rect">
            <a:avLst/>
          </a:prstGeom>
        </p:spPr>
        <p:txBody>
          <a:bodyPr wrap="none">
            <a:spAutoFit/>
          </a:bodyPr>
          <a:lstStyle/>
          <a:p>
            <a:pPr marL="0" marR="0" lvl="0" indent="0" algn="ctr" defTabSz="896094" rtl="0" eaLnBrk="1" fontAlgn="base" latinLnBrk="0" hangingPunct="1">
              <a:lnSpc>
                <a:spcPct val="10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Denial of service</a:t>
            </a:r>
          </a:p>
        </p:txBody>
      </p:sp>
      <p:sp>
        <p:nvSpPr>
          <p:cNvPr id="273" name="Equipment text"/>
          <p:cNvSpPr/>
          <p:nvPr/>
        </p:nvSpPr>
        <p:spPr>
          <a:xfrm>
            <a:off x="607504" y="1404152"/>
            <a:ext cx="1270079" cy="301727"/>
          </a:xfrm>
          <a:prstGeom prst="rect">
            <a:avLst/>
          </a:prstGeom>
        </p:spPr>
        <p:txBody>
          <a:bodyPr wrap="none">
            <a:spAutoFit/>
          </a:bodyPr>
          <a:lstStyle/>
          <a:p>
            <a:pPr marL="0" marR="0" lvl="0" indent="0" algn="ctr" defTabSz="896094" rtl="0" eaLnBrk="1" fontAlgn="base" latinLnBrk="0" hangingPunct="1">
              <a:lnSpc>
                <a:spcPct val="10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User accounts</a:t>
            </a:r>
          </a:p>
        </p:txBody>
      </p:sp>
      <p:sp>
        <p:nvSpPr>
          <p:cNvPr id="274" name="Equipment text"/>
          <p:cNvSpPr/>
          <p:nvPr/>
        </p:nvSpPr>
        <p:spPr>
          <a:xfrm>
            <a:off x="4563855" y="1816526"/>
            <a:ext cx="1285795" cy="301727"/>
          </a:xfrm>
          <a:prstGeom prst="rect">
            <a:avLst/>
          </a:prstGeom>
        </p:spPr>
        <p:txBody>
          <a:bodyPr wrap="none">
            <a:spAutoFit/>
          </a:bodyPr>
          <a:lstStyle/>
          <a:p>
            <a:pPr marL="0" marR="0" lvl="0" indent="0" algn="ctr" defTabSz="896094" rtl="0" eaLnBrk="1" fontAlgn="base" latinLnBrk="0" hangingPunct="1">
              <a:lnSpc>
                <a:spcPct val="10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Device log-ins</a:t>
            </a:r>
          </a:p>
        </p:txBody>
      </p:sp>
      <p:sp>
        <p:nvSpPr>
          <p:cNvPr id="275" name="Equipment text"/>
          <p:cNvSpPr/>
          <p:nvPr/>
        </p:nvSpPr>
        <p:spPr>
          <a:xfrm>
            <a:off x="5374585" y="363471"/>
            <a:ext cx="2272033" cy="303481"/>
          </a:xfrm>
          <a:prstGeom prst="rect">
            <a:avLst/>
          </a:prstGeom>
        </p:spPr>
        <p:txBody>
          <a:bodyPr wrap="none">
            <a:spAutoFit/>
          </a:bodyPr>
          <a:lstStyle/>
          <a:p>
            <a:pPr marL="0" marR="0" lvl="0" indent="0" algn="ctr" defTabSz="896094" rtl="0" eaLnBrk="1" fontAlgn="base" latinLnBrk="0" hangingPunct="1">
              <a:lnSpc>
                <a:spcPct val="100000"/>
              </a:lnSpc>
              <a:spcBef>
                <a:spcPct val="0"/>
              </a:spcBef>
              <a:spcAft>
                <a:spcPct val="0"/>
              </a:spcAft>
              <a:buClrTx/>
              <a:buSzTx/>
              <a:buFontTx/>
              <a:buNone/>
              <a:tabLst/>
              <a:defRPr/>
            </a:pPr>
            <a:r>
              <a:rPr kumimoji="0" lang="en-US" sz="1372" b="0" i="0" u="none" strike="noStrike" kern="1200" cap="none" spc="0" normalizeH="0" baseline="0" noProof="0">
                <a:ln>
                  <a:noFill/>
                </a:ln>
                <a:gradFill>
                  <a:gsLst>
                    <a:gs pos="0">
                      <a:srgbClr val="0078D7"/>
                    </a:gs>
                    <a:gs pos="99000">
                      <a:srgbClr val="0078D7"/>
                    </a:gs>
                  </a:gsLst>
                  <a:lin ang="5400000" scaled="0"/>
                </a:gradFill>
                <a:effectLst/>
                <a:uLnTx/>
                <a:uFillTx/>
                <a:latin typeface="Segoe UI"/>
                <a:ea typeface="+mn-ea"/>
                <a:cs typeface="+mn-cs"/>
              </a:rPr>
              <a:t>Multi-factor authentication</a:t>
            </a:r>
          </a:p>
        </p:txBody>
      </p:sp>
      <p:grpSp>
        <p:nvGrpSpPr>
          <p:cNvPr id="67" name="System update icon"/>
          <p:cNvGrpSpPr/>
          <p:nvPr/>
        </p:nvGrpSpPr>
        <p:grpSpPr>
          <a:xfrm>
            <a:off x="6762535" y="5389579"/>
            <a:ext cx="635524" cy="635524"/>
            <a:chOff x="6898137" y="5497154"/>
            <a:chExt cx="648268" cy="648268"/>
          </a:xfrm>
        </p:grpSpPr>
        <p:sp>
          <p:nvSpPr>
            <p:cNvPr id="5" name="Supply"/>
            <p:cNvSpPr/>
            <p:nvPr/>
          </p:nvSpPr>
          <p:spPr bwMode="auto">
            <a:xfrm>
              <a:off x="6898137" y="5497154"/>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grpSp>
          <p:nvGrpSpPr>
            <p:cNvPr id="277" name="Group 4"/>
            <p:cNvGrpSpPr>
              <a:grpSpLocks noChangeAspect="1"/>
            </p:cNvGrpSpPr>
            <p:nvPr/>
          </p:nvGrpSpPr>
          <p:grpSpPr bwMode="auto">
            <a:xfrm>
              <a:off x="7061482" y="5667658"/>
              <a:ext cx="330600" cy="325434"/>
              <a:chOff x="3789" y="2077"/>
              <a:chExt cx="256" cy="252"/>
            </a:xfrm>
            <a:solidFill>
              <a:srgbClr val="000000"/>
            </a:solidFill>
          </p:grpSpPr>
          <p:sp>
            <p:nvSpPr>
              <p:cNvPr id="281" name="Freeform 7"/>
              <p:cNvSpPr>
                <a:spLocks noEditPoints="1"/>
              </p:cNvSpPr>
              <p:nvPr/>
            </p:nvSpPr>
            <p:spPr bwMode="auto">
              <a:xfrm>
                <a:off x="3789" y="2077"/>
                <a:ext cx="256" cy="252"/>
              </a:xfrm>
              <a:custGeom>
                <a:avLst/>
                <a:gdLst>
                  <a:gd name="T0" fmla="*/ 37 w 106"/>
                  <a:gd name="T1" fmla="*/ 104 h 104"/>
                  <a:gd name="T2" fmla="*/ 26 w 106"/>
                  <a:gd name="T3" fmla="*/ 86 h 104"/>
                  <a:gd name="T4" fmla="*/ 0 w 106"/>
                  <a:gd name="T5" fmla="*/ 64 h 104"/>
                  <a:gd name="T6" fmla="*/ 9 w 106"/>
                  <a:gd name="T7" fmla="*/ 52 h 104"/>
                  <a:gd name="T8" fmla="*/ 0 w 106"/>
                  <a:gd name="T9" fmla="*/ 40 h 104"/>
                  <a:gd name="T10" fmla="*/ 26 w 106"/>
                  <a:gd name="T11" fmla="*/ 18 h 104"/>
                  <a:gd name="T12" fmla="*/ 37 w 106"/>
                  <a:gd name="T13" fmla="*/ 0 h 104"/>
                  <a:gd name="T14" fmla="*/ 69 w 106"/>
                  <a:gd name="T15" fmla="*/ 11 h 104"/>
                  <a:gd name="T16" fmla="*/ 90 w 106"/>
                  <a:gd name="T17" fmla="*/ 12 h 104"/>
                  <a:gd name="T18" fmla="*/ 96 w 106"/>
                  <a:gd name="T19" fmla="*/ 45 h 104"/>
                  <a:gd name="T20" fmla="*/ 96 w 106"/>
                  <a:gd name="T21" fmla="*/ 59 h 104"/>
                  <a:gd name="T22" fmla="*/ 90 w 106"/>
                  <a:gd name="T23" fmla="*/ 92 h 104"/>
                  <a:gd name="T24" fmla="*/ 69 w 106"/>
                  <a:gd name="T25" fmla="*/ 93 h 104"/>
                  <a:gd name="T26" fmla="*/ 45 w 106"/>
                  <a:gd name="T27" fmla="*/ 96 h 104"/>
                  <a:gd name="T28" fmla="*/ 61 w 106"/>
                  <a:gd name="T29" fmla="*/ 87 h 104"/>
                  <a:gd name="T30" fmla="*/ 77 w 106"/>
                  <a:gd name="T31" fmla="*/ 79 h 104"/>
                  <a:gd name="T32" fmla="*/ 87 w 106"/>
                  <a:gd name="T33" fmla="*/ 81 h 104"/>
                  <a:gd name="T34" fmla="*/ 87 w 106"/>
                  <a:gd name="T35" fmla="*/ 63 h 104"/>
                  <a:gd name="T36" fmla="*/ 89 w 106"/>
                  <a:gd name="T37" fmla="*/ 52 h 104"/>
                  <a:gd name="T38" fmla="*/ 87 w 106"/>
                  <a:gd name="T39" fmla="*/ 41 h 104"/>
                  <a:gd name="T40" fmla="*/ 87 w 106"/>
                  <a:gd name="T41" fmla="*/ 23 h 104"/>
                  <a:gd name="T42" fmla="*/ 77 w 106"/>
                  <a:gd name="T43" fmla="*/ 26 h 104"/>
                  <a:gd name="T44" fmla="*/ 61 w 106"/>
                  <a:gd name="T45" fmla="*/ 17 h 104"/>
                  <a:gd name="T46" fmla="*/ 45 w 106"/>
                  <a:gd name="T47" fmla="*/ 8 h 104"/>
                  <a:gd name="T48" fmla="*/ 42 w 106"/>
                  <a:gd name="T49" fmla="*/ 18 h 104"/>
                  <a:gd name="T50" fmla="*/ 27 w 106"/>
                  <a:gd name="T51" fmla="*/ 27 h 104"/>
                  <a:gd name="T52" fmla="*/ 11 w 106"/>
                  <a:gd name="T53" fmla="*/ 37 h 104"/>
                  <a:gd name="T54" fmla="*/ 18 w 106"/>
                  <a:gd name="T55" fmla="*/ 44 h 104"/>
                  <a:gd name="T56" fmla="*/ 18 w 106"/>
                  <a:gd name="T57" fmla="*/ 60 h 104"/>
                  <a:gd name="T58" fmla="*/ 11 w 106"/>
                  <a:gd name="T59" fmla="*/ 67 h 104"/>
                  <a:gd name="T60" fmla="*/ 27 w 106"/>
                  <a:gd name="T61" fmla="*/ 77 h 104"/>
                  <a:gd name="T62" fmla="*/ 42 w 106"/>
                  <a:gd name="T63" fmla="*/ 86 h 104"/>
                  <a:gd name="T64" fmla="*/ 45 w 106"/>
                  <a:gd name="T65" fmla="*/ 9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6" h="104">
                    <a:moveTo>
                      <a:pt x="69" y="104"/>
                    </a:moveTo>
                    <a:cubicBezTo>
                      <a:pt x="37" y="104"/>
                      <a:pt x="37" y="104"/>
                      <a:pt x="37" y="104"/>
                    </a:cubicBezTo>
                    <a:cubicBezTo>
                      <a:pt x="37" y="93"/>
                      <a:pt x="37" y="93"/>
                      <a:pt x="37" y="93"/>
                    </a:cubicBezTo>
                    <a:cubicBezTo>
                      <a:pt x="33" y="91"/>
                      <a:pt x="29" y="89"/>
                      <a:pt x="26" y="86"/>
                    </a:cubicBezTo>
                    <a:cubicBezTo>
                      <a:pt x="16" y="92"/>
                      <a:pt x="16" y="92"/>
                      <a:pt x="16" y="92"/>
                    </a:cubicBezTo>
                    <a:cubicBezTo>
                      <a:pt x="0" y="64"/>
                      <a:pt x="0" y="64"/>
                      <a:pt x="0" y="64"/>
                    </a:cubicBezTo>
                    <a:cubicBezTo>
                      <a:pt x="10" y="59"/>
                      <a:pt x="10" y="59"/>
                      <a:pt x="10" y="59"/>
                    </a:cubicBezTo>
                    <a:cubicBezTo>
                      <a:pt x="9" y="56"/>
                      <a:pt x="9" y="54"/>
                      <a:pt x="9" y="52"/>
                    </a:cubicBezTo>
                    <a:cubicBezTo>
                      <a:pt x="9" y="50"/>
                      <a:pt x="9" y="48"/>
                      <a:pt x="10" y="45"/>
                    </a:cubicBezTo>
                    <a:cubicBezTo>
                      <a:pt x="0" y="40"/>
                      <a:pt x="0" y="40"/>
                      <a:pt x="0" y="40"/>
                    </a:cubicBezTo>
                    <a:cubicBezTo>
                      <a:pt x="16" y="12"/>
                      <a:pt x="16" y="12"/>
                      <a:pt x="16" y="12"/>
                    </a:cubicBezTo>
                    <a:cubicBezTo>
                      <a:pt x="26" y="18"/>
                      <a:pt x="26" y="18"/>
                      <a:pt x="26" y="18"/>
                    </a:cubicBezTo>
                    <a:cubicBezTo>
                      <a:pt x="29" y="15"/>
                      <a:pt x="33" y="13"/>
                      <a:pt x="37" y="11"/>
                    </a:cubicBezTo>
                    <a:cubicBezTo>
                      <a:pt x="37" y="0"/>
                      <a:pt x="37" y="0"/>
                      <a:pt x="37" y="0"/>
                    </a:cubicBezTo>
                    <a:cubicBezTo>
                      <a:pt x="69" y="0"/>
                      <a:pt x="69" y="0"/>
                      <a:pt x="69" y="0"/>
                    </a:cubicBezTo>
                    <a:cubicBezTo>
                      <a:pt x="69" y="11"/>
                      <a:pt x="69" y="11"/>
                      <a:pt x="69" y="11"/>
                    </a:cubicBezTo>
                    <a:cubicBezTo>
                      <a:pt x="73" y="13"/>
                      <a:pt x="77" y="15"/>
                      <a:pt x="80" y="18"/>
                    </a:cubicBezTo>
                    <a:cubicBezTo>
                      <a:pt x="90" y="12"/>
                      <a:pt x="90" y="12"/>
                      <a:pt x="90" y="12"/>
                    </a:cubicBezTo>
                    <a:cubicBezTo>
                      <a:pt x="106" y="40"/>
                      <a:pt x="106" y="40"/>
                      <a:pt x="106" y="40"/>
                    </a:cubicBezTo>
                    <a:cubicBezTo>
                      <a:pt x="96" y="45"/>
                      <a:pt x="96" y="45"/>
                      <a:pt x="96" y="45"/>
                    </a:cubicBezTo>
                    <a:cubicBezTo>
                      <a:pt x="97" y="48"/>
                      <a:pt x="97" y="50"/>
                      <a:pt x="97" y="52"/>
                    </a:cubicBezTo>
                    <a:cubicBezTo>
                      <a:pt x="97" y="54"/>
                      <a:pt x="97" y="56"/>
                      <a:pt x="96" y="59"/>
                    </a:cubicBezTo>
                    <a:cubicBezTo>
                      <a:pt x="106" y="64"/>
                      <a:pt x="106" y="64"/>
                      <a:pt x="106" y="64"/>
                    </a:cubicBezTo>
                    <a:cubicBezTo>
                      <a:pt x="90" y="92"/>
                      <a:pt x="90" y="92"/>
                      <a:pt x="90" y="92"/>
                    </a:cubicBezTo>
                    <a:cubicBezTo>
                      <a:pt x="80" y="86"/>
                      <a:pt x="80" y="86"/>
                      <a:pt x="80" y="86"/>
                    </a:cubicBezTo>
                    <a:cubicBezTo>
                      <a:pt x="77" y="89"/>
                      <a:pt x="73" y="91"/>
                      <a:pt x="69" y="93"/>
                    </a:cubicBezTo>
                    <a:lnTo>
                      <a:pt x="69" y="104"/>
                    </a:lnTo>
                    <a:close/>
                    <a:moveTo>
                      <a:pt x="45" y="96"/>
                    </a:moveTo>
                    <a:cubicBezTo>
                      <a:pt x="61" y="96"/>
                      <a:pt x="61" y="96"/>
                      <a:pt x="61" y="96"/>
                    </a:cubicBezTo>
                    <a:cubicBezTo>
                      <a:pt x="61" y="87"/>
                      <a:pt x="61" y="87"/>
                      <a:pt x="61" y="87"/>
                    </a:cubicBezTo>
                    <a:cubicBezTo>
                      <a:pt x="64" y="86"/>
                      <a:pt x="64" y="86"/>
                      <a:pt x="64" y="86"/>
                    </a:cubicBezTo>
                    <a:cubicBezTo>
                      <a:pt x="69" y="85"/>
                      <a:pt x="73" y="82"/>
                      <a:pt x="77" y="79"/>
                    </a:cubicBezTo>
                    <a:cubicBezTo>
                      <a:pt x="79" y="77"/>
                      <a:pt x="79" y="77"/>
                      <a:pt x="79" y="77"/>
                    </a:cubicBezTo>
                    <a:cubicBezTo>
                      <a:pt x="87" y="81"/>
                      <a:pt x="87" y="81"/>
                      <a:pt x="87" y="81"/>
                    </a:cubicBezTo>
                    <a:cubicBezTo>
                      <a:pt x="95" y="67"/>
                      <a:pt x="95" y="67"/>
                      <a:pt x="95" y="67"/>
                    </a:cubicBezTo>
                    <a:cubicBezTo>
                      <a:pt x="87" y="63"/>
                      <a:pt x="87" y="63"/>
                      <a:pt x="87" y="63"/>
                    </a:cubicBezTo>
                    <a:cubicBezTo>
                      <a:pt x="88" y="60"/>
                      <a:pt x="88" y="60"/>
                      <a:pt x="88" y="60"/>
                    </a:cubicBezTo>
                    <a:cubicBezTo>
                      <a:pt x="89" y="57"/>
                      <a:pt x="89" y="55"/>
                      <a:pt x="89" y="52"/>
                    </a:cubicBezTo>
                    <a:cubicBezTo>
                      <a:pt x="89" y="49"/>
                      <a:pt x="89" y="47"/>
                      <a:pt x="88" y="44"/>
                    </a:cubicBezTo>
                    <a:cubicBezTo>
                      <a:pt x="87" y="41"/>
                      <a:pt x="87" y="41"/>
                      <a:pt x="87" y="41"/>
                    </a:cubicBezTo>
                    <a:cubicBezTo>
                      <a:pt x="95" y="37"/>
                      <a:pt x="95" y="37"/>
                      <a:pt x="95" y="37"/>
                    </a:cubicBezTo>
                    <a:cubicBezTo>
                      <a:pt x="87" y="23"/>
                      <a:pt x="87" y="23"/>
                      <a:pt x="87" y="23"/>
                    </a:cubicBezTo>
                    <a:cubicBezTo>
                      <a:pt x="79" y="27"/>
                      <a:pt x="79" y="27"/>
                      <a:pt x="79" y="27"/>
                    </a:cubicBezTo>
                    <a:cubicBezTo>
                      <a:pt x="77" y="26"/>
                      <a:pt x="77" y="26"/>
                      <a:pt x="77" y="26"/>
                    </a:cubicBezTo>
                    <a:cubicBezTo>
                      <a:pt x="73" y="22"/>
                      <a:pt x="69" y="19"/>
                      <a:pt x="64" y="18"/>
                    </a:cubicBezTo>
                    <a:cubicBezTo>
                      <a:pt x="61" y="17"/>
                      <a:pt x="61" y="17"/>
                      <a:pt x="61" y="17"/>
                    </a:cubicBezTo>
                    <a:cubicBezTo>
                      <a:pt x="61" y="8"/>
                      <a:pt x="61" y="8"/>
                      <a:pt x="61" y="8"/>
                    </a:cubicBezTo>
                    <a:cubicBezTo>
                      <a:pt x="45" y="8"/>
                      <a:pt x="45" y="8"/>
                      <a:pt x="45" y="8"/>
                    </a:cubicBezTo>
                    <a:cubicBezTo>
                      <a:pt x="45" y="17"/>
                      <a:pt x="45" y="17"/>
                      <a:pt x="45" y="17"/>
                    </a:cubicBezTo>
                    <a:cubicBezTo>
                      <a:pt x="42" y="18"/>
                      <a:pt x="42" y="18"/>
                      <a:pt x="42" y="18"/>
                    </a:cubicBezTo>
                    <a:cubicBezTo>
                      <a:pt x="37" y="19"/>
                      <a:pt x="33" y="22"/>
                      <a:pt x="29" y="26"/>
                    </a:cubicBezTo>
                    <a:cubicBezTo>
                      <a:pt x="27" y="27"/>
                      <a:pt x="27" y="27"/>
                      <a:pt x="27" y="27"/>
                    </a:cubicBezTo>
                    <a:cubicBezTo>
                      <a:pt x="19" y="23"/>
                      <a:pt x="19" y="23"/>
                      <a:pt x="19" y="23"/>
                    </a:cubicBezTo>
                    <a:cubicBezTo>
                      <a:pt x="11" y="37"/>
                      <a:pt x="11" y="37"/>
                      <a:pt x="11" y="37"/>
                    </a:cubicBezTo>
                    <a:cubicBezTo>
                      <a:pt x="19" y="41"/>
                      <a:pt x="19" y="41"/>
                      <a:pt x="19" y="41"/>
                    </a:cubicBezTo>
                    <a:cubicBezTo>
                      <a:pt x="18" y="44"/>
                      <a:pt x="18" y="44"/>
                      <a:pt x="18" y="44"/>
                    </a:cubicBezTo>
                    <a:cubicBezTo>
                      <a:pt x="17" y="47"/>
                      <a:pt x="17" y="49"/>
                      <a:pt x="17" y="52"/>
                    </a:cubicBezTo>
                    <a:cubicBezTo>
                      <a:pt x="17" y="55"/>
                      <a:pt x="17" y="57"/>
                      <a:pt x="18" y="60"/>
                    </a:cubicBezTo>
                    <a:cubicBezTo>
                      <a:pt x="19" y="63"/>
                      <a:pt x="19" y="63"/>
                      <a:pt x="19" y="63"/>
                    </a:cubicBezTo>
                    <a:cubicBezTo>
                      <a:pt x="11" y="67"/>
                      <a:pt x="11" y="67"/>
                      <a:pt x="11" y="67"/>
                    </a:cubicBezTo>
                    <a:cubicBezTo>
                      <a:pt x="19" y="81"/>
                      <a:pt x="19" y="81"/>
                      <a:pt x="19" y="81"/>
                    </a:cubicBezTo>
                    <a:cubicBezTo>
                      <a:pt x="27" y="77"/>
                      <a:pt x="27" y="77"/>
                      <a:pt x="27" y="77"/>
                    </a:cubicBezTo>
                    <a:cubicBezTo>
                      <a:pt x="29" y="79"/>
                      <a:pt x="29" y="79"/>
                      <a:pt x="29" y="79"/>
                    </a:cubicBezTo>
                    <a:cubicBezTo>
                      <a:pt x="33" y="82"/>
                      <a:pt x="37" y="85"/>
                      <a:pt x="42" y="86"/>
                    </a:cubicBezTo>
                    <a:cubicBezTo>
                      <a:pt x="45" y="87"/>
                      <a:pt x="45" y="87"/>
                      <a:pt x="45" y="87"/>
                    </a:cubicBezTo>
                    <a:lnTo>
                      <a:pt x="45" y="96"/>
                    </a:lnTo>
                    <a:close/>
                  </a:path>
                </a:pathLst>
              </a:custGeom>
              <a:solidFill>
                <a:schemeClr val="bg1"/>
              </a:solidFill>
              <a:ln w="15875">
                <a:solidFill>
                  <a:schemeClr val="tx2"/>
                </a:solidFill>
                <a:round/>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282" name="Freeform 8"/>
              <p:cNvSpPr>
                <a:spLocks noEditPoints="1"/>
              </p:cNvSpPr>
              <p:nvPr/>
            </p:nvSpPr>
            <p:spPr bwMode="auto">
              <a:xfrm>
                <a:off x="3849" y="2135"/>
                <a:ext cx="136" cy="136"/>
              </a:xfrm>
              <a:custGeom>
                <a:avLst/>
                <a:gdLst>
                  <a:gd name="T0" fmla="*/ 28 w 56"/>
                  <a:gd name="T1" fmla="*/ 56 h 56"/>
                  <a:gd name="T2" fmla="*/ 0 w 56"/>
                  <a:gd name="T3" fmla="*/ 28 h 56"/>
                  <a:gd name="T4" fmla="*/ 28 w 56"/>
                  <a:gd name="T5" fmla="*/ 0 h 56"/>
                  <a:gd name="T6" fmla="*/ 56 w 56"/>
                  <a:gd name="T7" fmla="*/ 28 h 56"/>
                  <a:gd name="T8" fmla="*/ 28 w 56"/>
                  <a:gd name="T9" fmla="*/ 56 h 56"/>
                  <a:gd name="T10" fmla="*/ 28 w 56"/>
                  <a:gd name="T11" fmla="*/ 8 h 56"/>
                  <a:gd name="T12" fmla="*/ 8 w 56"/>
                  <a:gd name="T13" fmla="*/ 28 h 56"/>
                  <a:gd name="T14" fmla="*/ 28 w 56"/>
                  <a:gd name="T15" fmla="*/ 48 h 56"/>
                  <a:gd name="T16" fmla="*/ 48 w 56"/>
                  <a:gd name="T17" fmla="*/ 28 h 56"/>
                  <a:gd name="T18" fmla="*/ 28 w 56"/>
                  <a:gd name="T19" fmla="*/ 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56"/>
                    </a:moveTo>
                    <a:cubicBezTo>
                      <a:pt x="13" y="56"/>
                      <a:pt x="0" y="43"/>
                      <a:pt x="0" y="28"/>
                    </a:cubicBezTo>
                    <a:cubicBezTo>
                      <a:pt x="0" y="13"/>
                      <a:pt x="13" y="0"/>
                      <a:pt x="28" y="0"/>
                    </a:cubicBezTo>
                    <a:cubicBezTo>
                      <a:pt x="43" y="0"/>
                      <a:pt x="56" y="13"/>
                      <a:pt x="56" y="28"/>
                    </a:cubicBezTo>
                    <a:cubicBezTo>
                      <a:pt x="56" y="43"/>
                      <a:pt x="43" y="56"/>
                      <a:pt x="28" y="56"/>
                    </a:cubicBezTo>
                    <a:close/>
                    <a:moveTo>
                      <a:pt x="28" y="8"/>
                    </a:moveTo>
                    <a:cubicBezTo>
                      <a:pt x="17" y="8"/>
                      <a:pt x="8" y="17"/>
                      <a:pt x="8" y="28"/>
                    </a:cubicBezTo>
                    <a:cubicBezTo>
                      <a:pt x="8" y="39"/>
                      <a:pt x="17" y="48"/>
                      <a:pt x="28" y="48"/>
                    </a:cubicBezTo>
                    <a:cubicBezTo>
                      <a:pt x="39" y="48"/>
                      <a:pt x="48" y="39"/>
                      <a:pt x="48" y="28"/>
                    </a:cubicBezTo>
                    <a:cubicBezTo>
                      <a:pt x="48" y="17"/>
                      <a:pt x="39" y="8"/>
                      <a:pt x="28" y="8"/>
                    </a:cubicBezTo>
                    <a:close/>
                  </a:path>
                </a:pathLst>
              </a:custGeom>
              <a:solidFill>
                <a:schemeClr val="bg1"/>
              </a:solidFill>
              <a:ln w="15875">
                <a:solidFill>
                  <a:schemeClr val="tx2"/>
                </a:solidFill>
                <a:round/>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grpSp>
      </p:grpSp>
      <p:grpSp>
        <p:nvGrpSpPr>
          <p:cNvPr id="63" name="Data encryption icon"/>
          <p:cNvGrpSpPr/>
          <p:nvPr/>
        </p:nvGrpSpPr>
        <p:grpSpPr>
          <a:xfrm>
            <a:off x="7517933" y="812906"/>
            <a:ext cx="635524" cy="635524"/>
            <a:chOff x="7668683" y="828710"/>
            <a:chExt cx="648268" cy="648268"/>
          </a:xfrm>
        </p:grpSpPr>
        <p:sp>
          <p:nvSpPr>
            <p:cNvPr id="6" name="Sensor circle"/>
            <p:cNvSpPr/>
            <p:nvPr/>
          </p:nvSpPr>
          <p:spPr bwMode="auto">
            <a:xfrm>
              <a:off x="7668683" y="828710"/>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sp>
          <p:nvSpPr>
            <p:cNvPr id="283" name="Freeform 5"/>
            <p:cNvSpPr>
              <a:spLocks noChangeAspect="1"/>
            </p:cNvSpPr>
            <p:nvPr/>
          </p:nvSpPr>
          <p:spPr bwMode="auto">
            <a:xfrm>
              <a:off x="7853723" y="1004650"/>
              <a:ext cx="278189" cy="296389"/>
            </a:xfrm>
            <a:custGeom>
              <a:avLst/>
              <a:gdLst>
                <a:gd name="T0" fmla="*/ 88 w 88"/>
                <a:gd name="T1" fmla="*/ 37 h 94"/>
                <a:gd name="T2" fmla="*/ 44 w 88"/>
                <a:gd name="T3" fmla="*/ 94 h 94"/>
                <a:gd name="T4" fmla="*/ 0 w 88"/>
                <a:gd name="T5" fmla="*/ 37 h 94"/>
                <a:gd name="T6" fmla="*/ 0 w 88"/>
                <a:gd name="T7" fmla="*/ 0 h 94"/>
                <a:gd name="T8" fmla="*/ 21 w 88"/>
                <a:gd name="T9" fmla="*/ 7 h 94"/>
                <a:gd name="T10" fmla="*/ 44 w 88"/>
                <a:gd name="T11" fmla="*/ 0 h 94"/>
                <a:gd name="T12" fmla="*/ 67 w 88"/>
                <a:gd name="T13" fmla="*/ 7 h 94"/>
                <a:gd name="T14" fmla="*/ 88 w 88"/>
                <a:gd name="T15" fmla="*/ 0 h 94"/>
                <a:gd name="T16" fmla="*/ 88 w 88"/>
                <a:gd name="T17" fmla="*/ 3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94">
                  <a:moveTo>
                    <a:pt x="88" y="37"/>
                  </a:moveTo>
                  <a:cubicBezTo>
                    <a:pt x="88" y="76"/>
                    <a:pt x="44" y="94"/>
                    <a:pt x="44" y="94"/>
                  </a:cubicBezTo>
                  <a:cubicBezTo>
                    <a:pt x="44" y="94"/>
                    <a:pt x="0" y="76"/>
                    <a:pt x="0" y="37"/>
                  </a:cubicBezTo>
                  <a:cubicBezTo>
                    <a:pt x="0" y="28"/>
                    <a:pt x="0" y="0"/>
                    <a:pt x="0" y="0"/>
                  </a:cubicBezTo>
                  <a:cubicBezTo>
                    <a:pt x="0" y="0"/>
                    <a:pt x="10" y="7"/>
                    <a:pt x="21" y="7"/>
                  </a:cubicBezTo>
                  <a:cubicBezTo>
                    <a:pt x="32" y="7"/>
                    <a:pt x="44" y="0"/>
                    <a:pt x="44" y="0"/>
                  </a:cubicBezTo>
                  <a:cubicBezTo>
                    <a:pt x="44" y="0"/>
                    <a:pt x="55" y="7"/>
                    <a:pt x="67" y="7"/>
                  </a:cubicBezTo>
                  <a:cubicBezTo>
                    <a:pt x="79" y="7"/>
                    <a:pt x="88" y="0"/>
                    <a:pt x="88" y="0"/>
                  </a:cubicBezTo>
                  <a:cubicBezTo>
                    <a:pt x="88" y="0"/>
                    <a:pt x="88" y="28"/>
                    <a:pt x="88" y="37"/>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grpSp>
      <p:grpSp>
        <p:nvGrpSpPr>
          <p:cNvPr id="71" name="Group 70"/>
          <p:cNvGrpSpPr/>
          <p:nvPr/>
        </p:nvGrpSpPr>
        <p:grpSpPr>
          <a:xfrm>
            <a:off x="10401414" y="1429843"/>
            <a:ext cx="635524" cy="635524"/>
            <a:chOff x="10609983" y="1458018"/>
            <a:chExt cx="648268" cy="648268"/>
          </a:xfrm>
        </p:grpSpPr>
        <p:sp>
          <p:nvSpPr>
            <p:cNvPr id="8" name="Partner circle"/>
            <p:cNvSpPr/>
            <p:nvPr/>
          </p:nvSpPr>
          <p:spPr bwMode="auto">
            <a:xfrm>
              <a:off x="10609983" y="1458018"/>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sp>
          <p:nvSpPr>
            <p:cNvPr id="286" name="Freeform 5"/>
            <p:cNvSpPr>
              <a:spLocks/>
            </p:cNvSpPr>
            <p:nvPr/>
          </p:nvSpPr>
          <p:spPr bwMode="auto">
            <a:xfrm>
              <a:off x="10714199" y="1667475"/>
              <a:ext cx="439836" cy="229354"/>
            </a:xfrm>
            <a:custGeom>
              <a:avLst/>
              <a:gdLst>
                <a:gd name="T0" fmla="*/ 74 w 188"/>
                <a:gd name="T1" fmla="*/ 97 h 97"/>
                <a:gd name="T2" fmla="*/ 149 w 188"/>
                <a:gd name="T3" fmla="*/ 97 h 97"/>
                <a:gd name="T4" fmla="*/ 152 w 188"/>
                <a:gd name="T5" fmla="*/ 97 h 97"/>
                <a:gd name="T6" fmla="*/ 188 w 188"/>
                <a:gd name="T7" fmla="*/ 62 h 97"/>
                <a:gd name="T8" fmla="*/ 152 w 188"/>
                <a:gd name="T9" fmla="*/ 26 h 97"/>
                <a:gd name="T10" fmla="*/ 127 w 188"/>
                <a:gd name="T11" fmla="*/ 36 h 97"/>
                <a:gd name="T12" fmla="*/ 126 w 188"/>
                <a:gd name="T13" fmla="*/ 37 h 97"/>
                <a:gd name="T14" fmla="*/ 124 w 188"/>
                <a:gd name="T15" fmla="*/ 30 h 97"/>
                <a:gd name="T16" fmla="*/ 79 w 188"/>
                <a:gd name="T17" fmla="*/ 0 h 97"/>
                <a:gd name="T18" fmla="*/ 79 w 188"/>
                <a:gd name="T19" fmla="*/ 0 h 97"/>
                <a:gd name="T20" fmla="*/ 32 w 188"/>
                <a:gd name="T21" fmla="*/ 39 h 97"/>
                <a:gd name="T22" fmla="*/ 31 w 188"/>
                <a:gd name="T23" fmla="*/ 46 h 97"/>
                <a:gd name="T24" fmla="*/ 26 w 188"/>
                <a:gd name="T25" fmla="*/ 45 h 97"/>
                <a:gd name="T26" fmla="*/ 0 w 188"/>
                <a:gd name="T27" fmla="*/ 71 h 97"/>
                <a:gd name="T28" fmla="*/ 21 w 188"/>
                <a:gd name="T29" fmla="*/ 97 h 97"/>
                <a:gd name="T30" fmla="*/ 26 w 188"/>
                <a:gd name="T31" fmla="*/ 97 h 97"/>
                <a:gd name="T32" fmla="*/ 26 w 188"/>
                <a:gd name="T33" fmla="*/ 97 h 97"/>
                <a:gd name="T34" fmla="*/ 76 w 188"/>
                <a:gd name="T35"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8" h="97">
                  <a:moveTo>
                    <a:pt x="74" y="97"/>
                  </a:moveTo>
                  <a:cubicBezTo>
                    <a:pt x="149" y="97"/>
                    <a:pt x="149" y="97"/>
                    <a:pt x="149" y="97"/>
                  </a:cubicBezTo>
                  <a:cubicBezTo>
                    <a:pt x="152" y="97"/>
                    <a:pt x="152" y="97"/>
                    <a:pt x="152" y="97"/>
                  </a:cubicBezTo>
                  <a:cubicBezTo>
                    <a:pt x="172" y="97"/>
                    <a:pt x="188" y="81"/>
                    <a:pt x="188" y="62"/>
                  </a:cubicBezTo>
                  <a:cubicBezTo>
                    <a:pt x="188" y="42"/>
                    <a:pt x="172" y="26"/>
                    <a:pt x="152" y="26"/>
                  </a:cubicBezTo>
                  <a:cubicBezTo>
                    <a:pt x="142" y="26"/>
                    <a:pt x="133" y="30"/>
                    <a:pt x="127" y="36"/>
                  </a:cubicBezTo>
                  <a:cubicBezTo>
                    <a:pt x="126" y="37"/>
                    <a:pt x="126" y="37"/>
                    <a:pt x="126" y="37"/>
                  </a:cubicBezTo>
                  <a:cubicBezTo>
                    <a:pt x="124" y="30"/>
                    <a:pt x="124" y="30"/>
                    <a:pt x="124" y="30"/>
                  </a:cubicBezTo>
                  <a:cubicBezTo>
                    <a:pt x="117" y="13"/>
                    <a:pt x="99" y="0"/>
                    <a:pt x="79" y="0"/>
                  </a:cubicBezTo>
                  <a:cubicBezTo>
                    <a:pt x="79" y="0"/>
                    <a:pt x="79" y="0"/>
                    <a:pt x="79" y="0"/>
                  </a:cubicBezTo>
                  <a:cubicBezTo>
                    <a:pt x="56" y="0"/>
                    <a:pt x="36" y="17"/>
                    <a:pt x="32" y="39"/>
                  </a:cubicBezTo>
                  <a:cubicBezTo>
                    <a:pt x="31" y="46"/>
                    <a:pt x="31" y="46"/>
                    <a:pt x="31" y="46"/>
                  </a:cubicBezTo>
                  <a:cubicBezTo>
                    <a:pt x="26" y="45"/>
                    <a:pt x="26" y="45"/>
                    <a:pt x="26" y="45"/>
                  </a:cubicBezTo>
                  <a:cubicBezTo>
                    <a:pt x="12" y="45"/>
                    <a:pt x="0" y="57"/>
                    <a:pt x="0" y="71"/>
                  </a:cubicBezTo>
                  <a:cubicBezTo>
                    <a:pt x="0" y="84"/>
                    <a:pt x="9" y="94"/>
                    <a:pt x="21" y="97"/>
                  </a:cubicBezTo>
                  <a:cubicBezTo>
                    <a:pt x="26" y="97"/>
                    <a:pt x="26" y="97"/>
                    <a:pt x="26" y="97"/>
                  </a:cubicBezTo>
                  <a:cubicBezTo>
                    <a:pt x="26" y="97"/>
                    <a:pt x="26" y="97"/>
                    <a:pt x="26" y="97"/>
                  </a:cubicBezTo>
                  <a:cubicBezTo>
                    <a:pt x="76" y="97"/>
                    <a:pt x="76" y="97"/>
                    <a:pt x="76" y="97"/>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grpSp>
      <p:grpSp>
        <p:nvGrpSpPr>
          <p:cNvPr id="43" name="User log in icon"/>
          <p:cNvGrpSpPr/>
          <p:nvPr/>
        </p:nvGrpSpPr>
        <p:grpSpPr>
          <a:xfrm>
            <a:off x="7051263" y="3854972"/>
            <a:ext cx="635524" cy="635524"/>
            <a:chOff x="7192655" y="3931775"/>
            <a:chExt cx="648268" cy="648268"/>
          </a:xfrm>
        </p:grpSpPr>
        <p:sp>
          <p:nvSpPr>
            <p:cNvPr id="3" name="Mobile circle"/>
            <p:cNvSpPr/>
            <p:nvPr/>
          </p:nvSpPr>
          <p:spPr bwMode="auto">
            <a:xfrm>
              <a:off x="7192655" y="3931775"/>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grpSp>
          <p:nvGrpSpPr>
            <p:cNvPr id="289" name="Group 288"/>
            <p:cNvGrpSpPr/>
            <p:nvPr/>
          </p:nvGrpSpPr>
          <p:grpSpPr>
            <a:xfrm>
              <a:off x="7382348" y="4100822"/>
              <a:ext cx="328114" cy="282264"/>
              <a:chOff x="7842406" y="2300265"/>
              <a:chExt cx="363538" cy="312738"/>
            </a:xfrm>
          </p:grpSpPr>
          <p:sp>
            <p:nvSpPr>
              <p:cNvPr id="290" name="Oval 113"/>
              <p:cNvSpPr>
                <a:spLocks noChangeArrowheads="1"/>
              </p:cNvSpPr>
              <p:nvPr/>
            </p:nvSpPr>
            <p:spPr bwMode="auto">
              <a:xfrm>
                <a:off x="7901144" y="2303440"/>
                <a:ext cx="168275" cy="165100"/>
              </a:xfrm>
              <a:prstGeom prst="ellipse">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291" name="Freeform 114"/>
              <p:cNvSpPr>
                <a:spLocks/>
              </p:cNvSpPr>
              <p:nvPr/>
            </p:nvSpPr>
            <p:spPr bwMode="auto">
              <a:xfrm>
                <a:off x="7842406" y="2471715"/>
                <a:ext cx="284163" cy="141288"/>
              </a:xfrm>
              <a:custGeom>
                <a:avLst/>
                <a:gdLst>
                  <a:gd name="T0" fmla="*/ 0 w 83"/>
                  <a:gd name="T1" fmla="*/ 41 h 41"/>
                  <a:gd name="T2" fmla="*/ 41 w 83"/>
                  <a:gd name="T3" fmla="*/ 0 h 41"/>
                  <a:gd name="T4" fmla="*/ 83 w 83"/>
                  <a:gd name="T5" fmla="*/ 41 h 41"/>
                </a:gdLst>
                <a:ahLst/>
                <a:cxnLst>
                  <a:cxn ang="0">
                    <a:pos x="T0" y="T1"/>
                  </a:cxn>
                  <a:cxn ang="0">
                    <a:pos x="T2" y="T3"/>
                  </a:cxn>
                  <a:cxn ang="0">
                    <a:pos x="T4" y="T5"/>
                  </a:cxn>
                </a:cxnLst>
                <a:rect l="0" t="0" r="r" b="b"/>
                <a:pathLst>
                  <a:path w="83" h="41">
                    <a:moveTo>
                      <a:pt x="0" y="41"/>
                    </a:moveTo>
                    <a:cubicBezTo>
                      <a:pt x="0" y="18"/>
                      <a:pt x="19" y="0"/>
                      <a:pt x="41" y="0"/>
                    </a:cubicBezTo>
                    <a:cubicBezTo>
                      <a:pt x="64" y="0"/>
                      <a:pt x="83" y="18"/>
                      <a:pt x="83" y="41"/>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292" name="Line 115"/>
              <p:cNvSpPr>
                <a:spLocks noChangeShapeType="1"/>
              </p:cNvSpPr>
              <p:nvPr/>
            </p:nvSpPr>
            <p:spPr bwMode="auto">
              <a:xfrm>
                <a:off x="8205944" y="2300265"/>
                <a:ext cx="0"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grpSp>
      </p:grpSp>
      <p:grpSp>
        <p:nvGrpSpPr>
          <p:cNvPr id="70" name="Group 69"/>
          <p:cNvGrpSpPr/>
          <p:nvPr/>
        </p:nvGrpSpPr>
        <p:grpSpPr>
          <a:xfrm>
            <a:off x="4899460" y="563114"/>
            <a:ext cx="635524" cy="635524"/>
            <a:chOff x="4997704" y="573909"/>
            <a:chExt cx="648268" cy="648268"/>
          </a:xfrm>
        </p:grpSpPr>
        <p:sp>
          <p:nvSpPr>
            <p:cNvPr id="9" name="City circle"/>
            <p:cNvSpPr/>
            <p:nvPr/>
          </p:nvSpPr>
          <p:spPr bwMode="auto">
            <a:xfrm>
              <a:off x="4997704" y="573909"/>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sp>
          <p:nvSpPr>
            <p:cNvPr id="298" name="Freeform 12"/>
            <p:cNvSpPr>
              <a:spLocks noEditPoints="1"/>
            </p:cNvSpPr>
            <p:nvPr/>
          </p:nvSpPr>
          <p:spPr bwMode="auto">
            <a:xfrm>
              <a:off x="5234409" y="680095"/>
              <a:ext cx="159364" cy="410362"/>
            </a:xfrm>
            <a:custGeom>
              <a:avLst/>
              <a:gdLst>
                <a:gd name="T0" fmla="*/ 24 w 48"/>
                <a:gd name="T1" fmla="*/ 0 h 128"/>
                <a:gd name="T2" fmla="*/ 0 w 48"/>
                <a:gd name="T3" fmla="*/ 24 h 128"/>
                <a:gd name="T4" fmla="*/ 20 w 48"/>
                <a:gd name="T5" fmla="*/ 48 h 128"/>
                <a:gd name="T6" fmla="*/ 20 w 48"/>
                <a:gd name="T7" fmla="*/ 80 h 128"/>
                <a:gd name="T8" fmla="*/ 12 w 48"/>
                <a:gd name="T9" fmla="*/ 80 h 128"/>
                <a:gd name="T10" fmla="*/ 12 w 48"/>
                <a:gd name="T11" fmla="*/ 96 h 128"/>
                <a:gd name="T12" fmla="*/ 20 w 48"/>
                <a:gd name="T13" fmla="*/ 96 h 128"/>
                <a:gd name="T14" fmla="*/ 20 w 48"/>
                <a:gd name="T15" fmla="*/ 104 h 128"/>
                <a:gd name="T16" fmla="*/ 12 w 48"/>
                <a:gd name="T17" fmla="*/ 104 h 128"/>
                <a:gd name="T18" fmla="*/ 12 w 48"/>
                <a:gd name="T19" fmla="*/ 112 h 128"/>
                <a:gd name="T20" fmla="*/ 20 w 48"/>
                <a:gd name="T21" fmla="*/ 112 h 128"/>
                <a:gd name="T22" fmla="*/ 20 w 48"/>
                <a:gd name="T23" fmla="*/ 120 h 128"/>
                <a:gd name="T24" fmla="*/ 12 w 48"/>
                <a:gd name="T25" fmla="*/ 120 h 128"/>
                <a:gd name="T26" fmla="*/ 12 w 48"/>
                <a:gd name="T27" fmla="*/ 128 h 128"/>
                <a:gd name="T28" fmla="*/ 28 w 48"/>
                <a:gd name="T29" fmla="*/ 128 h 128"/>
                <a:gd name="T30" fmla="*/ 28 w 48"/>
                <a:gd name="T31" fmla="*/ 48 h 128"/>
                <a:gd name="T32" fmla="*/ 48 w 48"/>
                <a:gd name="T33" fmla="*/ 24 h 128"/>
                <a:gd name="T34" fmla="*/ 24 w 48"/>
                <a:gd name="T35" fmla="*/ 0 h 128"/>
                <a:gd name="T36" fmla="*/ 24 w 48"/>
                <a:gd name="T37" fmla="*/ 40 h 128"/>
                <a:gd name="T38" fmla="*/ 8 w 48"/>
                <a:gd name="T39" fmla="*/ 24 h 128"/>
                <a:gd name="T40" fmla="*/ 24 w 48"/>
                <a:gd name="T41" fmla="*/ 8 h 128"/>
                <a:gd name="T42" fmla="*/ 40 w 48"/>
                <a:gd name="T43" fmla="*/ 24 h 128"/>
                <a:gd name="T44" fmla="*/ 24 w 48"/>
                <a:gd name="T45" fmla="*/ 4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128">
                  <a:moveTo>
                    <a:pt x="24" y="0"/>
                  </a:moveTo>
                  <a:cubicBezTo>
                    <a:pt x="11" y="0"/>
                    <a:pt x="0" y="11"/>
                    <a:pt x="0" y="24"/>
                  </a:cubicBezTo>
                  <a:cubicBezTo>
                    <a:pt x="0" y="36"/>
                    <a:pt x="9" y="46"/>
                    <a:pt x="20" y="48"/>
                  </a:cubicBezTo>
                  <a:cubicBezTo>
                    <a:pt x="20" y="80"/>
                    <a:pt x="20" y="80"/>
                    <a:pt x="20" y="80"/>
                  </a:cubicBezTo>
                  <a:cubicBezTo>
                    <a:pt x="12" y="80"/>
                    <a:pt x="12" y="80"/>
                    <a:pt x="12" y="80"/>
                  </a:cubicBezTo>
                  <a:cubicBezTo>
                    <a:pt x="12" y="96"/>
                    <a:pt x="12" y="96"/>
                    <a:pt x="12" y="96"/>
                  </a:cubicBezTo>
                  <a:cubicBezTo>
                    <a:pt x="20" y="96"/>
                    <a:pt x="20" y="96"/>
                    <a:pt x="20" y="96"/>
                  </a:cubicBezTo>
                  <a:cubicBezTo>
                    <a:pt x="20" y="104"/>
                    <a:pt x="20" y="104"/>
                    <a:pt x="20" y="104"/>
                  </a:cubicBezTo>
                  <a:cubicBezTo>
                    <a:pt x="12" y="104"/>
                    <a:pt x="12" y="104"/>
                    <a:pt x="12" y="104"/>
                  </a:cubicBezTo>
                  <a:cubicBezTo>
                    <a:pt x="12" y="112"/>
                    <a:pt x="12" y="112"/>
                    <a:pt x="12" y="112"/>
                  </a:cubicBezTo>
                  <a:cubicBezTo>
                    <a:pt x="20" y="112"/>
                    <a:pt x="20" y="112"/>
                    <a:pt x="20" y="112"/>
                  </a:cubicBezTo>
                  <a:cubicBezTo>
                    <a:pt x="20" y="120"/>
                    <a:pt x="20" y="120"/>
                    <a:pt x="20" y="120"/>
                  </a:cubicBezTo>
                  <a:cubicBezTo>
                    <a:pt x="12" y="120"/>
                    <a:pt x="12" y="120"/>
                    <a:pt x="12" y="120"/>
                  </a:cubicBezTo>
                  <a:cubicBezTo>
                    <a:pt x="12" y="128"/>
                    <a:pt x="12" y="128"/>
                    <a:pt x="12" y="128"/>
                  </a:cubicBezTo>
                  <a:cubicBezTo>
                    <a:pt x="28" y="128"/>
                    <a:pt x="28" y="128"/>
                    <a:pt x="28" y="128"/>
                  </a:cubicBezTo>
                  <a:cubicBezTo>
                    <a:pt x="28" y="48"/>
                    <a:pt x="28" y="48"/>
                    <a:pt x="28" y="48"/>
                  </a:cubicBezTo>
                  <a:cubicBezTo>
                    <a:pt x="39" y="46"/>
                    <a:pt x="48" y="36"/>
                    <a:pt x="48" y="24"/>
                  </a:cubicBezTo>
                  <a:cubicBezTo>
                    <a:pt x="48" y="11"/>
                    <a:pt x="37" y="0"/>
                    <a:pt x="24" y="0"/>
                  </a:cubicBezTo>
                  <a:close/>
                  <a:moveTo>
                    <a:pt x="24" y="40"/>
                  </a:moveTo>
                  <a:cubicBezTo>
                    <a:pt x="15" y="40"/>
                    <a:pt x="8" y="33"/>
                    <a:pt x="8" y="24"/>
                  </a:cubicBezTo>
                  <a:cubicBezTo>
                    <a:pt x="8" y="15"/>
                    <a:pt x="15" y="8"/>
                    <a:pt x="24" y="8"/>
                  </a:cubicBezTo>
                  <a:cubicBezTo>
                    <a:pt x="33" y="8"/>
                    <a:pt x="40" y="15"/>
                    <a:pt x="40" y="24"/>
                  </a:cubicBezTo>
                  <a:cubicBezTo>
                    <a:pt x="40" y="33"/>
                    <a:pt x="33" y="40"/>
                    <a:pt x="24" y="40"/>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grpSp>
      <p:grpSp>
        <p:nvGrpSpPr>
          <p:cNvPr id="80" name="Group 79"/>
          <p:cNvGrpSpPr/>
          <p:nvPr/>
        </p:nvGrpSpPr>
        <p:grpSpPr>
          <a:xfrm>
            <a:off x="1171007" y="2530550"/>
            <a:ext cx="635524" cy="635524"/>
            <a:chOff x="1194487" y="2580796"/>
            <a:chExt cx="648268" cy="648268"/>
          </a:xfrm>
        </p:grpSpPr>
        <p:sp>
          <p:nvSpPr>
            <p:cNvPr id="14" name="Equipment circle"/>
            <p:cNvSpPr/>
            <p:nvPr/>
          </p:nvSpPr>
          <p:spPr bwMode="auto">
            <a:xfrm>
              <a:off x="1194487" y="2580796"/>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grpSp>
          <p:nvGrpSpPr>
            <p:cNvPr id="304" name="Group 19"/>
            <p:cNvGrpSpPr>
              <a:grpSpLocks noChangeAspect="1"/>
            </p:cNvGrpSpPr>
            <p:nvPr/>
          </p:nvGrpSpPr>
          <p:grpSpPr bwMode="auto">
            <a:xfrm>
              <a:off x="1318652" y="2712374"/>
              <a:ext cx="371353" cy="311190"/>
              <a:chOff x="3738" y="2053"/>
              <a:chExt cx="358" cy="300"/>
            </a:xfrm>
          </p:grpSpPr>
          <p:sp>
            <p:nvSpPr>
              <p:cNvPr id="306" name="Freeform 20"/>
              <p:cNvSpPr>
                <a:spLocks noEditPoints="1"/>
              </p:cNvSpPr>
              <p:nvPr/>
            </p:nvSpPr>
            <p:spPr bwMode="auto">
              <a:xfrm>
                <a:off x="3738" y="2053"/>
                <a:ext cx="358" cy="300"/>
              </a:xfrm>
              <a:custGeom>
                <a:avLst/>
                <a:gdLst>
                  <a:gd name="T0" fmla="*/ 358 w 358"/>
                  <a:gd name="T1" fmla="*/ 300 h 300"/>
                  <a:gd name="T2" fmla="*/ 0 w 358"/>
                  <a:gd name="T3" fmla="*/ 300 h 300"/>
                  <a:gd name="T4" fmla="*/ 179 w 358"/>
                  <a:gd name="T5" fmla="*/ 0 h 300"/>
                  <a:gd name="T6" fmla="*/ 358 w 358"/>
                  <a:gd name="T7" fmla="*/ 300 h 300"/>
                  <a:gd name="T8" fmla="*/ 34 w 358"/>
                  <a:gd name="T9" fmla="*/ 280 h 300"/>
                  <a:gd name="T10" fmla="*/ 324 w 358"/>
                  <a:gd name="T11" fmla="*/ 280 h 300"/>
                  <a:gd name="T12" fmla="*/ 179 w 358"/>
                  <a:gd name="T13" fmla="*/ 39 h 300"/>
                  <a:gd name="T14" fmla="*/ 34 w 358"/>
                  <a:gd name="T15" fmla="*/ 280 h 3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8" h="300">
                    <a:moveTo>
                      <a:pt x="358" y="300"/>
                    </a:moveTo>
                    <a:lnTo>
                      <a:pt x="0" y="300"/>
                    </a:lnTo>
                    <a:lnTo>
                      <a:pt x="179" y="0"/>
                    </a:lnTo>
                    <a:lnTo>
                      <a:pt x="358" y="300"/>
                    </a:lnTo>
                    <a:close/>
                    <a:moveTo>
                      <a:pt x="34" y="280"/>
                    </a:moveTo>
                    <a:lnTo>
                      <a:pt x="324" y="280"/>
                    </a:lnTo>
                    <a:lnTo>
                      <a:pt x="179" y="39"/>
                    </a:lnTo>
                    <a:lnTo>
                      <a:pt x="34" y="280"/>
                    </a:lnTo>
                    <a:close/>
                  </a:path>
                </a:pathLst>
              </a:custGeom>
              <a:solidFill>
                <a:schemeClr val="bg1"/>
              </a:solidFill>
              <a:ln>
                <a:solidFill>
                  <a:schemeClr val="tx2"/>
                </a:solidFill>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307" name="Rectangle 21"/>
              <p:cNvSpPr>
                <a:spLocks noChangeArrowheads="1"/>
              </p:cNvSpPr>
              <p:nvPr/>
            </p:nvSpPr>
            <p:spPr bwMode="auto">
              <a:xfrm>
                <a:off x="3907" y="2150"/>
                <a:ext cx="20" cy="118"/>
              </a:xfrm>
              <a:prstGeom prst="rect">
                <a:avLst/>
              </a:prstGeom>
              <a:solidFill>
                <a:schemeClr val="bg1"/>
              </a:solidFill>
              <a:ln>
                <a:solidFill>
                  <a:schemeClr val="tx2"/>
                </a:solidFill>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308" name="Rectangle 22"/>
              <p:cNvSpPr>
                <a:spLocks noChangeArrowheads="1"/>
              </p:cNvSpPr>
              <p:nvPr/>
            </p:nvSpPr>
            <p:spPr bwMode="auto">
              <a:xfrm>
                <a:off x="3907" y="2292"/>
                <a:ext cx="20" cy="20"/>
              </a:xfrm>
              <a:prstGeom prst="rect">
                <a:avLst/>
              </a:prstGeom>
              <a:solidFill>
                <a:schemeClr val="bg1"/>
              </a:solidFill>
              <a:ln>
                <a:solidFill>
                  <a:schemeClr val="tx2"/>
                </a:solidFill>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grpSp>
      </p:grpSp>
      <p:grpSp>
        <p:nvGrpSpPr>
          <p:cNvPr id="73" name="Device Log ins icon"/>
          <p:cNvGrpSpPr/>
          <p:nvPr/>
        </p:nvGrpSpPr>
        <p:grpSpPr>
          <a:xfrm>
            <a:off x="3927505" y="1634228"/>
            <a:ext cx="635524" cy="635524"/>
            <a:chOff x="4006259" y="1666501"/>
            <a:chExt cx="648268" cy="648268"/>
          </a:xfrm>
        </p:grpSpPr>
        <p:sp>
          <p:nvSpPr>
            <p:cNvPr id="13" name="Energy"/>
            <p:cNvSpPr/>
            <p:nvPr/>
          </p:nvSpPr>
          <p:spPr bwMode="auto">
            <a:xfrm>
              <a:off x="4006259" y="1666501"/>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grpSp>
          <p:nvGrpSpPr>
            <p:cNvPr id="310" name="Group 25"/>
            <p:cNvGrpSpPr>
              <a:grpSpLocks noChangeAspect="1"/>
            </p:cNvGrpSpPr>
            <p:nvPr/>
          </p:nvGrpSpPr>
          <p:grpSpPr bwMode="auto">
            <a:xfrm>
              <a:off x="4205232" y="1810064"/>
              <a:ext cx="245440" cy="381796"/>
              <a:chOff x="2726" y="1073"/>
              <a:chExt cx="198" cy="308"/>
            </a:xfrm>
          </p:grpSpPr>
          <p:sp>
            <p:nvSpPr>
              <p:cNvPr id="312" name="Freeform 26"/>
              <p:cNvSpPr>
                <a:spLocks noEditPoints="1"/>
              </p:cNvSpPr>
              <p:nvPr/>
            </p:nvSpPr>
            <p:spPr bwMode="auto">
              <a:xfrm>
                <a:off x="2726" y="1073"/>
                <a:ext cx="198" cy="308"/>
              </a:xfrm>
              <a:custGeom>
                <a:avLst/>
                <a:gdLst>
                  <a:gd name="T0" fmla="*/ 0 w 198"/>
                  <a:gd name="T1" fmla="*/ 308 h 308"/>
                  <a:gd name="T2" fmla="*/ 198 w 198"/>
                  <a:gd name="T3" fmla="*/ 308 h 308"/>
                  <a:gd name="T4" fmla="*/ 198 w 198"/>
                  <a:gd name="T5" fmla="*/ 0 h 308"/>
                  <a:gd name="T6" fmla="*/ 0 w 198"/>
                  <a:gd name="T7" fmla="*/ 0 h 308"/>
                  <a:gd name="T8" fmla="*/ 0 w 198"/>
                  <a:gd name="T9" fmla="*/ 308 h 308"/>
                  <a:gd name="T10" fmla="*/ 178 w 198"/>
                  <a:gd name="T11" fmla="*/ 212 h 308"/>
                  <a:gd name="T12" fmla="*/ 20 w 198"/>
                  <a:gd name="T13" fmla="*/ 212 h 308"/>
                  <a:gd name="T14" fmla="*/ 20 w 198"/>
                  <a:gd name="T15" fmla="*/ 57 h 308"/>
                  <a:gd name="T16" fmla="*/ 178 w 198"/>
                  <a:gd name="T17" fmla="*/ 57 h 308"/>
                  <a:gd name="T18" fmla="*/ 178 w 198"/>
                  <a:gd name="T19" fmla="*/ 212 h 308"/>
                  <a:gd name="T20" fmla="*/ 20 w 198"/>
                  <a:gd name="T21" fmla="*/ 231 h 308"/>
                  <a:gd name="T22" fmla="*/ 178 w 198"/>
                  <a:gd name="T23" fmla="*/ 231 h 308"/>
                  <a:gd name="T24" fmla="*/ 178 w 198"/>
                  <a:gd name="T25" fmla="*/ 289 h 308"/>
                  <a:gd name="T26" fmla="*/ 20 w 198"/>
                  <a:gd name="T27" fmla="*/ 289 h 308"/>
                  <a:gd name="T28" fmla="*/ 20 w 198"/>
                  <a:gd name="T29" fmla="*/ 231 h 308"/>
                  <a:gd name="T30" fmla="*/ 178 w 198"/>
                  <a:gd name="T31" fmla="*/ 38 h 308"/>
                  <a:gd name="T32" fmla="*/ 20 w 198"/>
                  <a:gd name="T33" fmla="*/ 38 h 308"/>
                  <a:gd name="T34" fmla="*/ 20 w 198"/>
                  <a:gd name="T35" fmla="*/ 19 h 308"/>
                  <a:gd name="T36" fmla="*/ 178 w 198"/>
                  <a:gd name="T37" fmla="*/ 19 h 308"/>
                  <a:gd name="T38" fmla="*/ 178 w 198"/>
                  <a:gd name="T39" fmla="*/ 38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8" h="308">
                    <a:moveTo>
                      <a:pt x="0" y="308"/>
                    </a:moveTo>
                    <a:lnTo>
                      <a:pt x="198" y="308"/>
                    </a:lnTo>
                    <a:lnTo>
                      <a:pt x="198" y="0"/>
                    </a:lnTo>
                    <a:lnTo>
                      <a:pt x="0" y="0"/>
                    </a:lnTo>
                    <a:lnTo>
                      <a:pt x="0" y="308"/>
                    </a:lnTo>
                    <a:close/>
                    <a:moveTo>
                      <a:pt x="178" y="212"/>
                    </a:moveTo>
                    <a:lnTo>
                      <a:pt x="20" y="212"/>
                    </a:lnTo>
                    <a:lnTo>
                      <a:pt x="20" y="57"/>
                    </a:lnTo>
                    <a:lnTo>
                      <a:pt x="178" y="57"/>
                    </a:lnTo>
                    <a:lnTo>
                      <a:pt x="178" y="212"/>
                    </a:lnTo>
                    <a:close/>
                    <a:moveTo>
                      <a:pt x="20" y="231"/>
                    </a:moveTo>
                    <a:lnTo>
                      <a:pt x="178" y="231"/>
                    </a:lnTo>
                    <a:lnTo>
                      <a:pt x="178" y="289"/>
                    </a:lnTo>
                    <a:lnTo>
                      <a:pt x="20" y="289"/>
                    </a:lnTo>
                    <a:lnTo>
                      <a:pt x="20" y="231"/>
                    </a:lnTo>
                    <a:close/>
                    <a:moveTo>
                      <a:pt x="178" y="38"/>
                    </a:moveTo>
                    <a:lnTo>
                      <a:pt x="20" y="38"/>
                    </a:lnTo>
                    <a:lnTo>
                      <a:pt x="20" y="19"/>
                    </a:lnTo>
                    <a:lnTo>
                      <a:pt x="178" y="19"/>
                    </a:lnTo>
                    <a:lnTo>
                      <a:pt x="178" y="38"/>
                    </a:lnTo>
                    <a:close/>
                  </a:path>
                </a:pathLst>
              </a:custGeom>
              <a:solidFill>
                <a:schemeClr val="bg1"/>
              </a:solidFill>
              <a:ln w="15875">
                <a:solidFill>
                  <a:schemeClr val="tx2"/>
                </a:solidFill>
                <a:miter lim="800000"/>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313" name="Rectangle 27"/>
              <p:cNvSpPr>
                <a:spLocks noChangeArrowheads="1"/>
              </p:cNvSpPr>
              <p:nvPr/>
            </p:nvSpPr>
            <p:spPr bwMode="auto">
              <a:xfrm>
                <a:off x="2815" y="1324"/>
                <a:ext cx="20" cy="19"/>
              </a:xfrm>
              <a:prstGeom prst="rect">
                <a:avLst/>
              </a:prstGeom>
              <a:solidFill>
                <a:schemeClr val="bg1"/>
              </a:solidFill>
              <a:ln w="15875">
                <a:solidFill>
                  <a:schemeClr val="tx2"/>
                </a:solidFill>
                <a:miter lim="800000"/>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grpSp>
      </p:grpSp>
      <p:grpSp>
        <p:nvGrpSpPr>
          <p:cNvPr id="81" name="Group 80"/>
          <p:cNvGrpSpPr/>
          <p:nvPr/>
        </p:nvGrpSpPr>
        <p:grpSpPr>
          <a:xfrm>
            <a:off x="2160815" y="4395531"/>
            <a:ext cx="635524" cy="635524"/>
            <a:chOff x="2204143" y="4483174"/>
            <a:chExt cx="648268" cy="648268"/>
          </a:xfrm>
        </p:grpSpPr>
        <p:sp>
          <p:nvSpPr>
            <p:cNvPr id="12" name="Manufacture circle"/>
            <p:cNvSpPr/>
            <p:nvPr/>
          </p:nvSpPr>
          <p:spPr bwMode="auto">
            <a:xfrm>
              <a:off x="2204143" y="4483174"/>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grpSp>
          <p:nvGrpSpPr>
            <p:cNvPr id="315" name="Group 30"/>
            <p:cNvGrpSpPr>
              <a:grpSpLocks noChangeAspect="1"/>
            </p:cNvGrpSpPr>
            <p:nvPr/>
          </p:nvGrpSpPr>
          <p:grpSpPr bwMode="auto">
            <a:xfrm>
              <a:off x="2356039" y="4678077"/>
              <a:ext cx="332131" cy="284684"/>
              <a:chOff x="1489" y="2926"/>
              <a:chExt cx="273" cy="234"/>
            </a:xfrm>
          </p:grpSpPr>
          <p:sp>
            <p:nvSpPr>
              <p:cNvPr id="317" name="Freeform 31"/>
              <p:cNvSpPr>
                <a:spLocks noEditPoints="1"/>
              </p:cNvSpPr>
              <p:nvPr/>
            </p:nvSpPr>
            <p:spPr bwMode="auto">
              <a:xfrm>
                <a:off x="1489" y="2926"/>
                <a:ext cx="273" cy="234"/>
              </a:xfrm>
              <a:custGeom>
                <a:avLst/>
                <a:gdLst>
                  <a:gd name="T0" fmla="*/ 253 w 273"/>
                  <a:gd name="T1" fmla="*/ 68 h 234"/>
                  <a:gd name="T2" fmla="*/ 253 w 273"/>
                  <a:gd name="T3" fmla="*/ 0 h 234"/>
                  <a:gd name="T4" fmla="*/ 20 w 273"/>
                  <a:gd name="T5" fmla="*/ 0 h 234"/>
                  <a:gd name="T6" fmla="*/ 20 w 273"/>
                  <a:gd name="T7" fmla="*/ 68 h 234"/>
                  <a:gd name="T8" fmla="*/ 0 w 273"/>
                  <a:gd name="T9" fmla="*/ 78 h 234"/>
                  <a:gd name="T10" fmla="*/ 0 w 273"/>
                  <a:gd name="T11" fmla="*/ 234 h 234"/>
                  <a:gd name="T12" fmla="*/ 273 w 273"/>
                  <a:gd name="T13" fmla="*/ 234 h 234"/>
                  <a:gd name="T14" fmla="*/ 273 w 273"/>
                  <a:gd name="T15" fmla="*/ 78 h 234"/>
                  <a:gd name="T16" fmla="*/ 253 w 273"/>
                  <a:gd name="T17" fmla="*/ 68 h 234"/>
                  <a:gd name="T18" fmla="*/ 234 w 273"/>
                  <a:gd name="T19" fmla="*/ 20 h 234"/>
                  <a:gd name="T20" fmla="*/ 234 w 273"/>
                  <a:gd name="T21" fmla="*/ 88 h 234"/>
                  <a:gd name="T22" fmla="*/ 214 w 273"/>
                  <a:gd name="T23" fmla="*/ 98 h 234"/>
                  <a:gd name="T24" fmla="*/ 214 w 273"/>
                  <a:gd name="T25" fmla="*/ 88 h 234"/>
                  <a:gd name="T26" fmla="*/ 59 w 273"/>
                  <a:gd name="T27" fmla="*/ 88 h 234"/>
                  <a:gd name="T28" fmla="*/ 59 w 273"/>
                  <a:gd name="T29" fmla="*/ 98 h 234"/>
                  <a:gd name="T30" fmla="*/ 39 w 273"/>
                  <a:gd name="T31" fmla="*/ 88 h 234"/>
                  <a:gd name="T32" fmla="*/ 39 w 273"/>
                  <a:gd name="T33" fmla="*/ 20 h 234"/>
                  <a:gd name="T34" fmla="*/ 234 w 273"/>
                  <a:gd name="T35" fmla="*/ 20 h 234"/>
                  <a:gd name="T36" fmla="*/ 192 w 273"/>
                  <a:gd name="T37" fmla="*/ 107 h 234"/>
                  <a:gd name="T38" fmla="*/ 136 w 273"/>
                  <a:gd name="T39" fmla="*/ 137 h 234"/>
                  <a:gd name="T40" fmla="*/ 81 w 273"/>
                  <a:gd name="T41" fmla="*/ 107 h 234"/>
                  <a:gd name="T42" fmla="*/ 192 w 273"/>
                  <a:gd name="T43" fmla="*/ 107 h 234"/>
                  <a:gd name="T44" fmla="*/ 20 w 273"/>
                  <a:gd name="T45" fmla="*/ 215 h 234"/>
                  <a:gd name="T46" fmla="*/ 20 w 273"/>
                  <a:gd name="T47" fmla="*/ 98 h 234"/>
                  <a:gd name="T48" fmla="*/ 136 w 273"/>
                  <a:gd name="T49" fmla="*/ 156 h 234"/>
                  <a:gd name="T50" fmla="*/ 253 w 273"/>
                  <a:gd name="T51" fmla="*/ 98 h 234"/>
                  <a:gd name="T52" fmla="*/ 253 w 273"/>
                  <a:gd name="T53" fmla="*/ 215 h 234"/>
                  <a:gd name="T54" fmla="*/ 20 w 273"/>
                  <a:gd name="T55" fmla="*/ 215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 h="234">
                    <a:moveTo>
                      <a:pt x="253" y="68"/>
                    </a:moveTo>
                    <a:lnTo>
                      <a:pt x="253" y="0"/>
                    </a:lnTo>
                    <a:lnTo>
                      <a:pt x="20" y="0"/>
                    </a:lnTo>
                    <a:lnTo>
                      <a:pt x="20" y="68"/>
                    </a:lnTo>
                    <a:lnTo>
                      <a:pt x="0" y="78"/>
                    </a:lnTo>
                    <a:lnTo>
                      <a:pt x="0" y="234"/>
                    </a:lnTo>
                    <a:lnTo>
                      <a:pt x="273" y="234"/>
                    </a:lnTo>
                    <a:lnTo>
                      <a:pt x="273" y="78"/>
                    </a:lnTo>
                    <a:lnTo>
                      <a:pt x="253" y="68"/>
                    </a:lnTo>
                    <a:close/>
                    <a:moveTo>
                      <a:pt x="234" y="20"/>
                    </a:moveTo>
                    <a:lnTo>
                      <a:pt x="234" y="88"/>
                    </a:lnTo>
                    <a:lnTo>
                      <a:pt x="214" y="98"/>
                    </a:lnTo>
                    <a:lnTo>
                      <a:pt x="214" y="88"/>
                    </a:lnTo>
                    <a:lnTo>
                      <a:pt x="59" y="88"/>
                    </a:lnTo>
                    <a:lnTo>
                      <a:pt x="59" y="98"/>
                    </a:lnTo>
                    <a:lnTo>
                      <a:pt x="39" y="88"/>
                    </a:lnTo>
                    <a:lnTo>
                      <a:pt x="39" y="20"/>
                    </a:lnTo>
                    <a:lnTo>
                      <a:pt x="234" y="20"/>
                    </a:lnTo>
                    <a:close/>
                    <a:moveTo>
                      <a:pt x="192" y="107"/>
                    </a:moveTo>
                    <a:lnTo>
                      <a:pt x="136" y="137"/>
                    </a:lnTo>
                    <a:lnTo>
                      <a:pt x="81" y="107"/>
                    </a:lnTo>
                    <a:lnTo>
                      <a:pt x="192" y="107"/>
                    </a:lnTo>
                    <a:close/>
                    <a:moveTo>
                      <a:pt x="20" y="215"/>
                    </a:moveTo>
                    <a:lnTo>
                      <a:pt x="20" y="98"/>
                    </a:lnTo>
                    <a:lnTo>
                      <a:pt x="136" y="156"/>
                    </a:lnTo>
                    <a:lnTo>
                      <a:pt x="253" y="98"/>
                    </a:lnTo>
                    <a:lnTo>
                      <a:pt x="253" y="215"/>
                    </a:lnTo>
                    <a:lnTo>
                      <a:pt x="20" y="215"/>
                    </a:lnTo>
                    <a:close/>
                  </a:path>
                </a:pathLst>
              </a:custGeom>
              <a:solidFill>
                <a:schemeClr val="bg1"/>
              </a:solidFill>
              <a:ln w="15875">
                <a:solidFill>
                  <a:schemeClr val="tx2"/>
                </a:solidFill>
                <a:miter lim="800000"/>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318" name="Rectangle 32"/>
              <p:cNvSpPr>
                <a:spLocks noChangeArrowheads="1"/>
              </p:cNvSpPr>
              <p:nvPr/>
            </p:nvSpPr>
            <p:spPr bwMode="auto">
              <a:xfrm>
                <a:off x="1548" y="2965"/>
                <a:ext cx="155" cy="20"/>
              </a:xfrm>
              <a:prstGeom prst="rect">
                <a:avLst/>
              </a:prstGeom>
              <a:solidFill>
                <a:schemeClr val="bg1"/>
              </a:solidFill>
              <a:ln w="15875">
                <a:solidFill>
                  <a:schemeClr val="tx2"/>
                </a:solidFill>
                <a:miter lim="800000"/>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grpSp>
      </p:grpSp>
      <p:grpSp>
        <p:nvGrpSpPr>
          <p:cNvPr id="75" name="Enterpsie security icon"/>
          <p:cNvGrpSpPr/>
          <p:nvPr/>
        </p:nvGrpSpPr>
        <p:grpSpPr>
          <a:xfrm>
            <a:off x="3176574" y="5702666"/>
            <a:ext cx="635524" cy="635524"/>
            <a:chOff x="3240270" y="5816520"/>
            <a:chExt cx="648268" cy="648268"/>
          </a:xfrm>
        </p:grpSpPr>
        <p:sp>
          <p:nvSpPr>
            <p:cNvPr id="11" name="Customer circle"/>
            <p:cNvSpPr/>
            <p:nvPr/>
          </p:nvSpPr>
          <p:spPr bwMode="auto">
            <a:xfrm>
              <a:off x="3240270" y="5816520"/>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grpSp>
          <p:nvGrpSpPr>
            <p:cNvPr id="358" name="Group 357"/>
            <p:cNvGrpSpPr/>
            <p:nvPr/>
          </p:nvGrpSpPr>
          <p:grpSpPr>
            <a:xfrm>
              <a:off x="3386663" y="5977623"/>
              <a:ext cx="308426" cy="322184"/>
              <a:chOff x="8453437" y="3398838"/>
              <a:chExt cx="427038" cy="446087"/>
            </a:xfrm>
          </p:grpSpPr>
          <p:sp>
            <p:nvSpPr>
              <p:cNvPr id="359" name="Line 68"/>
              <p:cNvSpPr>
                <a:spLocks noChangeShapeType="1"/>
              </p:cNvSpPr>
              <p:nvPr/>
            </p:nvSpPr>
            <p:spPr bwMode="auto">
              <a:xfrm>
                <a:off x="8453437" y="3844925"/>
                <a:ext cx="427038"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360" name="Freeform 69"/>
              <p:cNvSpPr>
                <a:spLocks/>
              </p:cNvSpPr>
              <p:nvPr/>
            </p:nvSpPr>
            <p:spPr bwMode="auto">
              <a:xfrm>
                <a:off x="8483600" y="3603625"/>
                <a:ext cx="222250" cy="241300"/>
              </a:xfrm>
              <a:custGeom>
                <a:avLst/>
                <a:gdLst>
                  <a:gd name="T0" fmla="*/ 0 w 140"/>
                  <a:gd name="T1" fmla="*/ 152 h 152"/>
                  <a:gd name="T2" fmla="*/ 0 w 140"/>
                  <a:gd name="T3" fmla="*/ 0 h 152"/>
                  <a:gd name="T4" fmla="*/ 140 w 140"/>
                  <a:gd name="T5" fmla="*/ 0 h 152"/>
                  <a:gd name="T6" fmla="*/ 140 w 140"/>
                  <a:gd name="T7" fmla="*/ 152 h 152"/>
                </a:gdLst>
                <a:ahLst/>
                <a:cxnLst>
                  <a:cxn ang="0">
                    <a:pos x="T0" y="T1"/>
                  </a:cxn>
                  <a:cxn ang="0">
                    <a:pos x="T2" y="T3"/>
                  </a:cxn>
                  <a:cxn ang="0">
                    <a:pos x="T4" y="T5"/>
                  </a:cxn>
                  <a:cxn ang="0">
                    <a:pos x="T6" y="T7"/>
                  </a:cxn>
                </a:cxnLst>
                <a:rect l="0" t="0" r="r" b="b"/>
                <a:pathLst>
                  <a:path w="140" h="152">
                    <a:moveTo>
                      <a:pt x="0" y="152"/>
                    </a:moveTo>
                    <a:lnTo>
                      <a:pt x="0" y="0"/>
                    </a:lnTo>
                    <a:lnTo>
                      <a:pt x="140" y="0"/>
                    </a:lnTo>
                    <a:lnTo>
                      <a:pt x="140" y="152"/>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361" name="Freeform 70"/>
              <p:cNvSpPr>
                <a:spLocks/>
              </p:cNvSpPr>
              <p:nvPr/>
            </p:nvSpPr>
            <p:spPr bwMode="auto">
              <a:xfrm>
                <a:off x="8642350" y="3511550"/>
                <a:ext cx="209550" cy="333375"/>
              </a:xfrm>
              <a:custGeom>
                <a:avLst/>
                <a:gdLst>
                  <a:gd name="T0" fmla="*/ 0 w 132"/>
                  <a:gd name="T1" fmla="*/ 45 h 210"/>
                  <a:gd name="T2" fmla="*/ 0 w 132"/>
                  <a:gd name="T3" fmla="*/ 0 h 210"/>
                  <a:gd name="T4" fmla="*/ 132 w 132"/>
                  <a:gd name="T5" fmla="*/ 0 h 210"/>
                  <a:gd name="T6" fmla="*/ 132 w 132"/>
                  <a:gd name="T7" fmla="*/ 210 h 210"/>
                </a:gdLst>
                <a:ahLst/>
                <a:cxnLst>
                  <a:cxn ang="0">
                    <a:pos x="T0" y="T1"/>
                  </a:cxn>
                  <a:cxn ang="0">
                    <a:pos x="T2" y="T3"/>
                  </a:cxn>
                  <a:cxn ang="0">
                    <a:pos x="T4" y="T5"/>
                  </a:cxn>
                  <a:cxn ang="0">
                    <a:pos x="T6" y="T7"/>
                  </a:cxn>
                </a:cxnLst>
                <a:rect l="0" t="0" r="r" b="b"/>
                <a:pathLst>
                  <a:path w="132" h="210">
                    <a:moveTo>
                      <a:pt x="0" y="45"/>
                    </a:moveTo>
                    <a:lnTo>
                      <a:pt x="0" y="0"/>
                    </a:lnTo>
                    <a:lnTo>
                      <a:pt x="132" y="0"/>
                    </a:lnTo>
                    <a:lnTo>
                      <a:pt x="132" y="210"/>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362" name="Freeform 71"/>
              <p:cNvSpPr>
                <a:spLocks/>
              </p:cNvSpPr>
              <p:nvPr/>
            </p:nvSpPr>
            <p:spPr bwMode="auto">
              <a:xfrm>
                <a:off x="8601075" y="3398838"/>
                <a:ext cx="112713" cy="174625"/>
              </a:xfrm>
              <a:custGeom>
                <a:avLst/>
                <a:gdLst>
                  <a:gd name="T0" fmla="*/ 0 w 71"/>
                  <a:gd name="T1" fmla="*/ 110 h 110"/>
                  <a:gd name="T2" fmla="*/ 0 w 71"/>
                  <a:gd name="T3" fmla="*/ 53 h 110"/>
                  <a:gd name="T4" fmla="*/ 71 w 71"/>
                  <a:gd name="T5" fmla="*/ 0 h 110"/>
                  <a:gd name="T6" fmla="*/ 71 w 71"/>
                  <a:gd name="T7" fmla="*/ 53 h 110"/>
                </a:gdLst>
                <a:ahLst/>
                <a:cxnLst>
                  <a:cxn ang="0">
                    <a:pos x="T0" y="T1"/>
                  </a:cxn>
                  <a:cxn ang="0">
                    <a:pos x="T2" y="T3"/>
                  </a:cxn>
                  <a:cxn ang="0">
                    <a:pos x="T4" y="T5"/>
                  </a:cxn>
                  <a:cxn ang="0">
                    <a:pos x="T6" y="T7"/>
                  </a:cxn>
                </a:cxnLst>
                <a:rect l="0" t="0" r="r" b="b"/>
                <a:pathLst>
                  <a:path w="71" h="110">
                    <a:moveTo>
                      <a:pt x="0" y="110"/>
                    </a:moveTo>
                    <a:lnTo>
                      <a:pt x="0" y="53"/>
                    </a:lnTo>
                    <a:lnTo>
                      <a:pt x="71" y="0"/>
                    </a:lnTo>
                    <a:lnTo>
                      <a:pt x="71" y="53"/>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363" name="Freeform 72"/>
              <p:cNvSpPr>
                <a:spLocks/>
              </p:cNvSpPr>
              <p:nvPr/>
            </p:nvSpPr>
            <p:spPr bwMode="auto">
              <a:xfrm>
                <a:off x="8729663" y="3765550"/>
                <a:ext cx="50800" cy="69850"/>
              </a:xfrm>
              <a:custGeom>
                <a:avLst/>
                <a:gdLst>
                  <a:gd name="T0" fmla="*/ 0 w 32"/>
                  <a:gd name="T1" fmla="*/ 0 h 44"/>
                  <a:gd name="T2" fmla="*/ 32 w 32"/>
                  <a:gd name="T3" fmla="*/ 0 h 44"/>
                  <a:gd name="T4" fmla="*/ 32 w 32"/>
                  <a:gd name="T5" fmla="*/ 44 h 44"/>
                </a:gdLst>
                <a:ahLst/>
                <a:cxnLst>
                  <a:cxn ang="0">
                    <a:pos x="T0" y="T1"/>
                  </a:cxn>
                  <a:cxn ang="0">
                    <a:pos x="T2" y="T3"/>
                  </a:cxn>
                  <a:cxn ang="0">
                    <a:pos x="T4" y="T5"/>
                  </a:cxn>
                </a:cxnLst>
                <a:rect l="0" t="0" r="r" b="b"/>
                <a:pathLst>
                  <a:path w="32" h="44">
                    <a:moveTo>
                      <a:pt x="0" y="0"/>
                    </a:moveTo>
                    <a:lnTo>
                      <a:pt x="32" y="0"/>
                    </a:lnTo>
                    <a:lnTo>
                      <a:pt x="32" y="44"/>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364" name="Freeform 73"/>
              <p:cNvSpPr>
                <a:spLocks/>
              </p:cNvSpPr>
              <p:nvPr/>
            </p:nvSpPr>
            <p:spPr bwMode="auto">
              <a:xfrm>
                <a:off x="8558213" y="3765550"/>
                <a:ext cx="71438" cy="79375"/>
              </a:xfrm>
              <a:custGeom>
                <a:avLst/>
                <a:gdLst>
                  <a:gd name="T0" fmla="*/ 0 w 45"/>
                  <a:gd name="T1" fmla="*/ 47 h 50"/>
                  <a:gd name="T2" fmla="*/ 0 w 45"/>
                  <a:gd name="T3" fmla="*/ 0 h 50"/>
                  <a:gd name="T4" fmla="*/ 45 w 45"/>
                  <a:gd name="T5" fmla="*/ 0 h 50"/>
                  <a:gd name="T6" fmla="*/ 45 w 45"/>
                  <a:gd name="T7" fmla="*/ 50 h 50"/>
                </a:gdLst>
                <a:ahLst/>
                <a:cxnLst>
                  <a:cxn ang="0">
                    <a:pos x="T0" y="T1"/>
                  </a:cxn>
                  <a:cxn ang="0">
                    <a:pos x="T2" y="T3"/>
                  </a:cxn>
                  <a:cxn ang="0">
                    <a:pos x="T4" y="T5"/>
                  </a:cxn>
                  <a:cxn ang="0">
                    <a:pos x="T6" y="T7"/>
                  </a:cxn>
                </a:cxnLst>
                <a:rect l="0" t="0" r="r" b="b"/>
                <a:pathLst>
                  <a:path w="45" h="50">
                    <a:moveTo>
                      <a:pt x="0" y="47"/>
                    </a:moveTo>
                    <a:lnTo>
                      <a:pt x="0" y="0"/>
                    </a:lnTo>
                    <a:lnTo>
                      <a:pt x="45" y="0"/>
                    </a:lnTo>
                    <a:lnTo>
                      <a:pt x="45" y="50"/>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365" name="Line 74"/>
              <p:cNvSpPr>
                <a:spLocks noChangeShapeType="1"/>
              </p:cNvSpPr>
              <p:nvPr/>
            </p:nvSpPr>
            <p:spPr bwMode="auto">
              <a:xfrm>
                <a:off x="8872538" y="3706813"/>
                <a:ext cx="0"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grpSp>
      </p:grpSp>
      <p:grpSp>
        <p:nvGrpSpPr>
          <p:cNvPr id="46" name="Spam"/>
          <p:cNvGrpSpPr/>
          <p:nvPr/>
        </p:nvGrpSpPr>
        <p:grpSpPr>
          <a:xfrm>
            <a:off x="10013356" y="4820536"/>
            <a:ext cx="635524" cy="635524"/>
            <a:chOff x="10214144" y="4916701"/>
            <a:chExt cx="648268" cy="648268"/>
          </a:xfrm>
        </p:grpSpPr>
        <p:sp>
          <p:nvSpPr>
            <p:cNvPr id="2" name="Citizen circle"/>
            <p:cNvSpPr/>
            <p:nvPr/>
          </p:nvSpPr>
          <p:spPr bwMode="auto">
            <a:xfrm>
              <a:off x="10214144" y="4916701"/>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grpSp>
          <p:nvGrpSpPr>
            <p:cNvPr id="377" name="Group 60"/>
            <p:cNvGrpSpPr>
              <a:grpSpLocks noChangeAspect="1"/>
            </p:cNvGrpSpPr>
            <p:nvPr/>
          </p:nvGrpSpPr>
          <p:grpSpPr bwMode="auto">
            <a:xfrm>
              <a:off x="10404944" y="5073161"/>
              <a:ext cx="293031" cy="341870"/>
              <a:chOff x="6468" y="3423"/>
              <a:chExt cx="234" cy="273"/>
            </a:xfrm>
          </p:grpSpPr>
          <p:sp>
            <p:nvSpPr>
              <p:cNvPr id="379" name="Freeform 61"/>
              <p:cNvSpPr>
                <a:spLocks noEditPoints="1"/>
              </p:cNvSpPr>
              <p:nvPr/>
            </p:nvSpPr>
            <p:spPr bwMode="auto">
              <a:xfrm>
                <a:off x="6468" y="3423"/>
                <a:ext cx="234" cy="273"/>
              </a:xfrm>
              <a:custGeom>
                <a:avLst/>
                <a:gdLst>
                  <a:gd name="T0" fmla="*/ 76 w 96"/>
                  <a:gd name="T1" fmla="*/ 112 h 112"/>
                  <a:gd name="T2" fmla="*/ 20 w 96"/>
                  <a:gd name="T3" fmla="*/ 112 h 112"/>
                  <a:gd name="T4" fmla="*/ 0 w 96"/>
                  <a:gd name="T5" fmla="*/ 92 h 112"/>
                  <a:gd name="T6" fmla="*/ 0 w 96"/>
                  <a:gd name="T7" fmla="*/ 0 h 112"/>
                  <a:gd name="T8" fmla="*/ 88 w 96"/>
                  <a:gd name="T9" fmla="*/ 0 h 112"/>
                  <a:gd name="T10" fmla="*/ 88 w 96"/>
                  <a:gd name="T11" fmla="*/ 88 h 112"/>
                  <a:gd name="T12" fmla="*/ 80 w 96"/>
                  <a:gd name="T13" fmla="*/ 88 h 112"/>
                  <a:gd name="T14" fmla="*/ 80 w 96"/>
                  <a:gd name="T15" fmla="*/ 8 h 112"/>
                  <a:gd name="T16" fmla="*/ 8 w 96"/>
                  <a:gd name="T17" fmla="*/ 8 h 112"/>
                  <a:gd name="T18" fmla="*/ 8 w 96"/>
                  <a:gd name="T19" fmla="*/ 92 h 112"/>
                  <a:gd name="T20" fmla="*/ 20 w 96"/>
                  <a:gd name="T21" fmla="*/ 104 h 112"/>
                  <a:gd name="T22" fmla="*/ 32 w 96"/>
                  <a:gd name="T23" fmla="*/ 92 h 112"/>
                  <a:gd name="T24" fmla="*/ 32 w 96"/>
                  <a:gd name="T25" fmla="*/ 88 h 112"/>
                  <a:gd name="T26" fmla="*/ 96 w 96"/>
                  <a:gd name="T27" fmla="*/ 88 h 112"/>
                  <a:gd name="T28" fmla="*/ 96 w 96"/>
                  <a:gd name="T29" fmla="*/ 92 h 112"/>
                  <a:gd name="T30" fmla="*/ 76 w 96"/>
                  <a:gd name="T31" fmla="*/ 112 h 112"/>
                  <a:gd name="T32" fmla="*/ 36 w 96"/>
                  <a:gd name="T33" fmla="*/ 104 h 112"/>
                  <a:gd name="T34" fmla="*/ 76 w 96"/>
                  <a:gd name="T35" fmla="*/ 104 h 112"/>
                  <a:gd name="T36" fmla="*/ 87 w 96"/>
                  <a:gd name="T37" fmla="*/ 96 h 112"/>
                  <a:gd name="T38" fmla="*/ 40 w 96"/>
                  <a:gd name="T39" fmla="*/ 96 h 112"/>
                  <a:gd name="T40" fmla="*/ 36 w 96"/>
                  <a:gd name="T41" fmla="*/ 10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112">
                    <a:moveTo>
                      <a:pt x="76" y="112"/>
                    </a:moveTo>
                    <a:cubicBezTo>
                      <a:pt x="20" y="112"/>
                      <a:pt x="20" y="112"/>
                      <a:pt x="20" y="112"/>
                    </a:cubicBezTo>
                    <a:cubicBezTo>
                      <a:pt x="9" y="112"/>
                      <a:pt x="0" y="103"/>
                      <a:pt x="0" y="92"/>
                    </a:cubicBezTo>
                    <a:cubicBezTo>
                      <a:pt x="0" y="0"/>
                      <a:pt x="0" y="0"/>
                      <a:pt x="0" y="0"/>
                    </a:cubicBezTo>
                    <a:cubicBezTo>
                      <a:pt x="88" y="0"/>
                      <a:pt x="88" y="0"/>
                      <a:pt x="88" y="0"/>
                    </a:cubicBezTo>
                    <a:cubicBezTo>
                      <a:pt x="88" y="88"/>
                      <a:pt x="88" y="88"/>
                      <a:pt x="88" y="88"/>
                    </a:cubicBezTo>
                    <a:cubicBezTo>
                      <a:pt x="80" y="88"/>
                      <a:pt x="80" y="88"/>
                      <a:pt x="80" y="88"/>
                    </a:cubicBezTo>
                    <a:cubicBezTo>
                      <a:pt x="80" y="8"/>
                      <a:pt x="80" y="8"/>
                      <a:pt x="80" y="8"/>
                    </a:cubicBezTo>
                    <a:cubicBezTo>
                      <a:pt x="8" y="8"/>
                      <a:pt x="8" y="8"/>
                      <a:pt x="8" y="8"/>
                    </a:cubicBezTo>
                    <a:cubicBezTo>
                      <a:pt x="8" y="92"/>
                      <a:pt x="8" y="92"/>
                      <a:pt x="8" y="92"/>
                    </a:cubicBezTo>
                    <a:cubicBezTo>
                      <a:pt x="8" y="99"/>
                      <a:pt x="13" y="104"/>
                      <a:pt x="20" y="104"/>
                    </a:cubicBezTo>
                    <a:cubicBezTo>
                      <a:pt x="27" y="104"/>
                      <a:pt x="32" y="99"/>
                      <a:pt x="32" y="92"/>
                    </a:cubicBezTo>
                    <a:cubicBezTo>
                      <a:pt x="32" y="88"/>
                      <a:pt x="32" y="88"/>
                      <a:pt x="32" y="88"/>
                    </a:cubicBezTo>
                    <a:cubicBezTo>
                      <a:pt x="96" y="88"/>
                      <a:pt x="96" y="88"/>
                      <a:pt x="96" y="88"/>
                    </a:cubicBezTo>
                    <a:cubicBezTo>
                      <a:pt x="96" y="92"/>
                      <a:pt x="96" y="92"/>
                      <a:pt x="96" y="92"/>
                    </a:cubicBezTo>
                    <a:cubicBezTo>
                      <a:pt x="96" y="103"/>
                      <a:pt x="87" y="112"/>
                      <a:pt x="76" y="112"/>
                    </a:cubicBezTo>
                    <a:close/>
                    <a:moveTo>
                      <a:pt x="36" y="104"/>
                    </a:moveTo>
                    <a:cubicBezTo>
                      <a:pt x="76" y="104"/>
                      <a:pt x="76" y="104"/>
                      <a:pt x="76" y="104"/>
                    </a:cubicBezTo>
                    <a:cubicBezTo>
                      <a:pt x="81" y="104"/>
                      <a:pt x="86" y="101"/>
                      <a:pt x="87" y="96"/>
                    </a:cubicBezTo>
                    <a:cubicBezTo>
                      <a:pt x="40" y="96"/>
                      <a:pt x="40" y="96"/>
                      <a:pt x="40" y="96"/>
                    </a:cubicBezTo>
                    <a:cubicBezTo>
                      <a:pt x="39" y="99"/>
                      <a:pt x="38" y="102"/>
                      <a:pt x="36" y="104"/>
                    </a:cubicBezTo>
                    <a:close/>
                  </a:path>
                </a:pathLst>
              </a:custGeom>
              <a:solidFill>
                <a:schemeClr val="bg1"/>
              </a:solidFill>
              <a:ln w="15875" cap="sq">
                <a:solidFill>
                  <a:schemeClr val="tx2"/>
                </a:solid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380" name="Rectangle 62"/>
              <p:cNvSpPr>
                <a:spLocks noChangeArrowheads="1"/>
              </p:cNvSpPr>
              <p:nvPr/>
            </p:nvSpPr>
            <p:spPr bwMode="auto">
              <a:xfrm>
                <a:off x="6507" y="3598"/>
                <a:ext cx="20" cy="20"/>
              </a:xfrm>
              <a:prstGeom prst="rect">
                <a:avLst/>
              </a:prstGeom>
              <a:solidFill>
                <a:schemeClr val="bg1"/>
              </a:solidFill>
              <a:ln w="15875" cap="sq">
                <a:solidFill>
                  <a:schemeClr val="tx2"/>
                </a:solid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381" name="Rectangle 63"/>
              <p:cNvSpPr>
                <a:spLocks noChangeArrowheads="1"/>
              </p:cNvSpPr>
              <p:nvPr/>
            </p:nvSpPr>
            <p:spPr bwMode="auto">
              <a:xfrm>
                <a:off x="6546" y="3598"/>
                <a:ext cx="98" cy="20"/>
              </a:xfrm>
              <a:prstGeom prst="rect">
                <a:avLst/>
              </a:prstGeom>
              <a:solidFill>
                <a:schemeClr val="bg1"/>
              </a:solidFill>
              <a:ln w="15875" cap="sq">
                <a:solidFill>
                  <a:schemeClr val="tx2"/>
                </a:solid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382" name="Rectangle 64"/>
              <p:cNvSpPr>
                <a:spLocks noChangeArrowheads="1"/>
              </p:cNvSpPr>
              <p:nvPr/>
            </p:nvSpPr>
            <p:spPr bwMode="auto">
              <a:xfrm>
                <a:off x="6507" y="3540"/>
                <a:ext cx="20" cy="19"/>
              </a:xfrm>
              <a:prstGeom prst="rect">
                <a:avLst/>
              </a:prstGeom>
              <a:solidFill>
                <a:schemeClr val="bg1"/>
              </a:solidFill>
              <a:ln w="15875" cap="sq">
                <a:solidFill>
                  <a:schemeClr val="tx2"/>
                </a:solid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383" name="Rectangle 65"/>
              <p:cNvSpPr>
                <a:spLocks noChangeArrowheads="1"/>
              </p:cNvSpPr>
              <p:nvPr/>
            </p:nvSpPr>
            <p:spPr bwMode="auto">
              <a:xfrm>
                <a:off x="6546" y="3540"/>
                <a:ext cx="98" cy="19"/>
              </a:xfrm>
              <a:prstGeom prst="rect">
                <a:avLst/>
              </a:prstGeom>
              <a:solidFill>
                <a:schemeClr val="bg1"/>
              </a:solidFill>
              <a:ln w="15875" cap="sq">
                <a:solidFill>
                  <a:schemeClr val="tx2"/>
                </a:solid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384" name="Rectangle 66"/>
              <p:cNvSpPr>
                <a:spLocks noChangeArrowheads="1"/>
              </p:cNvSpPr>
              <p:nvPr/>
            </p:nvSpPr>
            <p:spPr bwMode="auto">
              <a:xfrm>
                <a:off x="6507" y="3482"/>
                <a:ext cx="20" cy="19"/>
              </a:xfrm>
              <a:prstGeom prst="rect">
                <a:avLst/>
              </a:prstGeom>
              <a:solidFill>
                <a:schemeClr val="bg1"/>
              </a:solidFill>
              <a:ln w="15875" cap="sq">
                <a:solidFill>
                  <a:schemeClr val="tx2"/>
                </a:solid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385" name="Rectangle 67"/>
              <p:cNvSpPr>
                <a:spLocks noChangeArrowheads="1"/>
              </p:cNvSpPr>
              <p:nvPr/>
            </p:nvSpPr>
            <p:spPr bwMode="auto">
              <a:xfrm>
                <a:off x="6546" y="3482"/>
                <a:ext cx="98" cy="19"/>
              </a:xfrm>
              <a:prstGeom prst="rect">
                <a:avLst/>
              </a:prstGeom>
              <a:solidFill>
                <a:schemeClr val="bg1"/>
              </a:solidFill>
              <a:ln w="15875" cap="sq">
                <a:solidFill>
                  <a:schemeClr val="tx2"/>
                </a:solid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grpSp>
      </p:grpSp>
      <p:cxnSp>
        <p:nvCxnSpPr>
          <p:cNvPr id="148" name="On-premise node 1 line"/>
          <p:cNvCxnSpPr/>
          <p:nvPr/>
        </p:nvCxnSpPr>
        <p:spPr>
          <a:xfrm>
            <a:off x="1819216" y="1125357"/>
            <a:ext cx="257400" cy="251903"/>
          </a:xfrm>
          <a:prstGeom prst="line">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78" name="Group 77"/>
          <p:cNvGrpSpPr/>
          <p:nvPr/>
        </p:nvGrpSpPr>
        <p:grpSpPr>
          <a:xfrm>
            <a:off x="1905268" y="1225268"/>
            <a:ext cx="652978" cy="635524"/>
            <a:chOff x="1943472" y="1249340"/>
            <a:chExt cx="666072" cy="648268"/>
          </a:xfrm>
        </p:grpSpPr>
        <p:sp>
          <p:nvSpPr>
            <p:cNvPr id="15" name="Vehicle circle"/>
            <p:cNvSpPr/>
            <p:nvPr/>
          </p:nvSpPr>
          <p:spPr bwMode="auto">
            <a:xfrm>
              <a:off x="1943472" y="1249340"/>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grpSp>
          <p:nvGrpSpPr>
            <p:cNvPr id="76" name="User Accts Icon"/>
            <p:cNvGrpSpPr/>
            <p:nvPr/>
          </p:nvGrpSpPr>
          <p:grpSpPr>
            <a:xfrm>
              <a:off x="1961276" y="1249340"/>
              <a:ext cx="648268" cy="648268"/>
              <a:chOff x="1961276" y="1249340"/>
              <a:chExt cx="648268" cy="648268"/>
            </a:xfrm>
          </p:grpSpPr>
          <p:sp>
            <p:nvSpPr>
              <p:cNvPr id="252" name="Vehicle circle"/>
              <p:cNvSpPr/>
              <p:nvPr/>
            </p:nvSpPr>
            <p:spPr bwMode="auto">
              <a:xfrm>
                <a:off x="1961276" y="1249340"/>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grpSp>
            <p:nvGrpSpPr>
              <p:cNvPr id="320" name="Group 319"/>
              <p:cNvGrpSpPr/>
              <p:nvPr/>
            </p:nvGrpSpPr>
            <p:grpSpPr>
              <a:xfrm>
                <a:off x="2053551" y="1423772"/>
                <a:ext cx="328114" cy="282264"/>
                <a:chOff x="7842406" y="2300265"/>
                <a:chExt cx="363538" cy="312738"/>
              </a:xfrm>
            </p:grpSpPr>
            <p:sp>
              <p:nvSpPr>
                <p:cNvPr id="321" name="Oval 113"/>
                <p:cNvSpPr>
                  <a:spLocks noChangeArrowheads="1"/>
                </p:cNvSpPr>
                <p:nvPr/>
              </p:nvSpPr>
              <p:spPr bwMode="auto">
                <a:xfrm>
                  <a:off x="7901144" y="2303440"/>
                  <a:ext cx="168275" cy="165100"/>
                </a:xfrm>
                <a:prstGeom prst="ellipse">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322" name="Freeform 114"/>
                <p:cNvSpPr>
                  <a:spLocks/>
                </p:cNvSpPr>
                <p:nvPr/>
              </p:nvSpPr>
              <p:spPr bwMode="auto">
                <a:xfrm>
                  <a:off x="7842406" y="2471715"/>
                  <a:ext cx="284163" cy="141288"/>
                </a:xfrm>
                <a:custGeom>
                  <a:avLst/>
                  <a:gdLst>
                    <a:gd name="T0" fmla="*/ 0 w 83"/>
                    <a:gd name="T1" fmla="*/ 41 h 41"/>
                    <a:gd name="T2" fmla="*/ 41 w 83"/>
                    <a:gd name="T3" fmla="*/ 0 h 41"/>
                    <a:gd name="T4" fmla="*/ 83 w 83"/>
                    <a:gd name="T5" fmla="*/ 41 h 41"/>
                  </a:gdLst>
                  <a:ahLst/>
                  <a:cxnLst>
                    <a:cxn ang="0">
                      <a:pos x="T0" y="T1"/>
                    </a:cxn>
                    <a:cxn ang="0">
                      <a:pos x="T2" y="T3"/>
                    </a:cxn>
                    <a:cxn ang="0">
                      <a:pos x="T4" y="T5"/>
                    </a:cxn>
                  </a:cxnLst>
                  <a:rect l="0" t="0" r="r" b="b"/>
                  <a:pathLst>
                    <a:path w="83" h="41">
                      <a:moveTo>
                        <a:pt x="0" y="41"/>
                      </a:moveTo>
                      <a:cubicBezTo>
                        <a:pt x="0" y="18"/>
                        <a:pt x="19" y="0"/>
                        <a:pt x="41" y="0"/>
                      </a:cubicBezTo>
                      <a:cubicBezTo>
                        <a:pt x="64" y="0"/>
                        <a:pt x="83" y="18"/>
                        <a:pt x="83" y="41"/>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323" name="Line 115"/>
                <p:cNvSpPr>
                  <a:spLocks noChangeShapeType="1"/>
                </p:cNvSpPr>
                <p:nvPr/>
              </p:nvSpPr>
              <p:spPr bwMode="auto">
                <a:xfrm>
                  <a:off x="8205944" y="2300265"/>
                  <a:ext cx="0"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grpSp>
        </p:grpSp>
        <p:grpSp>
          <p:nvGrpSpPr>
            <p:cNvPr id="395" name="Group 41"/>
            <p:cNvGrpSpPr>
              <a:grpSpLocks noChangeAspect="1"/>
            </p:cNvGrpSpPr>
            <p:nvPr/>
          </p:nvGrpSpPr>
          <p:grpSpPr bwMode="auto">
            <a:xfrm>
              <a:off x="2323634" y="1422144"/>
              <a:ext cx="161867" cy="114991"/>
              <a:chOff x="4173" y="1205"/>
              <a:chExt cx="277" cy="214"/>
            </a:xfrm>
          </p:grpSpPr>
          <p:sp>
            <p:nvSpPr>
              <p:cNvPr id="396" name="AutoShape 40"/>
              <p:cNvSpPr>
                <a:spLocks noChangeAspect="1" noChangeArrowheads="1" noTextEdit="1"/>
              </p:cNvSpPr>
              <p:nvPr/>
            </p:nvSpPr>
            <p:spPr bwMode="auto">
              <a:xfrm>
                <a:off x="4173" y="1207"/>
                <a:ext cx="277" cy="2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397" name="Freeform 42"/>
              <p:cNvSpPr>
                <a:spLocks noEditPoints="1"/>
              </p:cNvSpPr>
              <p:nvPr/>
            </p:nvSpPr>
            <p:spPr bwMode="auto">
              <a:xfrm>
                <a:off x="4175" y="1205"/>
                <a:ext cx="273" cy="214"/>
              </a:xfrm>
              <a:custGeom>
                <a:avLst/>
                <a:gdLst>
                  <a:gd name="T0" fmla="*/ 20 w 273"/>
                  <a:gd name="T1" fmla="*/ 0 h 214"/>
                  <a:gd name="T2" fmla="*/ 0 w 273"/>
                  <a:gd name="T3" fmla="*/ 0 h 214"/>
                  <a:gd name="T4" fmla="*/ 0 w 273"/>
                  <a:gd name="T5" fmla="*/ 214 h 214"/>
                  <a:gd name="T6" fmla="*/ 273 w 273"/>
                  <a:gd name="T7" fmla="*/ 214 h 214"/>
                  <a:gd name="T8" fmla="*/ 273 w 273"/>
                  <a:gd name="T9" fmla="*/ 0 h 214"/>
                  <a:gd name="T10" fmla="*/ 39 w 273"/>
                  <a:gd name="T11" fmla="*/ 0 h 214"/>
                  <a:gd name="T12" fmla="*/ 20 w 273"/>
                  <a:gd name="T13" fmla="*/ 0 h 214"/>
                  <a:gd name="T14" fmla="*/ 253 w 273"/>
                  <a:gd name="T15" fmla="*/ 19 h 214"/>
                  <a:gd name="T16" fmla="*/ 253 w 273"/>
                  <a:gd name="T17" fmla="*/ 39 h 214"/>
                  <a:gd name="T18" fmla="*/ 20 w 273"/>
                  <a:gd name="T19" fmla="*/ 39 h 214"/>
                  <a:gd name="T20" fmla="*/ 20 w 273"/>
                  <a:gd name="T21" fmla="*/ 19 h 214"/>
                  <a:gd name="T22" fmla="*/ 253 w 273"/>
                  <a:gd name="T23" fmla="*/ 19 h 214"/>
                  <a:gd name="T24" fmla="*/ 20 w 273"/>
                  <a:gd name="T25" fmla="*/ 194 h 214"/>
                  <a:gd name="T26" fmla="*/ 20 w 273"/>
                  <a:gd name="T27" fmla="*/ 58 h 214"/>
                  <a:gd name="T28" fmla="*/ 253 w 273"/>
                  <a:gd name="T29" fmla="*/ 58 h 214"/>
                  <a:gd name="T30" fmla="*/ 253 w 273"/>
                  <a:gd name="T31" fmla="*/ 194 h 214"/>
                  <a:gd name="T32" fmla="*/ 20 w 273"/>
                  <a:gd name="T33" fmla="*/ 19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3" h="214">
                    <a:moveTo>
                      <a:pt x="20" y="0"/>
                    </a:moveTo>
                    <a:lnTo>
                      <a:pt x="0" y="0"/>
                    </a:lnTo>
                    <a:lnTo>
                      <a:pt x="0" y="214"/>
                    </a:lnTo>
                    <a:lnTo>
                      <a:pt x="273" y="214"/>
                    </a:lnTo>
                    <a:lnTo>
                      <a:pt x="273" y="0"/>
                    </a:lnTo>
                    <a:lnTo>
                      <a:pt x="39" y="0"/>
                    </a:lnTo>
                    <a:lnTo>
                      <a:pt x="20" y="0"/>
                    </a:lnTo>
                    <a:close/>
                    <a:moveTo>
                      <a:pt x="253" y="19"/>
                    </a:moveTo>
                    <a:lnTo>
                      <a:pt x="253" y="39"/>
                    </a:lnTo>
                    <a:lnTo>
                      <a:pt x="20" y="39"/>
                    </a:lnTo>
                    <a:lnTo>
                      <a:pt x="20" y="19"/>
                    </a:lnTo>
                    <a:lnTo>
                      <a:pt x="253" y="19"/>
                    </a:lnTo>
                    <a:close/>
                    <a:moveTo>
                      <a:pt x="20" y="194"/>
                    </a:moveTo>
                    <a:lnTo>
                      <a:pt x="20" y="58"/>
                    </a:lnTo>
                    <a:lnTo>
                      <a:pt x="253" y="58"/>
                    </a:lnTo>
                    <a:lnTo>
                      <a:pt x="253" y="194"/>
                    </a:lnTo>
                    <a:lnTo>
                      <a:pt x="20" y="194"/>
                    </a:lnTo>
                    <a:close/>
                  </a:path>
                </a:pathLst>
              </a:custGeom>
              <a:solidFill>
                <a:schemeClr val="bg1"/>
              </a:solidFill>
              <a:ln w="15875" cap="sq">
                <a:no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398" name="Freeform 43"/>
              <p:cNvSpPr>
                <a:spLocks noEditPoints="1"/>
              </p:cNvSpPr>
              <p:nvPr/>
            </p:nvSpPr>
            <p:spPr bwMode="auto">
              <a:xfrm>
                <a:off x="4175" y="1205"/>
                <a:ext cx="273" cy="214"/>
              </a:xfrm>
              <a:custGeom>
                <a:avLst/>
                <a:gdLst>
                  <a:gd name="T0" fmla="*/ 20 w 273"/>
                  <a:gd name="T1" fmla="*/ 0 h 214"/>
                  <a:gd name="T2" fmla="*/ 0 w 273"/>
                  <a:gd name="T3" fmla="*/ 0 h 214"/>
                  <a:gd name="T4" fmla="*/ 0 w 273"/>
                  <a:gd name="T5" fmla="*/ 214 h 214"/>
                  <a:gd name="T6" fmla="*/ 273 w 273"/>
                  <a:gd name="T7" fmla="*/ 214 h 214"/>
                  <a:gd name="T8" fmla="*/ 273 w 273"/>
                  <a:gd name="T9" fmla="*/ 0 h 214"/>
                  <a:gd name="T10" fmla="*/ 39 w 273"/>
                  <a:gd name="T11" fmla="*/ 0 h 214"/>
                  <a:gd name="T12" fmla="*/ 253 w 273"/>
                  <a:gd name="T13" fmla="*/ 19 h 214"/>
                  <a:gd name="T14" fmla="*/ 253 w 273"/>
                  <a:gd name="T15" fmla="*/ 39 h 214"/>
                  <a:gd name="T16" fmla="*/ 20 w 273"/>
                  <a:gd name="T17" fmla="*/ 39 h 214"/>
                  <a:gd name="T18" fmla="*/ 20 w 273"/>
                  <a:gd name="T19" fmla="*/ 19 h 214"/>
                  <a:gd name="T20" fmla="*/ 253 w 273"/>
                  <a:gd name="T21" fmla="*/ 19 h 214"/>
                  <a:gd name="T22" fmla="*/ 20 w 273"/>
                  <a:gd name="T23" fmla="*/ 194 h 214"/>
                  <a:gd name="T24" fmla="*/ 20 w 273"/>
                  <a:gd name="T25" fmla="*/ 58 h 214"/>
                  <a:gd name="T26" fmla="*/ 253 w 273"/>
                  <a:gd name="T27" fmla="*/ 58 h 214"/>
                  <a:gd name="T28" fmla="*/ 253 w 273"/>
                  <a:gd name="T29" fmla="*/ 194 h 214"/>
                  <a:gd name="T30" fmla="*/ 20 w 273"/>
                  <a:gd name="T31" fmla="*/ 19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3" h="214">
                    <a:moveTo>
                      <a:pt x="20" y="0"/>
                    </a:moveTo>
                    <a:lnTo>
                      <a:pt x="0" y="0"/>
                    </a:lnTo>
                    <a:lnTo>
                      <a:pt x="0" y="214"/>
                    </a:lnTo>
                    <a:lnTo>
                      <a:pt x="273" y="214"/>
                    </a:lnTo>
                    <a:lnTo>
                      <a:pt x="273" y="0"/>
                    </a:lnTo>
                    <a:lnTo>
                      <a:pt x="39" y="0"/>
                    </a:lnTo>
                    <a:moveTo>
                      <a:pt x="253" y="19"/>
                    </a:moveTo>
                    <a:lnTo>
                      <a:pt x="253" y="39"/>
                    </a:lnTo>
                    <a:lnTo>
                      <a:pt x="20" y="39"/>
                    </a:lnTo>
                    <a:lnTo>
                      <a:pt x="20" y="19"/>
                    </a:lnTo>
                    <a:lnTo>
                      <a:pt x="253" y="19"/>
                    </a:lnTo>
                    <a:moveTo>
                      <a:pt x="20" y="194"/>
                    </a:moveTo>
                    <a:lnTo>
                      <a:pt x="20" y="58"/>
                    </a:lnTo>
                    <a:lnTo>
                      <a:pt x="253" y="58"/>
                    </a:lnTo>
                    <a:lnTo>
                      <a:pt x="253" y="194"/>
                    </a:lnTo>
                    <a:lnTo>
                      <a:pt x="20" y="194"/>
                    </a:lnTo>
                  </a:path>
                </a:pathLst>
              </a:custGeom>
              <a:noFill/>
              <a:ln w="9525">
                <a:noFill/>
                <a:round/>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grpSp>
      </p:grpSp>
      <p:grpSp>
        <p:nvGrpSpPr>
          <p:cNvPr id="72" name="Group 71"/>
          <p:cNvGrpSpPr/>
          <p:nvPr/>
        </p:nvGrpSpPr>
        <p:grpSpPr>
          <a:xfrm>
            <a:off x="4905989" y="4351604"/>
            <a:ext cx="635524" cy="635524"/>
            <a:chOff x="5004364" y="4438366"/>
            <a:chExt cx="648268" cy="648268"/>
          </a:xfrm>
        </p:grpSpPr>
        <p:sp>
          <p:nvSpPr>
            <p:cNvPr id="10" name="Marketplace"/>
            <p:cNvSpPr/>
            <p:nvPr/>
          </p:nvSpPr>
          <p:spPr bwMode="auto">
            <a:xfrm>
              <a:off x="5004364" y="4438366"/>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grpSp>
          <p:nvGrpSpPr>
            <p:cNvPr id="413" name="Group 78"/>
            <p:cNvGrpSpPr>
              <a:grpSpLocks noChangeAspect="1"/>
            </p:cNvGrpSpPr>
            <p:nvPr/>
          </p:nvGrpSpPr>
          <p:grpSpPr bwMode="auto">
            <a:xfrm>
              <a:off x="5168945" y="4631186"/>
              <a:ext cx="268818" cy="269745"/>
              <a:chOff x="3518" y="2869"/>
              <a:chExt cx="290" cy="291"/>
            </a:xfrm>
            <a:solidFill>
              <a:schemeClr val="bg1"/>
            </a:solidFill>
          </p:grpSpPr>
          <p:sp>
            <p:nvSpPr>
              <p:cNvPr id="415" name="Rectangle 79"/>
              <p:cNvSpPr>
                <a:spLocks noChangeArrowheads="1"/>
              </p:cNvSpPr>
              <p:nvPr/>
            </p:nvSpPr>
            <p:spPr bwMode="auto">
              <a:xfrm>
                <a:off x="3518" y="3102"/>
                <a:ext cx="19" cy="58"/>
              </a:xfrm>
              <a:prstGeom prst="rect">
                <a:avLst/>
              </a:prstGeom>
              <a:grpFill/>
              <a:ln w="12700" cap="sq">
                <a:no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416" name="Rectangle 80"/>
              <p:cNvSpPr>
                <a:spLocks noChangeArrowheads="1"/>
              </p:cNvSpPr>
              <p:nvPr/>
            </p:nvSpPr>
            <p:spPr bwMode="auto">
              <a:xfrm>
                <a:off x="3586" y="3044"/>
                <a:ext cx="19" cy="116"/>
              </a:xfrm>
              <a:prstGeom prst="rect">
                <a:avLst/>
              </a:prstGeom>
              <a:grpFill/>
              <a:ln w="12700" cap="sq">
                <a:no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417" name="Rectangle 81"/>
              <p:cNvSpPr>
                <a:spLocks noChangeArrowheads="1"/>
              </p:cNvSpPr>
              <p:nvPr/>
            </p:nvSpPr>
            <p:spPr bwMode="auto">
              <a:xfrm>
                <a:off x="3653" y="2985"/>
                <a:ext cx="20" cy="175"/>
              </a:xfrm>
              <a:prstGeom prst="rect">
                <a:avLst/>
              </a:prstGeom>
              <a:grpFill/>
              <a:ln w="12700" cap="sq">
                <a:no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418" name="Rectangle 82"/>
              <p:cNvSpPr>
                <a:spLocks noChangeArrowheads="1"/>
              </p:cNvSpPr>
              <p:nvPr/>
            </p:nvSpPr>
            <p:spPr bwMode="auto">
              <a:xfrm>
                <a:off x="3721" y="2927"/>
                <a:ext cx="19" cy="233"/>
              </a:xfrm>
              <a:prstGeom prst="rect">
                <a:avLst/>
              </a:prstGeom>
              <a:grpFill/>
              <a:ln w="12700" cap="sq">
                <a:no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419" name="Rectangle 83"/>
              <p:cNvSpPr>
                <a:spLocks noChangeArrowheads="1"/>
              </p:cNvSpPr>
              <p:nvPr/>
            </p:nvSpPr>
            <p:spPr bwMode="auto">
              <a:xfrm>
                <a:off x="3789" y="2869"/>
                <a:ext cx="19" cy="291"/>
              </a:xfrm>
              <a:prstGeom prst="rect">
                <a:avLst/>
              </a:prstGeom>
              <a:grpFill/>
              <a:ln w="12700" cap="sq">
                <a:no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grpSp>
      </p:grpSp>
      <p:grpSp>
        <p:nvGrpSpPr>
          <p:cNvPr id="44" name="Malware Icon"/>
          <p:cNvGrpSpPr/>
          <p:nvPr/>
        </p:nvGrpSpPr>
        <p:grpSpPr>
          <a:xfrm>
            <a:off x="6349731" y="1727748"/>
            <a:ext cx="635524" cy="635524"/>
            <a:chOff x="6477056" y="1761896"/>
            <a:chExt cx="648268" cy="648268"/>
          </a:xfrm>
        </p:grpSpPr>
        <p:sp>
          <p:nvSpPr>
            <p:cNvPr id="4" name="Cloud circle"/>
            <p:cNvSpPr/>
            <p:nvPr/>
          </p:nvSpPr>
          <p:spPr bwMode="auto">
            <a:xfrm>
              <a:off x="6477056" y="1761896"/>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grpSp>
          <p:nvGrpSpPr>
            <p:cNvPr id="17" name="Group 4"/>
            <p:cNvGrpSpPr>
              <a:grpSpLocks noChangeAspect="1"/>
            </p:cNvGrpSpPr>
            <p:nvPr/>
          </p:nvGrpSpPr>
          <p:grpSpPr bwMode="auto">
            <a:xfrm>
              <a:off x="6641152" y="1938984"/>
              <a:ext cx="324462" cy="301798"/>
              <a:chOff x="3731" y="1282"/>
              <a:chExt cx="272" cy="253"/>
            </a:xfrm>
          </p:grpSpPr>
          <p:sp>
            <p:nvSpPr>
              <p:cNvPr id="19" name="Freeform 5"/>
              <p:cNvSpPr>
                <a:spLocks/>
              </p:cNvSpPr>
              <p:nvPr/>
            </p:nvSpPr>
            <p:spPr bwMode="auto">
              <a:xfrm>
                <a:off x="3731" y="1302"/>
                <a:ext cx="272" cy="233"/>
              </a:xfrm>
              <a:custGeom>
                <a:avLst/>
                <a:gdLst>
                  <a:gd name="T0" fmla="*/ 272 w 272"/>
                  <a:gd name="T1" fmla="*/ 19 h 233"/>
                  <a:gd name="T2" fmla="*/ 272 w 272"/>
                  <a:gd name="T3" fmla="*/ 10 h 233"/>
                  <a:gd name="T4" fmla="*/ 272 w 272"/>
                  <a:gd name="T5" fmla="*/ 0 h 233"/>
                  <a:gd name="T6" fmla="*/ 117 w 272"/>
                  <a:gd name="T7" fmla="*/ 0 h 233"/>
                  <a:gd name="T8" fmla="*/ 117 w 272"/>
                  <a:gd name="T9" fmla="*/ 19 h 233"/>
                  <a:gd name="T10" fmla="*/ 252 w 272"/>
                  <a:gd name="T11" fmla="*/ 19 h 233"/>
                  <a:gd name="T12" fmla="*/ 252 w 272"/>
                  <a:gd name="T13" fmla="*/ 58 h 233"/>
                  <a:gd name="T14" fmla="*/ 117 w 272"/>
                  <a:gd name="T15" fmla="*/ 58 h 233"/>
                  <a:gd name="T16" fmla="*/ 117 w 272"/>
                  <a:gd name="T17" fmla="*/ 78 h 233"/>
                  <a:gd name="T18" fmla="*/ 252 w 272"/>
                  <a:gd name="T19" fmla="*/ 78 h 233"/>
                  <a:gd name="T20" fmla="*/ 252 w 272"/>
                  <a:gd name="T21" fmla="*/ 214 h 233"/>
                  <a:gd name="T22" fmla="*/ 20 w 272"/>
                  <a:gd name="T23" fmla="*/ 214 h 233"/>
                  <a:gd name="T24" fmla="*/ 20 w 272"/>
                  <a:gd name="T25" fmla="*/ 78 h 233"/>
                  <a:gd name="T26" fmla="*/ 59 w 272"/>
                  <a:gd name="T27" fmla="*/ 78 h 233"/>
                  <a:gd name="T28" fmla="*/ 59 w 272"/>
                  <a:gd name="T29" fmla="*/ 58 h 233"/>
                  <a:gd name="T30" fmla="*/ 20 w 272"/>
                  <a:gd name="T31" fmla="*/ 58 h 233"/>
                  <a:gd name="T32" fmla="*/ 20 w 272"/>
                  <a:gd name="T33" fmla="*/ 19 h 233"/>
                  <a:gd name="T34" fmla="*/ 59 w 272"/>
                  <a:gd name="T35" fmla="*/ 19 h 233"/>
                  <a:gd name="T36" fmla="*/ 59 w 272"/>
                  <a:gd name="T37" fmla="*/ 0 h 233"/>
                  <a:gd name="T38" fmla="*/ 0 w 272"/>
                  <a:gd name="T39" fmla="*/ 0 h 233"/>
                  <a:gd name="T40" fmla="*/ 0 w 272"/>
                  <a:gd name="T41" fmla="*/ 10 h 233"/>
                  <a:gd name="T42" fmla="*/ 0 w 272"/>
                  <a:gd name="T43" fmla="*/ 19 h 233"/>
                  <a:gd name="T44" fmla="*/ 0 w 272"/>
                  <a:gd name="T45" fmla="*/ 214 h 233"/>
                  <a:gd name="T46" fmla="*/ 0 w 272"/>
                  <a:gd name="T47" fmla="*/ 224 h 233"/>
                  <a:gd name="T48" fmla="*/ 0 w 272"/>
                  <a:gd name="T49" fmla="*/ 233 h 233"/>
                  <a:gd name="T50" fmla="*/ 252 w 272"/>
                  <a:gd name="T51" fmla="*/ 233 h 233"/>
                  <a:gd name="T52" fmla="*/ 262 w 272"/>
                  <a:gd name="T53" fmla="*/ 233 h 233"/>
                  <a:gd name="T54" fmla="*/ 272 w 272"/>
                  <a:gd name="T55" fmla="*/ 233 h 233"/>
                  <a:gd name="T56" fmla="*/ 272 w 272"/>
                  <a:gd name="T57" fmla="*/ 1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2" h="233">
                    <a:moveTo>
                      <a:pt x="272" y="19"/>
                    </a:moveTo>
                    <a:lnTo>
                      <a:pt x="272" y="10"/>
                    </a:lnTo>
                    <a:lnTo>
                      <a:pt x="272" y="0"/>
                    </a:lnTo>
                    <a:lnTo>
                      <a:pt x="117" y="0"/>
                    </a:lnTo>
                    <a:lnTo>
                      <a:pt x="117" y="19"/>
                    </a:lnTo>
                    <a:lnTo>
                      <a:pt x="252" y="19"/>
                    </a:lnTo>
                    <a:lnTo>
                      <a:pt x="252" y="58"/>
                    </a:lnTo>
                    <a:lnTo>
                      <a:pt x="117" y="58"/>
                    </a:lnTo>
                    <a:lnTo>
                      <a:pt x="117" y="78"/>
                    </a:lnTo>
                    <a:lnTo>
                      <a:pt x="252" y="78"/>
                    </a:lnTo>
                    <a:lnTo>
                      <a:pt x="252" y="214"/>
                    </a:lnTo>
                    <a:lnTo>
                      <a:pt x="20" y="214"/>
                    </a:lnTo>
                    <a:lnTo>
                      <a:pt x="20" y="78"/>
                    </a:lnTo>
                    <a:lnTo>
                      <a:pt x="59" y="78"/>
                    </a:lnTo>
                    <a:lnTo>
                      <a:pt x="59" y="58"/>
                    </a:lnTo>
                    <a:lnTo>
                      <a:pt x="20" y="58"/>
                    </a:lnTo>
                    <a:lnTo>
                      <a:pt x="20" y="19"/>
                    </a:lnTo>
                    <a:lnTo>
                      <a:pt x="59" y="19"/>
                    </a:lnTo>
                    <a:lnTo>
                      <a:pt x="59" y="0"/>
                    </a:lnTo>
                    <a:lnTo>
                      <a:pt x="0" y="0"/>
                    </a:lnTo>
                    <a:lnTo>
                      <a:pt x="0" y="10"/>
                    </a:lnTo>
                    <a:lnTo>
                      <a:pt x="0" y="19"/>
                    </a:lnTo>
                    <a:lnTo>
                      <a:pt x="0" y="214"/>
                    </a:lnTo>
                    <a:lnTo>
                      <a:pt x="0" y="224"/>
                    </a:lnTo>
                    <a:lnTo>
                      <a:pt x="0" y="233"/>
                    </a:lnTo>
                    <a:lnTo>
                      <a:pt x="252" y="233"/>
                    </a:lnTo>
                    <a:lnTo>
                      <a:pt x="262" y="233"/>
                    </a:lnTo>
                    <a:lnTo>
                      <a:pt x="272" y="233"/>
                    </a:lnTo>
                    <a:lnTo>
                      <a:pt x="272" y="19"/>
                    </a:lnTo>
                    <a:close/>
                  </a:path>
                </a:pathLst>
              </a:custGeom>
              <a:solidFill>
                <a:schemeClr val="bg1"/>
              </a:solidFill>
              <a:ln w="15875" cap="sq">
                <a:solidFill>
                  <a:schemeClr val="tx2"/>
                </a:solid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20" name="Oval 6"/>
              <p:cNvSpPr>
                <a:spLocks noChangeArrowheads="1"/>
              </p:cNvSpPr>
              <p:nvPr/>
            </p:nvSpPr>
            <p:spPr bwMode="auto">
              <a:xfrm>
                <a:off x="3944" y="1331"/>
                <a:ext cx="20" cy="20"/>
              </a:xfrm>
              <a:prstGeom prst="ellipse">
                <a:avLst/>
              </a:prstGeom>
              <a:solidFill>
                <a:schemeClr val="bg1"/>
              </a:solidFill>
              <a:ln w="15875" cap="sq">
                <a:solidFill>
                  <a:schemeClr val="tx2"/>
                </a:solid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21" name="Oval 7"/>
              <p:cNvSpPr>
                <a:spLocks noChangeArrowheads="1"/>
              </p:cNvSpPr>
              <p:nvPr/>
            </p:nvSpPr>
            <p:spPr bwMode="auto">
              <a:xfrm>
                <a:off x="3915" y="1331"/>
                <a:ext cx="20" cy="20"/>
              </a:xfrm>
              <a:prstGeom prst="ellipse">
                <a:avLst/>
              </a:prstGeom>
              <a:solidFill>
                <a:schemeClr val="bg1"/>
              </a:solidFill>
              <a:ln w="15875" cap="sq">
                <a:solidFill>
                  <a:schemeClr val="tx2"/>
                </a:solid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22" name="Oval 8"/>
              <p:cNvSpPr>
                <a:spLocks noChangeArrowheads="1"/>
              </p:cNvSpPr>
              <p:nvPr/>
            </p:nvSpPr>
            <p:spPr bwMode="auto">
              <a:xfrm>
                <a:off x="3886" y="1331"/>
                <a:ext cx="20" cy="20"/>
              </a:xfrm>
              <a:prstGeom prst="ellipse">
                <a:avLst/>
              </a:prstGeom>
              <a:solidFill>
                <a:schemeClr val="bg1"/>
              </a:solidFill>
              <a:ln w="15875" cap="sq">
                <a:solidFill>
                  <a:schemeClr val="tx2"/>
                </a:solid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sp>
            <p:nvSpPr>
              <p:cNvPr id="23" name="Freeform 9"/>
              <p:cNvSpPr>
                <a:spLocks/>
              </p:cNvSpPr>
              <p:nvPr/>
            </p:nvSpPr>
            <p:spPr bwMode="auto">
              <a:xfrm>
                <a:off x="3773" y="1282"/>
                <a:ext cx="92" cy="210"/>
              </a:xfrm>
              <a:custGeom>
                <a:avLst/>
                <a:gdLst>
                  <a:gd name="T0" fmla="*/ 36 w 92"/>
                  <a:gd name="T1" fmla="*/ 0 h 210"/>
                  <a:gd name="T2" fmla="*/ 36 w 92"/>
                  <a:gd name="T3" fmla="*/ 171 h 210"/>
                  <a:gd name="T4" fmla="*/ 14 w 92"/>
                  <a:gd name="T5" fmla="*/ 149 h 210"/>
                  <a:gd name="T6" fmla="*/ 0 w 92"/>
                  <a:gd name="T7" fmla="*/ 163 h 210"/>
                  <a:gd name="T8" fmla="*/ 46 w 92"/>
                  <a:gd name="T9" fmla="*/ 210 h 210"/>
                  <a:gd name="T10" fmla="*/ 92 w 92"/>
                  <a:gd name="T11" fmla="*/ 163 h 210"/>
                  <a:gd name="T12" fmla="*/ 77 w 92"/>
                  <a:gd name="T13" fmla="*/ 149 h 210"/>
                  <a:gd name="T14" fmla="*/ 55 w 92"/>
                  <a:gd name="T15" fmla="*/ 171 h 210"/>
                  <a:gd name="T16" fmla="*/ 55 w 92"/>
                  <a:gd name="T17" fmla="*/ 0 h 210"/>
                  <a:gd name="T18" fmla="*/ 36 w 92"/>
                  <a:gd name="T19" fmla="*/ 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210">
                    <a:moveTo>
                      <a:pt x="36" y="0"/>
                    </a:moveTo>
                    <a:lnTo>
                      <a:pt x="36" y="171"/>
                    </a:lnTo>
                    <a:lnTo>
                      <a:pt x="14" y="149"/>
                    </a:lnTo>
                    <a:lnTo>
                      <a:pt x="0" y="163"/>
                    </a:lnTo>
                    <a:lnTo>
                      <a:pt x="46" y="210"/>
                    </a:lnTo>
                    <a:lnTo>
                      <a:pt x="92" y="163"/>
                    </a:lnTo>
                    <a:lnTo>
                      <a:pt x="77" y="149"/>
                    </a:lnTo>
                    <a:lnTo>
                      <a:pt x="55" y="171"/>
                    </a:lnTo>
                    <a:lnTo>
                      <a:pt x="55" y="0"/>
                    </a:lnTo>
                    <a:lnTo>
                      <a:pt x="36" y="0"/>
                    </a:lnTo>
                    <a:close/>
                  </a:path>
                </a:pathLst>
              </a:custGeom>
              <a:solidFill>
                <a:schemeClr val="bg1"/>
              </a:solidFill>
              <a:ln w="15875" cap="sq">
                <a:solidFill>
                  <a:schemeClr val="tx2"/>
                </a:solidFill>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a:ea typeface="+mn-ea"/>
                  <a:cs typeface="+mn-cs"/>
                </a:endParaRPr>
              </a:p>
            </p:txBody>
          </p:sp>
        </p:grpSp>
      </p:grpSp>
      <p:grpSp>
        <p:nvGrpSpPr>
          <p:cNvPr id="56" name="Unauthorized user icon"/>
          <p:cNvGrpSpPr/>
          <p:nvPr/>
        </p:nvGrpSpPr>
        <p:grpSpPr>
          <a:xfrm>
            <a:off x="8981990" y="1851477"/>
            <a:ext cx="635524" cy="635524"/>
            <a:chOff x="9162097" y="1888106"/>
            <a:chExt cx="648268" cy="648268"/>
          </a:xfrm>
        </p:grpSpPr>
        <p:sp>
          <p:nvSpPr>
            <p:cNvPr id="191" name="Partner circle"/>
            <p:cNvSpPr/>
            <p:nvPr/>
          </p:nvSpPr>
          <p:spPr bwMode="auto">
            <a:xfrm>
              <a:off x="9162097" y="1888106"/>
              <a:ext cx="648268" cy="648268"/>
            </a:xfrm>
            <a:prstGeom prst="ellipse">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grpSp>
          <p:nvGrpSpPr>
            <p:cNvPr id="48" name="Group 12"/>
            <p:cNvGrpSpPr>
              <a:grpSpLocks noChangeAspect="1"/>
            </p:cNvGrpSpPr>
            <p:nvPr/>
          </p:nvGrpSpPr>
          <p:grpSpPr bwMode="auto">
            <a:xfrm>
              <a:off x="9318571" y="2016505"/>
              <a:ext cx="293949" cy="391469"/>
              <a:chOff x="5689" y="1514"/>
              <a:chExt cx="211" cy="281"/>
            </a:xfrm>
          </p:grpSpPr>
          <p:sp>
            <p:nvSpPr>
              <p:cNvPr id="50" name="Freeform 13"/>
              <p:cNvSpPr>
                <a:spLocks/>
              </p:cNvSpPr>
              <p:nvPr/>
            </p:nvSpPr>
            <p:spPr bwMode="auto">
              <a:xfrm>
                <a:off x="5793" y="1514"/>
                <a:ext cx="34" cy="111"/>
              </a:xfrm>
              <a:custGeom>
                <a:avLst/>
                <a:gdLst>
                  <a:gd name="T0" fmla="*/ 14 w 14"/>
                  <a:gd name="T1" fmla="*/ 46 h 46"/>
                  <a:gd name="T2" fmla="*/ 14 w 14"/>
                  <a:gd name="T3" fmla="*/ 8 h 46"/>
                  <a:gd name="T4" fmla="*/ 7 w 14"/>
                  <a:gd name="T5" fmla="*/ 0 h 46"/>
                  <a:gd name="T6" fmla="*/ 0 w 14"/>
                  <a:gd name="T7" fmla="*/ 8 h 46"/>
                  <a:gd name="T8" fmla="*/ 0 w 14"/>
                  <a:gd name="T9" fmla="*/ 16 h 46"/>
                </a:gdLst>
                <a:ahLst/>
                <a:cxnLst>
                  <a:cxn ang="0">
                    <a:pos x="T0" y="T1"/>
                  </a:cxn>
                  <a:cxn ang="0">
                    <a:pos x="T2" y="T3"/>
                  </a:cxn>
                  <a:cxn ang="0">
                    <a:pos x="T4" y="T5"/>
                  </a:cxn>
                  <a:cxn ang="0">
                    <a:pos x="T6" y="T7"/>
                  </a:cxn>
                  <a:cxn ang="0">
                    <a:pos x="T8" y="T9"/>
                  </a:cxn>
                </a:cxnLst>
                <a:rect l="0" t="0" r="r" b="b"/>
                <a:pathLst>
                  <a:path w="14" h="46">
                    <a:moveTo>
                      <a:pt x="14" y="46"/>
                    </a:moveTo>
                    <a:cubicBezTo>
                      <a:pt x="14" y="8"/>
                      <a:pt x="14" y="8"/>
                      <a:pt x="14" y="8"/>
                    </a:cubicBezTo>
                    <a:cubicBezTo>
                      <a:pt x="14" y="4"/>
                      <a:pt x="11" y="0"/>
                      <a:pt x="7" y="0"/>
                    </a:cubicBezTo>
                    <a:cubicBezTo>
                      <a:pt x="3" y="0"/>
                      <a:pt x="0" y="4"/>
                      <a:pt x="0" y="8"/>
                    </a:cubicBezTo>
                    <a:cubicBezTo>
                      <a:pt x="0" y="16"/>
                      <a:pt x="0" y="16"/>
                      <a:pt x="0" y="16"/>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52" name="Freeform 14"/>
              <p:cNvSpPr>
                <a:spLocks/>
              </p:cNvSpPr>
              <p:nvPr/>
            </p:nvSpPr>
            <p:spPr bwMode="auto">
              <a:xfrm>
                <a:off x="5827" y="1533"/>
                <a:ext cx="36" cy="124"/>
              </a:xfrm>
              <a:custGeom>
                <a:avLst/>
                <a:gdLst>
                  <a:gd name="T0" fmla="*/ 15 w 15"/>
                  <a:gd name="T1" fmla="*/ 39 h 51"/>
                  <a:gd name="T2" fmla="*/ 15 w 15"/>
                  <a:gd name="T3" fmla="*/ 7 h 51"/>
                  <a:gd name="T4" fmla="*/ 8 w 15"/>
                  <a:gd name="T5" fmla="*/ 0 h 51"/>
                  <a:gd name="T6" fmla="*/ 0 w 15"/>
                  <a:gd name="T7" fmla="*/ 7 h 51"/>
                  <a:gd name="T8" fmla="*/ 0 w 15"/>
                  <a:gd name="T9" fmla="*/ 51 h 51"/>
                </a:gdLst>
                <a:ahLst/>
                <a:cxnLst>
                  <a:cxn ang="0">
                    <a:pos x="T0" y="T1"/>
                  </a:cxn>
                  <a:cxn ang="0">
                    <a:pos x="T2" y="T3"/>
                  </a:cxn>
                  <a:cxn ang="0">
                    <a:pos x="T4" y="T5"/>
                  </a:cxn>
                  <a:cxn ang="0">
                    <a:pos x="T6" y="T7"/>
                  </a:cxn>
                  <a:cxn ang="0">
                    <a:pos x="T8" y="T9"/>
                  </a:cxn>
                </a:cxnLst>
                <a:rect l="0" t="0" r="r" b="b"/>
                <a:pathLst>
                  <a:path w="15" h="51">
                    <a:moveTo>
                      <a:pt x="15" y="39"/>
                    </a:moveTo>
                    <a:cubicBezTo>
                      <a:pt x="15" y="7"/>
                      <a:pt x="15" y="7"/>
                      <a:pt x="15" y="7"/>
                    </a:cubicBezTo>
                    <a:cubicBezTo>
                      <a:pt x="15" y="3"/>
                      <a:pt x="12" y="0"/>
                      <a:pt x="8" y="0"/>
                    </a:cubicBezTo>
                    <a:cubicBezTo>
                      <a:pt x="4" y="0"/>
                      <a:pt x="0" y="3"/>
                      <a:pt x="0" y="7"/>
                    </a:cubicBezTo>
                    <a:cubicBezTo>
                      <a:pt x="0" y="51"/>
                      <a:pt x="0" y="51"/>
                      <a:pt x="0" y="51"/>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53" name="Freeform 15"/>
              <p:cNvSpPr>
                <a:spLocks/>
              </p:cNvSpPr>
              <p:nvPr/>
            </p:nvSpPr>
            <p:spPr bwMode="auto">
              <a:xfrm>
                <a:off x="5689" y="1533"/>
                <a:ext cx="211" cy="262"/>
              </a:xfrm>
              <a:custGeom>
                <a:avLst/>
                <a:gdLst>
                  <a:gd name="T0" fmla="*/ 72 w 87"/>
                  <a:gd name="T1" fmla="*/ 55 h 108"/>
                  <a:gd name="T2" fmla="*/ 72 w 87"/>
                  <a:gd name="T3" fmla="*/ 18 h 108"/>
                  <a:gd name="T4" fmla="*/ 79 w 87"/>
                  <a:gd name="T5" fmla="*/ 11 h 108"/>
                  <a:gd name="T6" fmla="*/ 87 w 87"/>
                  <a:gd name="T7" fmla="*/ 18 h 108"/>
                  <a:gd name="T8" fmla="*/ 87 w 87"/>
                  <a:gd name="T9" fmla="*/ 74 h 108"/>
                  <a:gd name="T10" fmla="*/ 57 w 87"/>
                  <a:gd name="T11" fmla="*/ 108 h 108"/>
                  <a:gd name="T12" fmla="*/ 22 w 87"/>
                  <a:gd name="T13" fmla="*/ 96 h 108"/>
                  <a:gd name="T14" fmla="*/ 9 w 87"/>
                  <a:gd name="T15" fmla="*/ 80 h 108"/>
                  <a:gd name="T16" fmla="*/ 1 w 87"/>
                  <a:gd name="T17" fmla="*/ 55 h 108"/>
                  <a:gd name="T18" fmla="*/ 18 w 87"/>
                  <a:gd name="T19" fmla="*/ 59 h 108"/>
                  <a:gd name="T20" fmla="*/ 27 w 87"/>
                  <a:gd name="T21" fmla="*/ 52 h 108"/>
                  <a:gd name="T22" fmla="*/ 27 w 87"/>
                  <a:gd name="T23" fmla="*/ 8 h 108"/>
                  <a:gd name="T24" fmla="*/ 35 w 87"/>
                  <a:gd name="T25" fmla="*/ 0 h 108"/>
                  <a:gd name="T26" fmla="*/ 43 w 87"/>
                  <a:gd name="T27" fmla="*/ 8 h 108"/>
                  <a:gd name="T28" fmla="*/ 43 w 87"/>
                  <a:gd name="T29" fmla="*/ 51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7" h="108">
                    <a:moveTo>
                      <a:pt x="72" y="55"/>
                    </a:moveTo>
                    <a:cubicBezTo>
                      <a:pt x="72" y="18"/>
                      <a:pt x="72" y="18"/>
                      <a:pt x="72" y="18"/>
                    </a:cubicBezTo>
                    <a:cubicBezTo>
                      <a:pt x="72" y="14"/>
                      <a:pt x="75" y="11"/>
                      <a:pt x="79" y="11"/>
                    </a:cubicBezTo>
                    <a:cubicBezTo>
                      <a:pt x="83" y="11"/>
                      <a:pt x="87" y="14"/>
                      <a:pt x="87" y="18"/>
                    </a:cubicBezTo>
                    <a:cubicBezTo>
                      <a:pt x="87" y="74"/>
                      <a:pt x="87" y="74"/>
                      <a:pt x="87" y="74"/>
                    </a:cubicBezTo>
                    <a:cubicBezTo>
                      <a:pt x="87" y="88"/>
                      <a:pt x="77" y="108"/>
                      <a:pt x="57" y="108"/>
                    </a:cubicBezTo>
                    <a:cubicBezTo>
                      <a:pt x="40" y="108"/>
                      <a:pt x="30" y="104"/>
                      <a:pt x="22" y="96"/>
                    </a:cubicBezTo>
                    <a:cubicBezTo>
                      <a:pt x="18" y="92"/>
                      <a:pt x="13" y="88"/>
                      <a:pt x="9" y="80"/>
                    </a:cubicBezTo>
                    <a:cubicBezTo>
                      <a:pt x="5" y="72"/>
                      <a:pt x="3" y="63"/>
                      <a:pt x="1" y="55"/>
                    </a:cubicBezTo>
                    <a:cubicBezTo>
                      <a:pt x="0" y="46"/>
                      <a:pt x="12" y="44"/>
                      <a:pt x="18" y="59"/>
                    </a:cubicBezTo>
                    <a:cubicBezTo>
                      <a:pt x="28" y="84"/>
                      <a:pt x="27" y="52"/>
                      <a:pt x="27" y="52"/>
                    </a:cubicBezTo>
                    <a:cubicBezTo>
                      <a:pt x="27" y="8"/>
                      <a:pt x="27" y="8"/>
                      <a:pt x="27" y="8"/>
                    </a:cubicBezTo>
                    <a:cubicBezTo>
                      <a:pt x="27" y="4"/>
                      <a:pt x="31" y="0"/>
                      <a:pt x="35" y="0"/>
                    </a:cubicBezTo>
                    <a:cubicBezTo>
                      <a:pt x="39" y="0"/>
                      <a:pt x="43" y="4"/>
                      <a:pt x="43" y="8"/>
                    </a:cubicBezTo>
                    <a:cubicBezTo>
                      <a:pt x="43" y="51"/>
                      <a:pt x="43" y="51"/>
                      <a:pt x="43" y="51"/>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505050"/>
                  </a:solidFill>
                  <a:effectLst/>
                  <a:uLnTx/>
                  <a:uFillTx/>
                  <a:latin typeface="Segoe UI Semilight"/>
                  <a:ea typeface="+mn-ea"/>
                  <a:cs typeface="+mn-cs"/>
                </a:endParaRPr>
              </a:p>
            </p:txBody>
          </p:sp>
        </p:grpSp>
      </p:grpSp>
    </p:spTree>
    <p:extLst>
      <p:ext uri="{BB962C8B-B14F-4D97-AF65-F5344CB8AC3E}">
        <p14:creationId xmlns:p14="http://schemas.microsoft.com/office/powerpoint/2010/main" val="3198184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130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1300"/>
                                  </p:stCondLst>
                                  <p:childTnLst>
                                    <p:set>
                                      <p:cBhvr>
                                        <p:cTn id="8" dur="1" fill="hold">
                                          <p:stCondLst>
                                            <p:cond delay="0"/>
                                          </p:stCondLst>
                                        </p:cTn>
                                        <p:tgtEl>
                                          <p:spTgt spid="5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799"/>
                                          </p:stCondLst>
                                        </p:cTn>
                                        <p:tgtEl>
                                          <p:spTgt spid="43"/>
                                        </p:tgtEl>
                                        <p:attrNameLst>
                                          <p:attrName>style.visibility</p:attrName>
                                        </p:attrNameLst>
                                      </p:cBhvr>
                                      <p:to>
                                        <p:strVal val="visible"/>
                                      </p:to>
                                    </p:set>
                                  </p:childTnLst>
                                </p:cTn>
                              </p:par>
                              <p:par>
                                <p:cTn id="11" presetID="6" presetClass="emph" presetSubtype="0" accel="100000" autoRev="1" fill="hold" nodeType="withEffect">
                                  <p:stCondLst>
                                    <p:cond delay="0"/>
                                  </p:stCondLst>
                                  <p:childTnLst>
                                    <p:animScale>
                                      <p:cBhvr>
                                        <p:cTn id="12" dur="800" fill="hold"/>
                                        <p:tgtEl>
                                          <p:spTgt spid="43"/>
                                        </p:tgtEl>
                                      </p:cBhvr>
                                      <p:by x="0" y="0"/>
                                    </p:animScale>
                                  </p:childTnLst>
                                </p:cTn>
                              </p:par>
                              <p:par>
                                <p:cTn id="13" presetID="10" presetClass="entr" presetSubtype="0" fill="hold" grpId="0" nodeType="withEffect">
                                  <p:stCondLst>
                                    <p:cond delay="1000"/>
                                  </p:stCondLst>
                                  <p:childTnLst>
                                    <p:set>
                                      <p:cBhvr>
                                        <p:cTn id="14" dur="1" fill="hold">
                                          <p:stCondLst>
                                            <p:cond delay="0"/>
                                          </p:stCondLst>
                                        </p:cTn>
                                        <p:tgtEl>
                                          <p:spTgt spid="262"/>
                                        </p:tgtEl>
                                        <p:attrNameLst>
                                          <p:attrName>style.visibility</p:attrName>
                                        </p:attrNameLst>
                                      </p:cBhvr>
                                      <p:to>
                                        <p:strVal val="visible"/>
                                      </p:to>
                                    </p:set>
                                    <p:animEffect transition="in" filter="fade">
                                      <p:cBhvr>
                                        <p:cTn id="15" dur="600"/>
                                        <p:tgtEl>
                                          <p:spTgt spid="262"/>
                                        </p:tgtEl>
                                      </p:cBhvr>
                                    </p:animEffect>
                                  </p:childTnLst>
                                </p:cTn>
                              </p:par>
                              <p:par>
                                <p:cTn id="16" presetID="35" presetClass="path" presetSubtype="0" decel="100000" fill="hold" grpId="1" nodeType="withEffect">
                                  <p:stCondLst>
                                    <p:cond delay="800"/>
                                  </p:stCondLst>
                                  <p:childTnLst>
                                    <p:animMotion origin="layout" path="M -0.05553 0.00023 L -1.70794E-6 0.00023 " pathEditMode="relative" rAng="0" ptsTypes="AA">
                                      <p:cBhvr>
                                        <p:cTn id="17" dur="800" fill="hold"/>
                                        <p:tgtEl>
                                          <p:spTgt spid="262"/>
                                        </p:tgtEl>
                                        <p:attrNameLst>
                                          <p:attrName>ppt_x</p:attrName>
                                          <p:attrName>ppt_y</p:attrName>
                                        </p:attrNameLst>
                                      </p:cBhvr>
                                      <p:rCtr x="2770" y="0"/>
                                    </p:animMotion>
                                  </p:childTnLst>
                                </p:cTn>
                              </p:par>
                              <p:par>
                                <p:cTn id="18" presetID="1" presetClass="entr" presetSubtype="0" fill="hold" nodeType="withEffect">
                                  <p:stCondLst>
                                    <p:cond delay="400"/>
                                  </p:stCondLst>
                                  <p:childTnLst>
                                    <p:set>
                                      <p:cBhvr>
                                        <p:cTn id="19" dur="1" fill="hold">
                                          <p:stCondLst>
                                            <p:cond delay="799"/>
                                          </p:stCondLst>
                                        </p:cTn>
                                        <p:tgtEl>
                                          <p:spTgt spid="44"/>
                                        </p:tgtEl>
                                        <p:attrNameLst>
                                          <p:attrName>style.visibility</p:attrName>
                                        </p:attrNameLst>
                                      </p:cBhvr>
                                      <p:to>
                                        <p:strVal val="visible"/>
                                      </p:to>
                                    </p:set>
                                  </p:childTnLst>
                                </p:cTn>
                              </p:par>
                              <p:par>
                                <p:cTn id="20" presetID="6" presetClass="emph" presetSubtype="0" accel="100000" autoRev="1" fill="hold" nodeType="withEffect">
                                  <p:stCondLst>
                                    <p:cond delay="400"/>
                                  </p:stCondLst>
                                  <p:childTnLst>
                                    <p:animScale>
                                      <p:cBhvr>
                                        <p:cTn id="21" dur="800" fill="hold"/>
                                        <p:tgtEl>
                                          <p:spTgt spid="44"/>
                                        </p:tgtEl>
                                      </p:cBhvr>
                                      <p:by x="0" y="0"/>
                                    </p:animScale>
                                  </p:childTnLst>
                                </p:cTn>
                              </p:par>
                              <p:par>
                                <p:cTn id="22" presetID="10" presetClass="entr" presetSubtype="0" fill="hold" grpId="0" nodeType="withEffect">
                                  <p:stCondLst>
                                    <p:cond delay="1400"/>
                                  </p:stCondLst>
                                  <p:childTnLst>
                                    <p:set>
                                      <p:cBhvr>
                                        <p:cTn id="23" dur="1" fill="hold">
                                          <p:stCondLst>
                                            <p:cond delay="0"/>
                                          </p:stCondLst>
                                        </p:cTn>
                                        <p:tgtEl>
                                          <p:spTgt spid="265"/>
                                        </p:tgtEl>
                                        <p:attrNameLst>
                                          <p:attrName>style.visibility</p:attrName>
                                        </p:attrNameLst>
                                      </p:cBhvr>
                                      <p:to>
                                        <p:strVal val="visible"/>
                                      </p:to>
                                    </p:set>
                                    <p:animEffect transition="in" filter="fade">
                                      <p:cBhvr>
                                        <p:cTn id="24" dur="600"/>
                                        <p:tgtEl>
                                          <p:spTgt spid="265"/>
                                        </p:tgtEl>
                                      </p:cBhvr>
                                    </p:animEffect>
                                  </p:childTnLst>
                                </p:cTn>
                              </p:par>
                              <p:par>
                                <p:cTn id="25" presetID="35" presetClass="path" presetSubtype="0" decel="100000" fill="hold" grpId="1" nodeType="withEffect">
                                  <p:stCondLst>
                                    <p:cond delay="1200"/>
                                  </p:stCondLst>
                                  <p:childTnLst>
                                    <p:animMotion origin="layout" path="M -0.05548 0.00024 L -2.22454E-6 0.00024 " pathEditMode="relative" rAng="0" ptsTypes="AA">
                                      <p:cBhvr>
                                        <p:cTn id="26" dur="800" fill="hold"/>
                                        <p:tgtEl>
                                          <p:spTgt spid="265"/>
                                        </p:tgtEl>
                                        <p:attrNameLst>
                                          <p:attrName>ppt_x</p:attrName>
                                          <p:attrName>ppt_y</p:attrName>
                                        </p:attrNameLst>
                                      </p:cBhvr>
                                      <p:rCtr x="2774" y="0"/>
                                    </p:animMotion>
                                  </p:childTnLst>
                                </p:cTn>
                              </p:par>
                              <p:par>
                                <p:cTn id="27" presetID="10" presetClass="entr" presetSubtype="0" fill="hold" nodeType="withEffect">
                                  <p:stCondLst>
                                    <p:cond delay="1200"/>
                                  </p:stCondLst>
                                  <p:childTnLst>
                                    <p:set>
                                      <p:cBhvr>
                                        <p:cTn id="28" dur="1" fill="hold">
                                          <p:stCondLst>
                                            <p:cond delay="0"/>
                                          </p:stCondLst>
                                        </p:cTn>
                                        <p:tgtEl>
                                          <p:spTgt spid="239"/>
                                        </p:tgtEl>
                                        <p:attrNameLst>
                                          <p:attrName>style.visibility</p:attrName>
                                        </p:attrNameLst>
                                      </p:cBhvr>
                                      <p:to>
                                        <p:strVal val="visible"/>
                                      </p:to>
                                    </p:set>
                                    <p:animEffect transition="in" filter="fade">
                                      <p:cBhvr>
                                        <p:cTn id="29" dur="800"/>
                                        <p:tgtEl>
                                          <p:spTgt spid="239"/>
                                        </p:tgtEl>
                                      </p:cBhvr>
                                    </p:animEffect>
                                  </p:childTnLst>
                                </p:cTn>
                              </p:par>
                              <p:par>
                                <p:cTn id="30" presetID="1" presetClass="entr" presetSubtype="0" fill="hold" nodeType="withEffect">
                                  <p:stCondLst>
                                    <p:cond delay="800"/>
                                  </p:stCondLst>
                                  <p:childTnLst>
                                    <p:set>
                                      <p:cBhvr>
                                        <p:cTn id="31" dur="1" fill="hold">
                                          <p:stCondLst>
                                            <p:cond delay="799"/>
                                          </p:stCondLst>
                                        </p:cTn>
                                        <p:tgtEl>
                                          <p:spTgt spid="46"/>
                                        </p:tgtEl>
                                        <p:attrNameLst>
                                          <p:attrName>style.visibility</p:attrName>
                                        </p:attrNameLst>
                                      </p:cBhvr>
                                      <p:to>
                                        <p:strVal val="visible"/>
                                      </p:to>
                                    </p:set>
                                  </p:childTnLst>
                                </p:cTn>
                              </p:par>
                              <p:par>
                                <p:cTn id="32" presetID="6" presetClass="emph" presetSubtype="0" accel="100000" autoRev="1" fill="hold" nodeType="withEffect">
                                  <p:stCondLst>
                                    <p:cond delay="800"/>
                                  </p:stCondLst>
                                  <p:childTnLst>
                                    <p:animScale>
                                      <p:cBhvr>
                                        <p:cTn id="33" dur="800" fill="hold"/>
                                        <p:tgtEl>
                                          <p:spTgt spid="46"/>
                                        </p:tgtEl>
                                      </p:cBhvr>
                                      <p:by x="0" y="0"/>
                                    </p:animScale>
                                  </p:childTnLst>
                                </p:cTn>
                              </p:par>
                              <p:par>
                                <p:cTn id="34" presetID="10" presetClass="entr" presetSubtype="0" fill="hold" nodeType="withEffect">
                                  <p:stCondLst>
                                    <p:cond delay="1600"/>
                                  </p:stCondLst>
                                  <p:childTnLst>
                                    <p:set>
                                      <p:cBhvr>
                                        <p:cTn id="35" dur="1" fill="hold">
                                          <p:stCondLst>
                                            <p:cond delay="0"/>
                                          </p:stCondLst>
                                        </p:cTn>
                                        <p:tgtEl>
                                          <p:spTgt spid="133"/>
                                        </p:tgtEl>
                                        <p:attrNameLst>
                                          <p:attrName>style.visibility</p:attrName>
                                        </p:attrNameLst>
                                      </p:cBhvr>
                                      <p:to>
                                        <p:strVal val="visible"/>
                                      </p:to>
                                    </p:set>
                                    <p:animEffect transition="in" filter="fade">
                                      <p:cBhvr>
                                        <p:cTn id="36" dur="800"/>
                                        <p:tgtEl>
                                          <p:spTgt spid="133"/>
                                        </p:tgtEl>
                                      </p:cBhvr>
                                    </p:animEffect>
                                  </p:childTnLst>
                                </p:cTn>
                              </p:par>
                              <p:par>
                                <p:cTn id="37" presetID="10" presetClass="entr" presetSubtype="0" fill="hold" grpId="0" nodeType="withEffect">
                                  <p:stCondLst>
                                    <p:cond delay="1800"/>
                                  </p:stCondLst>
                                  <p:childTnLst>
                                    <p:set>
                                      <p:cBhvr>
                                        <p:cTn id="38" dur="1" fill="hold">
                                          <p:stCondLst>
                                            <p:cond delay="0"/>
                                          </p:stCondLst>
                                        </p:cTn>
                                        <p:tgtEl>
                                          <p:spTgt spid="266"/>
                                        </p:tgtEl>
                                        <p:attrNameLst>
                                          <p:attrName>style.visibility</p:attrName>
                                        </p:attrNameLst>
                                      </p:cBhvr>
                                      <p:to>
                                        <p:strVal val="visible"/>
                                      </p:to>
                                    </p:set>
                                    <p:animEffect transition="in" filter="fade">
                                      <p:cBhvr>
                                        <p:cTn id="39" dur="600"/>
                                        <p:tgtEl>
                                          <p:spTgt spid="266"/>
                                        </p:tgtEl>
                                      </p:cBhvr>
                                    </p:animEffect>
                                  </p:childTnLst>
                                </p:cTn>
                              </p:par>
                              <p:par>
                                <p:cTn id="40" presetID="35" presetClass="path" presetSubtype="0" decel="100000" fill="hold" grpId="1" nodeType="withEffect">
                                  <p:stCondLst>
                                    <p:cond delay="1600"/>
                                  </p:stCondLst>
                                  <p:childTnLst>
                                    <p:animMotion origin="layout" path="M -0.05548 0.00024 L -2.22454E-6 0.00024 " pathEditMode="relative" rAng="0" ptsTypes="AA">
                                      <p:cBhvr>
                                        <p:cTn id="41" dur="800" fill="hold"/>
                                        <p:tgtEl>
                                          <p:spTgt spid="266"/>
                                        </p:tgtEl>
                                        <p:attrNameLst>
                                          <p:attrName>ppt_x</p:attrName>
                                          <p:attrName>ppt_y</p:attrName>
                                        </p:attrNameLst>
                                      </p:cBhvr>
                                      <p:rCtr x="2774" y="0"/>
                                    </p:animMotion>
                                  </p:childTnLst>
                                </p:cTn>
                              </p:par>
                              <p:par>
                                <p:cTn id="42" presetID="10" presetClass="entr" presetSubtype="0" fill="hold" grpId="0" nodeType="withEffect">
                                  <p:stCondLst>
                                    <p:cond delay="2200"/>
                                  </p:stCondLst>
                                  <p:childTnLst>
                                    <p:set>
                                      <p:cBhvr>
                                        <p:cTn id="43" dur="1" fill="hold">
                                          <p:stCondLst>
                                            <p:cond delay="0"/>
                                          </p:stCondLst>
                                        </p:cTn>
                                        <p:tgtEl>
                                          <p:spTgt spid="264"/>
                                        </p:tgtEl>
                                        <p:attrNameLst>
                                          <p:attrName>style.visibility</p:attrName>
                                        </p:attrNameLst>
                                      </p:cBhvr>
                                      <p:to>
                                        <p:strVal val="visible"/>
                                      </p:to>
                                    </p:set>
                                    <p:animEffect transition="in" filter="fade">
                                      <p:cBhvr>
                                        <p:cTn id="44" dur="600"/>
                                        <p:tgtEl>
                                          <p:spTgt spid="264"/>
                                        </p:tgtEl>
                                      </p:cBhvr>
                                    </p:animEffect>
                                  </p:childTnLst>
                                </p:cTn>
                              </p:par>
                              <p:par>
                                <p:cTn id="45" presetID="35" presetClass="path" presetSubtype="0" decel="100000" fill="hold" grpId="1" nodeType="withEffect">
                                  <p:stCondLst>
                                    <p:cond delay="2000"/>
                                  </p:stCondLst>
                                  <p:childTnLst>
                                    <p:animMotion origin="layout" path="M -0.05548 0.00024 L -2.22454E-6 0.00024 " pathEditMode="relative" rAng="0" ptsTypes="AA">
                                      <p:cBhvr>
                                        <p:cTn id="46" dur="800" fill="hold"/>
                                        <p:tgtEl>
                                          <p:spTgt spid="264"/>
                                        </p:tgtEl>
                                        <p:attrNameLst>
                                          <p:attrName>ppt_x</p:attrName>
                                          <p:attrName>ppt_y</p:attrName>
                                        </p:attrNameLst>
                                      </p:cBhvr>
                                      <p:rCtr x="2774" y="0"/>
                                    </p:animMotion>
                                  </p:childTnLst>
                                </p:cTn>
                              </p:par>
                              <p:par>
                                <p:cTn id="47" presetID="10" presetClass="entr" presetSubtype="0" fill="hold" grpId="0" nodeType="withEffect">
                                  <p:stCondLst>
                                    <p:cond delay="2200"/>
                                  </p:stCondLst>
                                  <p:childTnLst>
                                    <p:set>
                                      <p:cBhvr>
                                        <p:cTn id="48" dur="1" fill="hold">
                                          <p:stCondLst>
                                            <p:cond delay="0"/>
                                          </p:stCondLst>
                                        </p:cTn>
                                        <p:tgtEl>
                                          <p:spTgt spid="267"/>
                                        </p:tgtEl>
                                        <p:attrNameLst>
                                          <p:attrName>style.visibility</p:attrName>
                                        </p:attrNameLst>
                                      </p:cBhvr>
                                      <p:to>
                                        <p:strVal val="visible"/>
                                      </p:to>
                                    </p:set>
                                    <p:animEffect transition="in" filter="fade">
                                      <p:cBhvr>
                                        <p:cTn id="49" dur="600"/>
                                        <p:tgtEl>
                                          <p:spTgt spid="267"/>
                                        </p:tgtEl>
                                      </p:cBhvr>
                                    </p:animEffect>
                                  </p:childTnLst>
                                </p:cTn>
                              </p:par>
                              <p:par>
                                <p:cTn id="50" presetID="35" presetClass="path" presetSubtype="0" decel="100000" fill="hold" grpId="1" nodeType="withEffect">
                                  <p:stCondLst>
                                    <p:cond delay="2000"/>
                                  </p:stCondLst>
                                  <p:childTnLst>
                                    <p:animMotion origin="layout" path="M 0.03562 0.00023 L -2.88997E-6 0.00023 " pathEditMode="relative" rAng="0" ptsTypes="AA">
                                      <p:cBhvr>
                                        <p:cTn id="51" dur="800" fill="hold"/>
                                        <p:tgtEl>
                                          <p:spTgt spid="267"/>
                                        </p:tgtEl>
                                        <p:attrNameLst>
                                          <p:attrName>ppt_x</p:attrName>
                                          <p:attrName>ppt_y</p:attrName>
                                        </p:attrNameLst>
                                      </p:cBhvr>
                                      <p:rCtr x="-1787" y="0"/>
                                    </p:animMotion>
                                  </p:childTnLst>
                                </p:cTn>
                              </p:par>
                              <p:par>
                                <p:cTn id="52" presetID="1" presetClass="entr" presetSubtype="0" fill="hold" nodeType="withEffect">
                                  <p:stCondLst>
                                    <p:cond delay="2000"/>
                                  </p:stCondLst>
                                  <p:childTnLst>
                                    <p:set>
                                      <p:cBhvr>
                                        <p:cTn id="53" dur="1" fill="hold">
                                          <p:stCondLst>
                                            <p:cond delay="799"/>
                                          </p:stCondLst>
                                        </p:cTn>
                                        <p:tgtEl>
                                          <p:spTgt spid="56"/>
                                        </p:tgtEl>
                                        <p:attrNameLst>
                                          <p:attrName>style.visibility</p:attrName>
                                        </p:attrNameLst>
                                      </p:cBhvr>
                                      <p:to>
                                        <p:strVal val="visible"/>
                                      </p:to>
                                    </p:set>
                                  </p:childTnLst>
                                </p:cTn>
                              </p:par>
                              <p:par>
                                <p:cTn id="54" presetID="6" presetClass="emph" presetSubtype="0" accel="100000" autoRev="1" fill="hold" nodeType="withEffect">
                                  <p:stCondLst>
                                    <p:cond delay="2000"/>
                                  </p:stCondLst>
                                  <p:childTnLst>
                                    <p:animScale>
                                      <p:cBhvr>
                                        <p:cTn id="55" dur="800" fill="hold"/>
                                        <p:tgtEl>
                                          <p:spTgt spid="56"/>
                                        </p:tgtEl>
                                      </p:cBhvr>
                                      <p:by x="0" y="0"/>
                                    </p:animScale>
                                  </p:childTnLst>
                                </p:cTn>
                              </p:par>
                              <p:par>
                                <p:cTn id="56" presetID="10" presetClass="entr" presetSubtype="0" fill="hold" nodeType="withEffect">
                                  <p:stCondLst>
                                    <p:cond delay="2800"/>
                                  </p:stCondLst>
                                  <p:childTnLst>
                                    <p:set>
                                      <p:cBhvr>
                                        <p:cTn id="57" dur="1" fill="hold">
                                          <p:stCondLst>
                                            <p:cond delay="0"/>
                                          </p:stCondLst>
                                        </p:cTn>
                                        <p:tgtEl>
                                          <p:spTgt spid="106"/>
                                        </p:tgtEl>
                                        <p:attrNameLst>
                                          <p:attrName>style.visibility</p:attrName>
                                        </p:attrNameLst>
                                      </p:cBhvr>
                                      <p:to>
                                        <p:strVal val="visible"/>
                                      </p:to>
                                    </p:set>
                                    <p:animEffect transition="in" filter="fade">
                                      <p:cBhvr>
                                        <p:cTn id="58" dur="800"/>
                                        <p:tgtEl>
                                          <p:spTgt spid="106"/>
                                        </p:tgtEl>
                                      </p:cBhvr>
                                    </p:animEffect>
                                  </p:childTnLst>
                                </p:cTn>
                              </p:par>
                              <p:par>
                                <p:cTn id="59" presetID="10" presetClass="entr" presetSubtype="0" fill="hold" grpId="0" nodeType="withEffect">
                                  <p:stCondLst>
                                    <p:cond delay="3000"/>
                                  </p:stCondLst>
                                  <p:childTnLst>
                                    <p:set>
                                      <p:cBhvr>
                                        <p:cTn id="60" dur="1" fill="hold">
                                          <p:stCondLst>
                                            <p:cond delay="0"/>
                                          </p:stCondLst>
                                        </p:cTn>
                                        <p:tgtEl>
                                          <p:spTgt spid="263"/>
                                        </p:tgtEl>
                                        <p:attrNameLst>
                                          <p:attrName>style.visibility</p:attrName>
                                        </p:attrNameLst>
                                      </p:cBhvr>
                                      <p:to>
                                        <p:strVal val="visible"/>
                                      </p:to>
                                    </p:set>
                                    <p:animEffect transition="in" filter="fade">
                                      <p:cBhvr>
                                        <p:cTn id="61" dur="600"/>
                                        <p:tgtEl>
                                          <p:spTgt spid="263"/>
                                        </p:tgtEl>
                                      </p:cBhvr>
                                    </p:animEffect>
                                  </p:childTnLst>
                                </p:cTn>
                              </p:par>
                              <p:par>
                                <p:cTn id="62" presetID="35" presetClass="path" presetSubtype="0" decel="100000" fill="hold" grpId="1" nodeType="withEffect">
                                  <p:stCondLst>
                                    <p:cond delay="2800"/>
                                  </p:stCondLst>
                                  <p:childTnLst>
                                    <p:animMotion origin="layout" path="M -0.05548 0.00024 L -2.22454E-6 0.00024 " pathEditMode="relative" rAng="0" ptsTypes="AA">
                                      <p:cBhvr>
                                        <p:cTn id="63" dur="800" fill="hold"/>
                                        <p:tgtEl>
                                          <p:spTgt spid="263"/>
                                        </p:tgtEl>
                                        <p:attrNameLst>
                                          <p:attrName>ppt_x</p:attrName>
                                          <p:attrName>ppt_y</p:attrName>
                                        </p:attrNameLst>
                                      </p:cBhvr>
                                      <p:rCtr x="2774" y="0"/>
                                    </p:animMotion>
                                  </p:childTnLst>
                                </p:cTn>
                              </p:par>
                              <p:par>
                                <p:cTn id="64" presetID="1" presetClass="entr" presetSubtype="0" fill="hold" nodeType="withEffect">
                                  <p:stCondLst>
                                    <p:cond delay="1200"/>
                                  </p:stCondLst>
                                  <p:childTnLst>
                                    <p:set>
                                      <p:cBhvr>
                                        <p:cTn id="65" dur="1" fill="hold">
                                          <p:stCondLst>
                                            <p:cond delay="799"/>
                                          </p:stCondLst>
                                        </p:cTn>
                                        <p:tgtEl>
                                          <p:spTgt spid="63"/>
                                        </p:tgtEl>
                                        <p:attrNameLst>
                                          <p:attrName>style.visibility</p:attrName>
                                        </p:attrNameLst>
                                      </p:cBhvr>
                                      <p:to>
                                        <p:strVal val="visible"/>
                                      </p:to>
                                    </p:set>
                                  </p:childTnLst>
                                </p:cTn>
                              </p:par>
                              <p:par>
                                <p:cTn id="66" presetID="6" presetClass="emph" presetSubtype="0" accel="100000" autoRev="1" fill="hold" nodeType="withEffect">
                                  <p:stCondLst>
                                    <p:cond delay="1200"/>
                                  </p:stCondLst>
                                  <p:childTnLst>
                                    <p:animScale>
                                      <p:cBhvr>
                                        <p:cTn id="67" dur="800" fill="hold"/>
                                        <p:tgtEl>
                                          <p:spTgt spid="63"/>
                                        </p:tgtEl>
                                      </p:cBhvr>
                                      <p:by x="0" y="0"/>
                                    </p:animScale>
                                  </p:childTnLst>
                                </p:cTn>
                              </p:par>
                              <p:par>
                                <p:cTn id="68" presetID="10" presetClass="entr" presetSubtype="0" fill="hold" nodeType="withEffect">
                                  <p:stCondLst>
                                    <p:cond delay="2000"/>
                                  </p:stCondLst>
                                  <p:childTnLst>
                                    <p:set>
                                      <p:cBhvr>
                                        <p:cTn id="69" dur="1" fill="hold">
                                          <p:stCondLst>
                                            <p:cond delay="0"/>
                                          </p:stCondLst>
                                        </p:cTn>
                                        <p:tgtEl>
                                          <p:spTgt spid="103"/>
                                        </p:tgtEl>
                                        <p:attrNameLst>
                                          <p:attrName>style.visibility</p:attrName>
                                        </p:attrNameLst>
                                      </p:cBhvr>
                                      <p:to>
                                        <p:strVal val="visible"/>
                                      </p:to>
                                    </p:set>
                                    <p:animEffect transition="in" filter="fade">
                                      <p:cBhvr>
                                        <p:cTn id="70" dur="800"/>
                                        <p:tgtEl>
                                          <p:spTgt spid="103"/>
                                        </p:tgtEl>
                                      </p:cBhvr>
                                    </p:animEffect>
                                  </p:childTnLst>
                                </p:cTn>
                              </p:par>
                              <p:par>
                                <p:cTn id="71" presetID="1" presetClass="entr" presetSubtype="0" fill="hold" nodeType="withEffect">
                                  <p:stCondLst>
                                    <p:cond delay="1600"/>
                                  </p:stCondLst>
                                  <p:childTnLst>
                                    <p:set>
                                      <p:cBhvr>
                                        <p:cTn id="72" dur="1" fill="hold">
                                          <p:stCondLst>
                                            <p:cond delay="799"/>
                                          </p:stCondLst>
                                        </p:cTn>
                                        <p:tgtEl>
                                          <p:spTgt spid="67"/>
                                        </p:tgtEl>
                                        <p:attrNameLst>
                                          <p:attrName>style.visibility</p:attrName>
                                        </p:attrNameLst>
                                      </p:cBhvr>
                                      <p:to>
                                        <p:strVal val="visible"/>
                                      </p:to>
                                    </p:set>
                                  </p:childTnLst>
                                </p:cTn>
                              </p:par>
                              <p:par>
                                <p:cTn id="73" presetID="6" presetClass="emph" presetSubtype="0" accel="100000" autoRev="1" fill="hold" nodeType="withEffect">
                                  <p:stCondLst>
                                    <p:cond delay="1600"/>
                                  </p:stCondLst>
                                  <p:childTnLst>
                                    <p:animScale>
                                      <p:cBhvr>
                                        <p:cTn id="74" dur="800" fill="hold"/>
                                        <p:tgtEl>
                                          <p:spTgt spid="67"/>
                                        </p:tgtEl>
                                      </p:cBhvr>
                                      <p:by x="0" y="0"/>
                                    </p:animScale>
                                  </p:childTnLst>
                                </p:cTn>
                              </p:par>
                              <p:par>
                                <p:cTn id="75" presetID="10" presetClass="entr" presetSubtype="0" fill="hold" nodeType="withEffect">
                                  <p:stCondLst>
                                    <p:cond delay="2400"/>
                                  </p:stCondLst>
                                  <p:childTnLst>
                                    <p:set>
                                      <p:cBhvr>
                                        <p:cTn id="76" dur="1" fill="hold">
                                          <p:stCondLst>
                                            <p:cond delay="0"/>
                                          </p:stCondLst>
                                        </p:cTn>
                                        <p:tgtEl>
                                          <p:spTgt spid="196"/>
                                        </p:tgtEl>
                                        <p:attrNameLst>
                                          <p:attrName>style.visibility</p:attrName>
                                        </p:attrNameLst>
                                      </p:cBhvr>
                                      <p:to>
                                        <p:strVal val="visible"/>
                                      </p:to>
                                    </p:set>
                                    <p:animEffect transition="in" filter="fade">
                                      <p:cBhvr>
                                        <p:cTn id="77" dur="800"/>
                                        <p:tgtEl>
                                          <p:spTgt spid="196"/>
                                        </p:tgtEl>
                                      </p:cBhvr>
                                    </p:animEffect>
                                  </p:childTnLst>
                                </p:cTn>
                              </p:par>
                              <p:par>
                                <p:cTn id="78" presetID="10" presetClass="entr" presetSubtype="0" fill="hold" nodeType="withEffect">
                                  <p:stCondLst>
                                    <p:cond delay="2400"/>
                                  </p:stCondLst>
                                  <p:childTnLst>
                                    <p:set>
                                      <p:cBhvr>
                                        <p:cTn id="79" dur="1" fill="hold">
                                          <p:stCondLst>
                                            <p:cond delay="0"/>
                                          </p:stCondLst>
                                        </p:cTn>
                                        <p:tgtEl>
                                          <p:spTgt spid="132"/>
                                        </p:tgtEl>
                                        <p:attrNameLst>
                                          <p:attrName>style.visibility</p:attrName>
                                        </p:attrNameLst>
                                      </p:cBhvr>
                                      <p:to>
                                        <p:strVal val="visible"/>
                                      </p:to>
                                    </p:set>
                                    <p:animEffect transition="in" filter="fade">
                                      <p:cBhvr>
                                        <p:cTn id="80" dur="800"/>
                                        <p:tgtEl>
                                          <p:spTgt spid="132"/>
                                        </p:tgtEl>
                                      </p:cBhvr>
                                    </p:animEffect>
                                  </p:childTnLst>
                                </p:cTn>
                              </p:par>
                              <p:par>
                                <p:cTn id="81" presetID="1" presetClass="entr" presetSubtype="0" fill="hold" grpId="0" nodeType="withEffect">
                                  <p:stCondLst>
                                    <p:cond delay="1400"/>
                                  </p:stCondLst>
                                  <p:childTnLst>
                                    <p:set>
                                      <p:cBhvr>
                                        <p:cTn id="82" dur="1" fill="hold">
                                          <p:stCondLst>
                                            <p:cond delay="799"/>
                                          </p:stCondLst>
                                        </p:cTn>
                                        <p:tgtEl>
                                          <p:spTgt spid="220"/>
                                        </p:tgtEl>
                                        <p:attrNameLst>
                                          <p:attrName>style.visibility</p:attrName>
                                        </p:attrNameLst>
                                      </p:cBhvr>
                                      <p:to>
                                        <p:strVal val="visible"/>
                                      </p:to>
                                    </p:set>
                                  </p:childTnLst>
                                </p:cTn>
                              </p:par>
                              <p:par>
                                <p:cTn id="83" presetID="6" presetClass="emph" presetSubtype="0" accel="100000" autoRev="1" fill="hold" grpId="1" nodeType="withEffect">
                                  <p:stCondLst>
                                    <p:cond delay="1400"/>
                                  </p:stCondLst>
                                  <p:childTnLst>
                                    <p:animScale>
                                      <p:cBhvr>
                                        <p:cTn id="84" dur="800" fill="hold"/>
                                        <p:tgtEl>
                                          <p:spTgt spid="220"/>
                                        </p:tgtEl>
                                      </p:cBhvr>
                                      <p:by x="0" y="0"/>
                                    </p:animScale>
                                  </p:childTnLst>
                                </p:cTn>
                              </p:par>
                              <p:par>
                                <p:cTn id="85" presetID="10" presetClass="entr" presetSubtype="0" fill="hold" nodeType="withEffect">
                                  <p:stCondLst>
                                    <p:cond delay="2200"/>
                                  </p:stCondLst>
                                  <p:childTnLst>
                                    <p:set>
                                      <p:cBhvr>
                                        <p:cTn id="86" dur="1" fill="hold">
                                          <p:stCondLst>
                                            <p:cond delay="0"/>
                                          </p:stCondLst>
                                        </p:cTn>
                                        <p:tgtEl>
                                          <p:spTgt spid="219"/>
                                        </p:tgtEl>
                                        <p:attrNameLst>
                                          <p:attrName>style.visibility</p:attrName>
                                        </p:attrNameLst>
                                      </p:cBhvr>
                                      <p:to>
                                        <p:strVal val="visible"/>
                                      </p:to>
                                    </p:set>
                                    <p:animEffect transition="in" filter="fade">
                                      <p:cBhvr>
                                        <p:cTn id="87" dur="800"/>
                                        <p:tgtEl>
                                          <p:spTgt spid="219"/>
                                        </p:tgtEl>
                                      </p:cBhvr>
                                    </p:animEffect>
                                  </p:childTnLst>
                                </p:cTn>
                              </p:par>
                              <p:par>
                                <p:cTn id="88" presetID="1" presetClass="entr" presetSubtype="0" fill="hold" grpId="0" nodeType="withEffect">
                                  <p:stCondLst>
                                    <p:cond delay="1800"/>
                                  </p:stCondLst>
                                  <p:childTnLst>
                                    <p:set>
                                      <p:cBhvr>
                                        <p:cTn id="89" dur="1" fill="hold">
                                          <p:stCondLst>
                                            <p:cond delay="799"/>
                                          </p:stCondLst>
                                        </p:cTn>
                                        <p:tgtEl>
                                          <p:spTgt spid="234"/>
                                        </p:tgtEl>
                                        <p:attrNameLst>
                                          <p:attrName>style.visibility</p:attrName>
                                        </p:attrNameLst>
                                      </p:cBhvr>
                                      <p:to>
                                        <p:strVal val="visible"/>
                                      </p:to>
                                    </p:set>
                                  </p:childTnLst>
                                </p:cTn>
                              </p:par>
                              <p:par>
                                <p:cTn id="90" presetID="6" presetClass="emph" presetSubtype="0" accel="100000" autoRev="1" fill="hold" grpId="1" nodeType="withEffect">
                                  <p:stCondLst>
                                    <p:cond delay="1800"/>
                                  </p:stCondLst>
                                  <p:childTnLst>
                                    <p:animScale>
                                      <p:cBhvr>
                                        <p:cTn id="91" dur="800" fill="hold"/>
                                        <p:tgtEl>
                                          <p:spTgt spid="234"/>
                                        </p:tgtEl>
                                      </p:cBhvr>
                                      <p:by x="0" y="0"/>
                                    </p:animScale>
                                  </p:childTnLst>
                                </p:cTn>
                              </p:par>
                              <p:par>
                                <p:cTn id="92" presetID="10" presetClass="entr" presetSubtype="0" fill="hold" nodeType="withEffect">
                                  <p:stCondLst>
                                    <p:cond delay="2600"/>
                                  </p:stCondLst>
                                  <p:childTnLst>
                                    <p:set>
                                      <p:cBhvr>
                                        <p:cTn id="93" dur="1" fill="hold">
                                          <p:stCondLst>
                                            <p:cond delay="0"/>
                                          </p:stCondLst>
                                        </p:cTn>
                                        <p:tgtEl>
                                          <p:spTgt spid="233"/>
                                        </p:tgtEl>
                                        <p:attrNameLst>
                                          <p:attrName>style.visibility</p:attrName>
                                        </p:attrNameLst>
                                      </p:cBhvr>
                                      <p:to>
                                        <p:strVal val="visible"/>
                                      </p:to>
                                    </p:set>
                                    <p:animEffect transition="in" filter="fade">
                                      <p:cBhvr>
                                        <p:cTn id="94" dur="800"/>
                                        <p:tgtEl>
                                          <p:spTgt spid="233"/>
                                        </p:tgtEl>
                                      </p:cBhvr>
                                    </p:animEffect>
                                  </p:childTnLst>
                                </p:cTn>
                              </p:par>
                              <p:par>
                                <p:cTn id="95" presetID="1" presetClass="entr" presetSubtype="0" fill="hold" grpId="0" nodeType="withEffect">
                                  <p:stCondLst>
                                    <p:cond delay="2400"/>
                                  </p:stCondLst>
                                  <p:childTnLst>
                                    <p:set>
                                      <p:cBhvr>
                                        <p:cTn id="96" dur="1" fill="hold">
                                          <p:stCondLst>
                                            <p:cond delay="799"/>
                                          </p:stCondLst>
                                        </p:cTn>
                                        <p:tgtEl>
                                          <p:spTgt spid="174"/>
                                        </p:tgtEl>
                                        <p:attrNameLst>
                                          <p:attrName>style.visibility</p:attrName>
                                        </p:attrNameLst>
                                      </p:cBhvr>
                                      <p:to>
                                        <p:strVal val="visible"/>
                                      </p:to>
                                    </p:set>
                                  </p:childTnLst>
                                </p:cTn>
                              </p:par>
                              <p:par>
                                <p:cTn id="97" presetID="6" presetClass="emph" presetSubtype="0" accel="100000" autoRev="1" fill="hold" grpId="1" nodeType="withEffect">
                                  <p:stCondLst>
                                    <p:cond delay="2400"/>
                                  </p:stCondLst>
                                  <p:childTnLst>
                                    <p:animScale>
                                      <p:cBhvr>
                                        <p:cTn id="98" dur="800" fill="hold"/>
                                        <p:tgtEl>
                                          <p:spTgt spid="174"/>
                                        </p:tgtEl>
                                      </p:cBhvr>
                                      <p:by x="0" y="0"/>
                                    </p:animScale>
                                  </p:childTnLst>
                                </p:cTn>
                              </p:par>
                              <p:par>
                                <p:cTn id="99" presetID="10" presetClass="entr" presetSubtype="0" fill="hold" nodeType="withEffect">
                                  <p:stCondLst>
                                    <p:cond delay="3200"/>
                                  </p:stCondLst>
                                  <p:childTnLst>
                                    <p:set>
                                      <p:cBhvr>
                                        <p:cTn id="100" dur="1" fill="hold">
                                          <p:stCondLst>
                                            <p:cond delay="0"/>
                                          </p:stCondLst>
                                        </p:cTn>
                                        <p:tgtEl>
                                          <p:spTgt spid="173"/>
                                        </p:tgtEl>
                                        <p:attrNameLst>
                                          <p:attrName>style.visibility</p:attrName>
                                        </p:attrNameLst>
                                      </p:cBhvr>
                                      <p:to>
                                        <p:strVal val="visible"/>
                                      </p:to>
                                    </p:set>
                                    <p:animEffect transition="in" filter="fade">
                                      <p:cBhvr>
                                        <p:cTn id="101" dur="800"/>
                                        <p:tgtEl>
                                          <p:spTgt spid="173"/>
                                        </p:tgtEl>
                                      </p:cBhvr>
                                    </p:animEffect>
                                  </p:childTnLst>
                                </p:cTn>
                              </p:par>
                              <p:par>
                                <p:cTn id="102" presetID="10" presetClass="entr" presetSubtype="0" fill="hold" nodeType="withEffect">
                                  <p:stCondLst>
                                    <p:cond delay="3600"/>
                                  </p:stCondLst>
                                  <p:childTnLst>
                                    <p:set>
                                      <p:cBhvr>
                                        <p:cTn id="103" dur="1" fill="hold">
                                          <p:stCondLst>
                                            <p:cond delay="0"/>
                                          </p:stCondLst>
                                        </p:cTn>
                                        <p:tgtEl>
                                          <p:spTgt spid="171"/>
                                        </p:tgtEl>
                                        <p:attrNameLst>
                                          <p:attrName>style.visibility</p:attrName>
                                        </p:attrNameLst>
                                      </p:cBhvr>
                                      <p:to>
                                        <p:strVal val="visible"/>
                                      </p:to>
                                    </p:set>
                                    <p:animEffect transition="in" filter="fade">
                                      <p:cBhvr>
                                        <p:cTn id="104" dur="800"/>
                                        <p:tgtEl>
                                          <p:spTgt spid="171"/>
                                        </p:tgtEl>
                                      </p:cBhvr>
                                    </p:animEffect>
                                  </p:childTnLst>
                                </p:cTn>
                              </p:par>
                              <p:par>
                                <p:cTn id="105" presetID="1" presetClass="entr" presetSubtype="0" fill="hold" grpId="0" nodeType="withEffect">
                                  <p:stCondLst>
                                    <p:cond delay="2800"/>
                                  </p:stCondLst>
                                  <p:childTnLst>
                                    <p:set>
                                      <p:cBhvr>
                                        <p:cTn id="106" dur="1" fill="hold">
                                          <p:stCondLst>
                                            <p:cond delay="799"/>
                                          </p:stCondLst>
                                        </p:cTn>
                                        <p:tgtEl>
                                          <p:spTgt spid="172"/>
                                        </p:tgtEl>
                                        <p:attrNameLst>
                                          <p:attrName>style.visibility</p:attrName>
                                        </p:attrNameLst>
                                      </p:cBhvr>
                                      <p:to>
                                        <p:strVal val="visible"/>
                                      </p:to>
                                    </p:set>
                                  </p:childTnLst>
                                </p:cTn>
                              </p:par>
                              <p:par>
                                <p:cTn id="107" presetID="6" presetClass="emph" presetSubtype="0" accel="100000" autoRev="1" fill="hold" grpId="1" nodeType="withEffect">
                                  <p:stCondLst>
                                    <p:cond delay="2800"/>
                                  </p:stCondLst>
                                  <p:childTnLst>
                                    <p:animScale>
                                      <p:cBhvr>
                                        <p:cTn id="108" dur="800" fill="hold"/>
                                        <p:tgtEl>
                                          <p:spTgt spid="172"/>
                                        </p:tgtEl>
                                      </p:cBhvr>
                                      <p:by x="0" y="0"/>
                                    </p:animScale>
                                  </p:childTnLst>
                                </p:cTn>
                              </p:par>
                              <p:par>
                                <p:cTn id="109" presetID="1" presetClass="entr" presetSubtype="0" fill="hold" grpId="0" nodeType="withEffect">
                                  <p:stCondLst>
                                    <p:cond delay="2700"/>
                                  </p:stCondLst>
                                  <p:childTnLst>
                                    <p:set>
                                      <p:cBhvr>
                                        <p:cTn id="110" dur="1" fill="hold">
                                          <p:stCondLst>
                                            <p:cond delay="799"/>
                                          </p:stCondLst>
                                        </p:cTn>
                                        <p:tgtEl>
                                          <p:spTgt spid="42"/>
                                        </p:tgtEl>
                                        <p:attrNameLst>
                                          <p:attrName>style.visibility</p:attrName>
                                        </p:attrNameLst>
                                      </p:cBhvr>
                                      <p:to>
                                        <p:strVal val="visible"/>
                                      </p:to>
                                    </p:set>
                                  </p:childTnLst>
                                </p:cTn>
                              </p:par>
                              <p:par>
                                <p:cTn id="111" presetID="6" presetClass="emph" presetSubtype="0" accel="100000" autoRev="1" fill="hold" grpId="1" nodeType="withEffect">
                                  <p:stCondLst>
                                    <p:cond delay="2700"/>
                                  </p:stCondLst>
                                  <p:childTnLst>
                                    <p:animScale>
                                      <p:cBhvr>
                                        <p:cTn id="112" dur="800" fill="hold"/>
                                        <p:tgtEl>
                                          <p:spTgt spid="42"/>
                                        </p:tgtEl>
                                      </p:cBhvr>
                                      <p:by x="0" y="0"/>
                                    </p:animScale>
                                  </p:childTnLst>
                                </p:cTn>
                              </p:par>
                              <p:par>
                                <p:cTn id="113" presetID="10" presetClass="entr" presetSubtype="0" fill="hold" nodeType="withEffect">
                                  <p:stCondLst>
                                    <p:cond delay="3500"/>
                                  </p:stCondLst>
                                  <p:childTnLst>
                                    <p:set>
                                      <p:cBhvr>
                                        <p:cTn id="114" dur="1" fill="hold">
                                          <p:stCondLst>
                                            <p:cond delay="0"/>
                                          </p:stCondLst>
                                        </p:cTn>
                                        <p:tgtEl>
                                          <p:spTgt spid="154"/>
                                        </p:tgtEl>
                                        <p:attrNameLst>
                                          <p:attrName>style.visibility</p:attrName>
                                        </p:attrNameLst>
                                      </p:cBhvr>
                                      <p:to>
                                        <p:strVal val="visible"/>
                                      </p:to>
                                    </p:set>
                                    <p:animEffect transition="in" filter="fade">
                                      <p:cBhvr>
                                        <p:cTn id="115" dur="800"/>
                                        <p:tgtEl>
                                          <p:spTgt spid="154"/>
                                        </p:tgtEl>
                                      </p:cBhvr>
                                    </p:animEffect>
                                  </p:childTnLst>
                                </p:cTn>
                              </p:par>
                              <p:par>
                                <p:cTn id="116" presetID="1" presetClass="entr" presetSubtype="0" fill="hold" nodeType="withEffect">
                                  <p:stCondLst>
                                    <p:cond delay="2400"/>
                                  </p:stCondLst>
                                  <p:childTnLst>
                                    <p:set>
                                      <p:cBhvr>
                                        <p:cTn id="117" dur="1" fill="hold">
                                          <p:stCondLst>
                                            <p:cond delay="799"/>
                                          </p:stCondLst>
                                        </p:cTn>
                                        <p:tgtEl>
                                          <p:spTgt spid="72"/>
                                        </p:tgtEl>
                                        <p:attrNameLst>
                                          <p:attrName>style.visibility</p:attrName>
                                        </p:attrNameLst>
                                      </p:cBhvr>
                                      <p:to>
                                        <p:strVal val="visible"/>
                                      </p:to>
                                    </p:set>
                                  </p:childTnLst>
                                </p:cTn>
                              </p:par>
                              <p:par>
                                <p:cTn id="118" presetID="6" presetClass="emph" presetSubtype="0" accel="100000" autoRev="1" fill="hold" nodeType="withEffect">
                                  <p:stCondLst>
                                    <p:cond delay="2400"/>
                                  </p:stCondLst>
                                  <p:childTnLst>
                                    <p:animScale>
                                      <p:cBhvr>
                                        <p:cTn id="119" dur="800" fill="hold"/>
                                        <p:tgtEl>
                                          <p:spTgt spid="72"/>
                                        </p:tgtEl>
                                      </p:cBhvr>
                                      <p:by x="0" y="0"/>
                                    </p:animScale>
                                  </p:childTnLst>
                                </p:cTn>
                              </p:par>
                              <p:par>
                                <p:cTn id="120" presetID="10" presetClass="entr" presetSubtype="0" fill="hold" nodeType="withEffect">
                                  <p:stCondLst>
                                    <p:cond delay="3200"/>
                                  </p:stCondLst>
                                  <p:childTnLst>
                                    <p:set>
                                      <p:cBhvr>
                                        <p:cTn id="121" dur="1" fill="hold">
                                          <p:stCondLst>
                                            <p:cond delay="0"/>
                                          </p:stCondLst>
                                        </p:cTn>
                                        <p:tgtEl>
                                          <p:spTgt spid="127"/>
                                        </p:tgtEl>
                                        <p:attrNameLst>
                                          <p:attrName>style.visibility</p:attrName>
                                        </p:attrNameLst>
                                      </p:cBhvr>
                                      <p:to>
                                        <p:strVal val="visible"/>
                                      </p:to>
                                    </p:set>
                                    <p:animEffect transition="in" filter="fade">
                                      <p:cBhvr>
                                        <p:cTn id="122" dur="800"/>
                                        <p:tgtEl>
                                          <p:spTgt spid="127"/>
                                        </p:tgtEl>
                                      </p:cBhvr>
                                    </p:animEffect>
                                  </p:childTnLst>
                                </p:cTn>
                              </p:par>
                              <p:par>
                                <p:cTn id="123" presetID="10" presetClass="entr" presetSubtype="0" fill="hold" grpId="0" nodeType="withEffect">
                                  <p:stCondLst>
                                    <p:cond delay="3400"/>
                                  </p:stCondLst>
                                  <p:childTnLst>
                                    <p:set>
                                      <p:cBhvr>
                                        <p:cTn id="124" dur="1" fill="hold">
                                          <p:stCondLst>
                                            <p:cond delay="0"/>
                                          </p:stCondLst>
                                        </p:cTn>
                                        <p:tgtEl>
                                          <p:spTgt spid="272"/>
                                        </p:tgtEl>
                                        <p:attrNameLst>
                                          <p:attrName>style.visibility</p:attrName>
                                        </p:attrNameLst>
                                      </p:cBhvr>
                                      <p:to>
                                        <p:strVal val="visible"/>
                                      </p:to>
                                    </p:set>
                                    <p:animEffect transition="in" filter="fade">
                                      <p:cBhvr>
                                        <p:cTn id="125" dur="600"/>
                                        <p:tgtEl>
                                          <p:spTgt spid="272"/>
                                        </p:tgtEl>
                                      </p:cBhvr>
                                    </p:animEffect>
                                  </p:childTnLst>
                                </p:cTn>
                              </p:par>
                              <p:par>
                                <p:cTn id="126" presetID="35" presetClass="path" presetSubtype="0" decel="100000" fill="hold" grpId="1" nodeType="withEffect">
                                  <p:stCondLst>
                                    <p:cond delay="3200"/>
                                  </p:stCondLst>
                                  <p:childTnLst>
                                    <p:animMotion origin="layout" path="M 0.06025 0.00023 L 2.93592E-7 0.00023 " pathEditMode="relative" rAng="0" ptsTypes="AA">
                                      <p:cBhvr>
                                        <p:cTn id="127" dur="800" fill="hold"/>
                                        <p:tgtEl>
                                          <p:spTgt spid="272"/>
                                        </p:tgtEl>
                                        <p:attrNameLst>
                                          <p:attrName>ppt_x</p:attrName>
                                          <p:attrName>ppt_y</p:attrName>
                                        </p:attrNameLst>
                                      </p:cBhvr>
                                      <p:rCtr x="-3013" y="0"/>
                                    </p:animMotion>
                                  </p:childTnLst>
                                </p:cTn>
                              </p:par>
                              <p:par>
                                <p:cTn id="128" presetID="1" presetClass="entr" presetSubtype="0" fill="hold" grpId="0" nodeType="withEffect">
                                  <p:stCondLst>
                                    <p:cond delay="3800"/>
                                  </p:stCondLst>
                                  <p:childTnLst>
                                    <p:set>
                                      <p:cBhvr>
                                        <p:cTn id="129" dur="1" fill="hold">
                                          <p:stCondLst>
                                            <p:cond delay="799"/>
                                          </p:stCondLst>
                                        </p:cTn>
                                        <p:tgtEl>
                                          <p:spTgt spid="231"/>
                                        </p:tgtEl>
                                        <p:attrNameLst>
                                          <p:attrName>style.visibility</p:attrName>
                                        </p:attrNameLst>
                                      </p:cBhvr>
                                      <p:to>
                                        <p:strVal val="visible"/>
                                      </p:to>
                                    </p:set>
                                  </p:childTnLst>
                                </p:cTn>
                              </p:par>
                              <p:par>
                                <p:cTn id="130" presetID="6" presetClass="emph" presetSubtype="0" accel="100000" autoRev="1" fill="hold" grpId="1" nodeType="withEffect">
                                  <p:stCondLst>
                                    <p:cond delay="3800"/>
                                  </p:stCondLst>
                                  <p:childTnLst>
                                    <p:animScale>
                                      <p:cBhvr>
                                        <p:cTn id="131" dur="800" fill="hold"/>
                                        <p:tgtEl>
                                          <p:spTgt spid="231"/>
                                        </p:tgtEl>
                                      </p:cBhvr>
                                      <p:by x="0" y="0"/>
                                    </p:animScale>
                                  </p:childTnLst>
                                </p:cTn>
                              </p:par>
                              <p:par>
                                <p:cTn id="132" presetID="10" presetClass="entr" presetSubtype="0" fill="hold" nodeType="withEffect">
                                  <p:stCondLst>
                                    <p:cond delay="4600"/>
                                  </p:stCondLst>
                                  <p:childTnLst>
                                    <p:set>
                                      <p:cBhvr>
                                        <p:cTn id="133" dur="1" fill="hold">
                                          <p:stCondLst>
                                            <p:cond delay="0"/>
                                          </p:stCondLst>
                                        </p:cTn>
                                        <p:tgtEl>
                                          <p:spTgt spid="230"/>
                                        </p:tgtEl>
                                        <p:attrNameLst>
                                          <p:attrName>style.visibility</p:attrName>
                                        </p:attrNameLst>
                                      </p:cBhvr>
                                      <p:to>
                                        <p:strVal val="visible"/>
                                      </p:to>
                                    </p:set>
                                    <p:animEffect transition="in" filter="fade">
                                      <p:cBhvr>
                                        <p:cTn id="134" dur="800"/>
                                        <p:tgtEl>
                                          <p:spTgt spid="230"/>
                                        </p:tgtEl>
                                      </p:cBhvr>
                                    </p:animEffect>
                                  </p:childTnLst>
                                </p:cTn>
                              </p:par>
                              <p:par>
                                <p:cTn id="135" presetID="1" presetClass="entr" presetSubtype="0" fill="hold" grpId="0" nodeType="withEffect">
                                  <p:stCondLst>
                                    <p:cond delay="4200"/>
                                  </p:stCondLst>
                                  <p:childTnLst>
                                    <p:set>
                                      <p:cBhvr>
                                        <p:cTn id="136" dur="1" fill="hold">
                                          <p:stCondLst>
                                            <p:cond delay="799"/>
                                          </p:stCondLst>
                                        </p:cTn>
                                        <p:tgtEl>
                                          <p:spTgt spid="228"/>
                                        </p:tgtEl>
                                        <p:attrNameLst>
                                          <p:attrName>style.visibility</p:attrName>
                                        </p:attrNameLst>
                                      </p:cBhvr>
                                      <p:to>
                                        <p:strVal val="visible"/>
                                      </p:to>
                                    </p:set>
                                  </p:childTnLst>
                                </p:cTn>
                              </p:par>
                              <p:par>
                                <p:cTn id="137" presetID="6" presetClass="emph" presetSubtype="0" accel="100000" autoRev="1" fill="hold" grpId="1" nodeType="withEffect">
                                  <p:stCondLst>
                                    <p:cond delay="4200"/>
                                  </p:stCondLst>
                                  <p:childTnLst>
                                    <p:animScale>
                                      <p:cBhvr>
                                        <p:cTn id="138" dur="800" fill="hold"/>
                                        <p:tgtEl>
                                          <p:spTgt spid="228"/>
                                        </p:tgtEl>
                                      </p:cBhvr>
                                      <p:by x="0" y="0"/>
                                    </p:animScale>
                                  </p:childTnLst>
                                </p:cTn>
                              </p:par>
                              <p:par>
                                <p:cTn id="139" presetID="10" presetClass="entr" presetSubtype="0" fill="hold" nodeType="withEffect">
                                  <p:stCondLst>
                                    <p:cond delay="5000"/>
                                  </p:stCondLst>
                                  <p:childTnLst>
                                    <p:set>
                                      <p:cBhvr>
                                        <p:cTn id="140" dur="1" fill="hold">
                                          <p:stCondLst>
                                            <p:cond delay="0"/>
                                          </p:stCondLst>
                                        </p:cTn>
                                        <p:tgtEl>
                                          <p:spTgt spid="227"/>
                                        </p:tgtEl>
                                        <p:attrNameLst>
                                          <p:attrName>style.visibility</p:attrName>
                                        </p:attrNameLst>
                                      </p:cBhvr>
                                      <p:to>
                                        <p:strVal val="visible"/>
                                      </p:to>
                                    </p:set>
                                    <p:animEffect transition="in" filter="fade">
                                      <p:cBhvr>
                                        <p:cTn id="141" dur="800"/>
                                        <p:tgtEl>
                                          <p:spTgt spid="227"/>
                                        </p:tgtEl>
                                      </p:cBhvr>
                                    </p:animEffect>
                                  </p:childTnLst>
                                </p:cTn>
                              </p:par>
                              <p:par>
                                <p:cTn id="142" presetID="1" presetClass="entr" presetSubtype="0" fill="hold" nodeType="withEffect">
                                  <p:stCondLst>
                                    <p:cond delay="2800"/>
                                  </p:stCondLst>
                                  <p:childTnLst>
                                    <p:set>
                                      <p:cBhvr>
                                        <p:cTn id="143" dur="1" fill="hold">
                                          <p:stCondLst>
                                            <p:cond delay="799"/>
                                          </p:stCondLst>
                                        </p:cTn>
                                        <p:tgtEl>
                                          <p:spTgt spid="71"/>
                                        </p:tgtEl>
                                        <p:attrNameLst>
                                          <p:attrName>style.visibility</p:attrName>
                                        </p:attrNameLst>
                                      </p:cBhvr>
                                      <p:to>
                                        <p:strVal val="visible"/>
                                      </p:to>
                                    </p:set>
                                  </p:childTnLst>
                                </p:cTn>
                              </p:par>
                              <p:par>
                                <p:cTn id="144" presetID="6" presetClass="emph" presetSubtype="0" accel="100000" autoRev="1" fill="hold" nodeType="withEffect">
                                  <p:stCondLst>
                                    <p:cond delay="2800"/>
                                  </p:stCondLst>
                                  <p:childTnLst>
                                    <p:animScale>
                                      <p:cBhvr>
                                        <p:cTn id="145" dur="800" fill="hold"/>
                                        <p:tgtEl>
                                          <p:spTgt spid="71"/>
                                        </p:tgtEl>
                                      </p:cBhvr>
                                      <p:by x="0" y="0"/>
                                    </p:animScale>
                                  </p:childTnLst>
                                </p:cTn>
                              </p:par>
                              <p:par>
                                <p:cTn id="146" presetID="10" presetClass="entr" presetSubtype="0" fill="hold" nodeType="withEffect">
                                  <p:stCondLst>
                                    <p:cond delay="3600"/>
                                  </p:stCondLst>
                                  <p:childTnLst>
                                    <p:set>
                                      <p:cBhvr>
                                        <p:cTn id="147" dur="1" fill="hold">
                                          <p:stCondLst>
                                            <p:cond delay="0"/>
                                          </p:stCondLst>
                                        </p:cTn>
                                        <p:tgtEl>
                                          <p:spTgt spid="41"/>
                                        </p:tgtEl>
                                        <p:attrNameLst>
                                          <p:attrName>style.visibility</p:attrName>
                                        </p:attrNameLst>
                                      </p:cBhvr>
                                      <p:to>
                                        <p:strVal val="visible"/>
                                      </p:to>
                                    </p:set>
                                    <p:animEffect transition="in" filter="fade">
                                      <p:cBhvr>
                                        <p:cTn id="148" dur="800"/>
                                        <p:tgtEl>
                                          <p:spTgt spid="41"/>
                                        </p:tgtEl>
                                      </p:cBhvr>
                                    </p:animEffect>
                                  </p:childTnLst>
                                </p:cTn>
                              </p:par>
                              <p:par>
                                <p:cTn id="149" presetID="1" presetClass="entr" presetSubtype="0" fill="hold" nodeType="withEffect">
                                  <p:stCondLst>
                                    <p:cond delay="3200"/>
                                  </p:stCondLst>
                                  <p:childTnLst>
                                    <p:set>
                                      <p:cBhvr>
                                        <p:cTn id="150" dur="1" fill="hold">
                                          <p:stCondLst>
                                            <p:cond delay="799"/>
                                          </p:stCondLst>
                                        </p:cTn>
                                        <p:tgtEl>
                                          <p:spTgt spid="70"/>
                                        </p:tgtEl>
                                        <p:attrNameLst>
                                          <p:attrName>style.visibility</p:attrName>
                                        </p:attrNameLst>
                                      </p:cBhvr>
                                      <p:to>
                                        <p:strVal val="visible"/>
                                      </p:to>
                                    </p:set>
                                  </p:childTnLst>
                                </p:cTn>
                              </p:par>
                              <p:par>
                                <p:cTn id="151" presetID="6" presetClass="emph" presetSubtype="0" accel="100000" autoRev="1" fill="hold" nodeType="withEffect">
                                  <p:stCondLst>
                                    <p:cond delay="3200"/>
                                  </p:stCondLst>
                                  <p:childTnLst>
                                    <p:animScale>
                                      <p:cBhvr>
                                        <p:cTn id="152" dur="800" fill="hold"/>
                                        <p:tgtEl>
                                          <p:spTgt spid="70"/>
                                        </p:tgtEl>
                                      </p:cBhvr>
                                      <p:by x="0" y="0"/>
                                    </p:animScale>
                                  </p:childTnLst>
                                </p:cTn>
                              </p:par>
                              <p:par>
                                <p:cTn id="153" presetID="10" presetClass="entr" presetSubtype="0" fill="hold" grpId="0" nodeType="withEffect">
                                  <p:stCondLst>
                                    <p:cond delay="4200"/>
                                  </p:stCondLst>
                                  <p:childTnLst>
                                    <p:set>
                                      <p:cBhvr>
                                        <p:cTn id="154" dur="1" fill="hold">
                                          <p:stCondLst>
                                            <p:cond delay="0"/>
                                          </p:stCondLst>
                                        </p:cTn>
                                        <p:tgtEl>
                                          <p:spTgt spid="275"/>
                                        </p:tgtEl>
                                        <p:attrNameLst>
                                          <p:attrName>style.visibility</p:attrName>
                                        </p:attrNameLst>
                                      </p:cBhvr>
                                      <p:to>
                                        <p:strVal val="visible"/>
                                      </p:to>
                                    </p:set>
                                    <p:animEffect transition="in" filter="fade">
                                      <p:cBhvr>
                                        <p:cTn id="155" dur="600"/>
                                        <p:tgtEl>
                                          <p:spTgt spid="275"/>
                                        </p:tgtEl>
                                      </p:cBhvr>
                                    </p:animEffect>
                                  </p:childTnLst>
                                </p:cTn>
                              </p:par>
                              <p:par>
                                <p:cTn id="156" presetID="35" presetClass="path" presetSubtype="0" decel="100000" fill="hold" grpId="1" nodeType="withEffect">
                                  <p:stCondLst>
                                    <p:cond delay="4000"/>
                                  </p:stCondLst>
                                  <p:childTnLst>
                                    <p:animMotion origin="layout" path="M -0.05552 0.00022 L -4.55706E-6 0.00022 " pathEditMode="relative" rAng="0" ptsTypes="AA">
                                      <p:cBhvr>
                                        <p:cTn id="157" dur="800" fill="hold"/>
                                        <p:tgtEl>
                                          <p:spTgt spid="275"/>
                                        </p:tgtEl>
                                        <p:attrNameLst>
                                          <p:attrName>ppt_x</p:attrName>
                                          <p:attrName>ppt_y</p:attrName>
                                        </p:attrNameLst>
                                      </p:cBhvr>
                                      <p:rCtr x="2770" y="0"/>
                                    </p:animMotion>
                                  </p:childTnLst>
                                </p:cTn>
                              </p:par>
                              <p:par>
                                <p:cTn id="158" presetID="10" presetClass="entr" presetSubtype="0" fill="hold" nodeType="withEffect">
                                  <p:stCondLst>
                                    <p:cond delay="4000"/>
                                  </p:stCondLst>
                                  <p:childTnLst>
                                    <p:set>
                                      <p:cBhvr>
                                        <p:cTn id="159" dur="1" fill="hold">
                                          <p:stCondLst>
                                            <p:cond delay="0"/>
                                          </p:stCondLst>
                                        </p:cTn>
                                        <p:tgtEl>
                                          <p:spTgt spid="99"/>
                                        </p:tgtEl>
                                        <p:attrNameLst>
                                          <p:attrName>style.visibility</p:attrName>
                                        </p:attrNameLst>
                                      </p:cBhvr>
                                      <p:to>
                                        <p:strVal val="visible"/>
                                      </p:to>
                                    </p:set>
                                    <p:animEffect transition="in" filter="fade">
                                      <p:cBhvr>
                                        <p:cTn id="160" dur="800"/>
                                        <p:tgtEl>
                                          <p:spTgt spid="99"/>
                                        </p:tgtEl>
                                      </p:cBhvr>
                                    </p:animEffect>
                                  </p:childTnLst>
                                </p:cTn>
                              </p:par>
                              <p:par>
                                <p:cTn id="161" presetID="10" presetClass="entr" presetSubtype="0" fill="hold" nodeType="withEffect">
                                  <p:stCondLst>
                                    <p:cond delay="4000"/>
                                  </p:stCondLst>
                                  <p:childTnLst>
                                    <p:set>
                                      <p:cBhvr>
                                        <p:cTn id="162" dur="1" fill="hold">
                                          <p:stCondLst>
                                            <p:cond delay="0"/>
                                          </p:stCondLst>
                                        </p:cTn>
                                        <p:tgtEl>
                                          <p:spTgt spid="117"/>
                                        </p:tgtEl>
                                        <p:attrNameLst>
                                          <p:attrName>style.visibility</p:attrName>
                                        </p:attrNameLst>
                                      </p:cBhvr>
                                      <p:to>
                                        <p:strVal val="visible"/>
                                      </p:to>
                                    </p:set>
                                    <p:animEffect transition="in" filter="fade">
                                      <p:cBhvr>
                                        <p:cTn id="163" dur="800"/>
                                        <p:tgtEl>
                                          <p:spTgt spid="117"/>
                                        </p:tgtEl>
                                      </p:cBhvr>
                                    </p:animEffect>
                                  </p:childTnLst>
                                </p:cTn>
                              </p:par>
                              <p:par>
                                <p:cTn id="164" presetID="1" presetClass="entr" presetSubtype="0" fill="hold" nodeType="withEffect">
                                  <p:stCondLst>
                                    <p:cond delay="3800"/>
                                  </p:stCondLst>
                                  <p:childTnLst>
                                    <p:set>
                                      <p:cBhvr>
                                        <p:cTn id="165" dur="1" fill="hold">
                                          <p:stCondLst>
                                            <p:cond delay="799"/>
                                          </p:stCondLst>
                                        </p:cTn>
                                        <p:tgtEl>
                                          <p:spTgt spid="73"/>
                                        </p:tgtEl>
                                        <p:attrNameLst>
                                          <p:attrName>style.visibility</p:attrName>
                                        </p:attrNameLst>
                                      </p:cBhvr>
                                      <p:to>
                                        <p:strVal val="visible"/>
                                      </p:to>
                                    </p:set>
                                  </p:childTnLst>
                                </p:cTn>
                              </p:par>
                              <p:par>
                                <p:cTn id="166" presetID="6" presetClass="emph" presetSubtype="0" accel="100000" autoRev="1" fill="hold" nodeType="withEffect">
                                  <p:stCondLst>
                                    <p:cond delay="3800"/>
                                  </p:stCondLst>
                                  <p:childTnLst>
                                    <p:animScale>
                                      <p:cBhvr>
                                        <p:cTn id="167" dur="800" fill="hold"/>
                                        <p:tgtEl>
                                          <p:spTgt spid="73"/>
                                        </p:tgtEl>
                                      </p:cBhvr>
                                      <p:by x="0" y="0"/>
                                    </p:animScale>
                                  </p:childTnLst>
                                </p:cTn>
                              </p:par>
                              <p:par>
                                <p:cTn id="168" presetID="10" presetClass="entr" presetSubtype="0" fill="hold" nodeType="withEffect">
                                  <p:stCondLst>
                                    <p:cond delay="4600"/>
                                  </p:stCondLst>
                                  <p:childTnLst>
                                    <p:set>
                                      <p:cBhvr>
                                        <p:cTn id="169" dur="1" fill="hold">
                                          <p:stCondLst>
                                            <p:cond delay="0"/>
                                          </p:stCondLst>
                                        </p:cTn>
                                        <p:tgtEl>
                                          <p:spTgt spid="121"/>
                                        </p:tgtEl>
                                        <p:attrNameLst>
                                          <p:attrName>style.visibility</p:attrName>
                                        </p:attrNameLst>
                                      </p:cBhvr>
                                      <p:to>
                                        <p:strVal val="visible"/>
                                      </p:to>
                                    </p:set>
                                    <p:animEffect transition="in" filter="fade">
                                      <p:cBhvr>
                                        <p:cTn id="170" dur="800"/>
                                        <p:tgtEl>
                                          <p:spTgt spid="121"/>
                                        </p:tgtEl>
                                      </p:cBhvr>
                                    </p:animEffect>
                                  </p:childTnLst>
                                </p:cTn>
                              </p:par>
                              <p:par>
                                <p:cTn id="171" presetID="10" presetClass="entr" presetSubtype="0" fill="hold" nodeType="withEffect">
                                  <p:stCondLst>
                                    <p:cond delay="4600"/>
                                  </p:stCondLst>
                                  <p:childTnLst>
                                    <p:set>
                                      <p:cBhvr>
                                        <p:cTn id="172" dur="1" fill="hold">
                                          <p:stCondLst>
                                            <p:cond delay="0"/>
                                          </p:stCondLst>
                                        </p:cTn>
                                        <p:tgtEl>
                                          <p:spTgt spid="93"/>
                                        </p:tgtEl>
                                        <p:attrNameLst>
                                          <p:attrName>style.visibility</p:attrName>
                                        </p:attrNameLst>
                                      </p:cBhvr>
                                      <p:to>
                                        <p:strVal val="visible"/>
                                      </p:to>
                                    </p:set>
                                    <p:animEffect transition="in" filter="fade">
                                      <p:cBhvr>
                                        <p:cTn id="173" dur="800"/>
                                        <p:tgtEl>
                                          <p:spTgt spid="93"/>
                                        </p:tgtEl>
                                      </p:cBhvr>
                                    </p:animEffect>
                                  </p:childTnLst>
                                </p:cTn>
                              </p:par>
                              <p:par>
                                <p:cTn id="174" presetID="1" presetClass="entr" presetSubtype="0" fill="hold" nodeType="withEffect">
                                  <p:stCondLst>
                                    <p:cond delay="4200"/>
                                  </p:stCondLst>
                                  <p:childTnLst>
                                    <p:set>
                                      <p:cBhvr>
                                        <p:cTn id="175" dur="1" fill="hold">
                                          <p:stCondLst>
                                            <p:cond delay="799"/>
                                          </p:stCondLst>
                                        </p:cTn>
                                        <p:tgtEl>
                                          <p:spTgt spid="75"/>
                                        </p:tgtEl>
                                        <p:attrNameLst>
                                          <p:attrName>style.visibility</p:attrName>
                                        </p:attrNameLst>
                                      </p:cBhvr>
                                      <p:to>
                                        <p:strVal val="visible"/>
                                      </p:to>
                                    </p:set>
                                  </p:childTnLst>
                                </p:cTn>
                              </p:par>
                              <p:par>
                                <p:cTn id="176" presetID="6" presetClass="emph" presetSubtype="0" accel="100000" autoRev="1" fill="hold" nodeType="withEffect">
                                  <p:stCondLst>
                                    <p:cond delay="4200"/>
                                  </p:stCondLst>
                                  <p:childTnLst>
                                    <p:animScale>
                                      <p:cBhvr>
                                        <p:cTn id="177" dur="800" fill="hold"/>
                                        <p:tgtEl>
                                          <p:spTgt spid="75"/>
                                        </p:tgtEl>
                                      </p:cBhvr>
                                      <p:by x="0" y="0"/>
                                    </p:animScale>
                                  </p:childTnLst>
                                </p:cTn>
                              </p:par>
                              <p:par>
                                <p:cTn id="178" presetID="10" presetClass="entr" presetSubtype="0" fill="hold" nodeType="withEffect">
                                  <p:stCondLst>
                                    <p:cond delay="5000"/>
                                  </p:stCondLst>
                                  <p:childTnLst>
                                    <p:set>
                                      <p:cBhvr>
                                        <p:cTn id="179" dur="1" fill="hold">
                                          <p:stCondLst>
                                            <p:cond delay="0"/>
                                          </p:stCondLst>
                                        </p:cTn>
                                        <p:tgtEl>
                                          <p:spTgt spid="167"/>
                                        </p:tgtEl>
                                        <p:attrNameLst>
                                          <p:attrName>style.visibility</p:attrName>
                                        </p:attrNameLst>
                                      </p:cBhvr>
                                      <p:to>
                                        <p:strVal val="visible"/>
                                      </p:to>
                                    </p:set>
                                    <p:animEffect transition="in" filter="fade">
                                      <p:cBhvr>
                                        <p:cTn id="180" dur="800"/>
                                        <p:tgtEl>
                                          <p:spTgt spid="167"/>
                                        </p:tgtEl>
                                      </p:cBhvr>
                                    </p:animEffect>
                                  </p:childTnLst>
                                </p:cTn>
                              </p:par>
                              <p:par>
                                <p:cTn id="181" presetID="10" presetClass="entr" presetSubtype="0" fill="hold" grpId="0" nodeType="withEffect">
                                  <p:stCondLst>
                                    <p:cond delay="4800"/>
                                  </p:stCondLst>
                                  <p:childTnLst>
                                    <p:set>
                                      <p:cBhvr>
                                        <p:cTn id="182" dur="1" fill="hold">
                                          <p:stCondLst>
                                            <p:cond delay="0"/>
                                          </p:stCondLst>
                                        </p:cTn>
                                        <p:tgtEl>
                                          <p:spTgt spid="274"/>
                                        </p:tgtEl>
                                        <p:attrNameLst>
                                          <p:attrName>style.visibility</p:attrName>
                                        </p:attrNameLst>
                                      </p:cBhvr>
                                      <p:to>
                                        <p:strVal val="visible"/>
                                      </p:to>
                                    </p:set>
                                    <p:animEffect transition="in" filter="fade">
                                      <p:cBhvr>
                                        <p:cTn id="183" dur="600"/>
                                        <p:tgtEl>
                                          <p:spTgt spid="274"/>
                                        </p:tgtEl>
                                      </p:cBhvr>
                                    </p:animEffect>
                                  </p:childTnLst>
                                </p:cTn>
                              </p:par>
                              <p:par>
                                <p:cTn id="184" presetID="35" presetClass="path" presetSubtype="0" decel="100000" fill="hold" grpId="1" nodeType="withEffect">
                                  <p:stCondLst>
                                    <p:cond delay="4600"/>
                                  </p:stCondLst>
                                  <p:childTnLst>
                                    <p:animMotion origin="layout" path="M -0.05553 0.00023 L -1.70794E-6 0.00023 " pathEditMode="relative" rAng="0" ptsTypes="AA">
                                      <p:cBhvr>
                                        <p:cTn id="185" dur="800" fill="hold"/>
                                        <p:tgtEl>
                                          <p:spTgt spid="274"/>
                                        </p:tgtEl>
                                        <p:attrNameLst>
                                          <p:attrName>ppt_x</p:attrName>
                                          <p:attrName>ppt_y</p:attrName>
                                        </p:attrNameLst>
                                      </p:cBhvr>
                                      <p:rCtr x="2770" y="0"/>
                                    </p:animMotion>
                                  </p:childTnLst>
                                </p:cTn>
                              </p:par>
                              <p:par>
                                <p:cTn id="186" presetID="10" presetClass="entr" presetSubtype="0" fill="hold" grpId="0" nodeType="withEffect">
                                  <p:stCondLst>
                                    <p:cond delay="5200"/>
                                  </p:stCondLst>
                                  <p:childTnLst>
                                    <p:set>
                                      <p:cBhvr>
                                        <p:cTn id="187" dur="1" fill="hold">
                                          <p:stCondLst>
                                            <p:cond delay="0"/>
                                          </p:stCondLst>
                                        </p:cTn>
                                        <p:tgtEl>
                                          <p:spTgt spid="268"/>
                                        </p:tgtEl>
                                        <p:attrNameLst>
                                          <p:attrName>style.visibility</p:attrName>
                                        </p:attrNameLst>
                                      </p:cBhvr>
                                      <p:to>
                                        <p:strVal val="visible"/>
                                      </p:to>
                                    </p:set>
                                    <p:animEffect transition="in" filter="fade">
                                      <p:cBhvr>
                                        <p:cTn id="188" dur="600"/>
                                        <p:tgtEl>
                                          <p:spTgt spid="268"/>
                                        </p:tgtEl>
                                      </p:cBhvr>
                                    </p:animEffect>
                                  </p:childTnLst>
                                </p:cTn>
                              </p:par>
                              <p:par>
                                <p:cTn id="189" presetID="35" presetClass="path" presetSubtype="0" decel="100000" fill="hold" grpId="1" nodeType="withEffect">
                                  <p:stCondLst>
                                    <p:cond delay="5000"/>
                                  </p:stCondLst>
                                  <p:childTnLst>
                                    <p:animMotion origin="layout" path="M -0.05548 0.00024 L -2.22454E-6 0.00024 " pathEditMode="relative" rAng="0" ptsTypes="AA">
                                      <p:cBhvr>
                                        <p:cTn id="190" dur="800" fill="hold"/>
                                        <p:tgtEl>
                                          <p:spTgt spid="268"/>
                                        </p:tgtEl>
                                        <p:attrNameLst>
                                          <p:attrName>ppt_x</p:attrName>
                                          <p:attrName>ppt_y</p:attrName>
                                        </p:attrNameLst>
                                      </p:cBhvr>
                                      <p:rCtr x="2774" y="0"/>
                                    </p:animMotion>
                                  </p:childTnLst>
                                </p:cTn>
                              </p:par>
                              <p:par>
                                <p:cTn id="191" presetID="10" presetClass="entr" presetSubtype="0" fill="hold" grpId="0" nodeType="withEffect">
                                  <p:stCondLst>
                                    <p:cond delay="5600"/>
                                  </p:stCondLst>
                                  <p:childTnLst>
                                    <p:set>
                                      <p:cBhvr>
                                        <p:cTn id="192" dur="1" fill="hold">
                                          <p:stCondLst>
                                            <p:cond delay="0"/>
                                          </p:stCondLst>
                                        </p:cTn>
                                        <p:tgtEl>
                                          <p:spTgt spid="273"/>
                                        </p:tgtEl>
                                        <p:attrNameLst>
                                          <p:attrName>style.visibility</p:attrName>
                                        </p:attrNameLst>
                                      </p:cBhvr>
                                      <p:to>
                                        <p:strVal val="visible"/>
                                      </p:to>
                                    </p:set>
                                    <p:animEffect transition="in" filter="fade">
                                      <p:cBhvr>
                                        <p:cTn id="193" dur="600"/>
                                        <p:tgtEl>
                                          <p:spTgt spid="273"/>
                                        </p:tgtEl>
                                      </p:cBhvr>
                                    </p:animEffect>
                                  </p:childTnLst>
                                </p:cTn>
                              </p:par>
                              <p:par>
                                <p:cTn id="194" presetID="35" presetClass="path" presetSubtype="0" decel="100000" fill="hold" grpId="1" nodeType="withEffect">
                                  <p:stCondLst>
                                    <p:cond delay="5400"/>
                                  </p:stCondLst>
                                  <p:childTnLst>
                                    <p:animMotion origin="layout" path="M -0.05548 0.00024 L -2.22454E-6 0.00024 " pathEditMode="relative" rAng="0" ptsTypes="AA">
                                      <p:cBhvr>
                                        <p:cTn id="195" dur="800" fill="hold"/>
                                        <p:tgtEl>
                                          <p:spTgt spid="273"/>
                                        </p:tgtEl>
                                        <p:attrNameLst>
                                          <p:attrName>ppt_x</p:attrName>
                                          <p:attrName>ppt_y</p:attrName>
                                        </p:attrNameLst>
                                      </p:cBhvr>
                                      <p:rCtr x="2774" y="0"/>
                                    </p:animMotion>
                                  </p:childTnLst>
                                </p:cTn>
                              </p:par>
                              <p:par>
                                <p:cTn id="196" presetID="10" presetClass="entr" presetSubtype="0" fill="hold" nodeType="withEffect">
                                  <p:stCondLst>
                                    <p:cond delay="5400"/>
                                  </p:stCondLst>
                                  <p:childTnLst>
                                    <p:set>
                                      <p:cBhvr>
                                        <p:cTn id="197" dur="1" fill="hold">
                                          <p:stCondLst>
                                            <p:cond delay="0"/>
                                          </p:stCondLst>
                                        </p:cTn>
                                        <p:tgtEl>
                                          <p:spTgt spid="97"/>
                                        </p:tgtEl>
                                        <p:attrNameLst>
                                          <p:attrName>style.visibility</p:attrName>
                                        </p:attrNameLst>
                                      </p:cBhvr>
                                      <p:to>
                                        <p:strVal val="visible"/>
                                      </p:to>
                                    </p:set>
                                    <p:animEffect transition="in" filter="fade">
                                      <p:cBhvr>
                                        <p:cTn id="198" dur="800"/>
                                        <p:tgtEl>
                                          <p:spTgt spid="97"/>
                                        </p:tgtEl>
                                      </p:cBhvr>
                                    </p:animEffect>
                                  </p:childTnLst>
                                </p:cTn>
                              </p:par>
                              <p:par>
                                <p:cTn id="199" presetID="10" presetClass="entr" presetSubtype="0" fill="hold" nodeType="withEffect">
                                  <p:stCondLst>
                                    <p:cond delay="5400"/>
                                  </p:stCondLst>
                                  <p:childTnLst>
                                    <p:set>
                                      <p:cBhvr>
                                        <p:cTn id="200" dur="1" fill="hold">
                                          <p:stCondLst>
                                            <p:cond delay="0"/>
                                          </p:stCondLst>
                                        </p:cTn>
                                        <p:tgtEl>
                                          <p:spTgt spid="88"/>
                                        </p:tgtEl>
                                        <p:attrNameLst>
                                          <p:attrName>style.visibility</p:attrName>
                                        </p:attrNameLst>
                                      </p:cBhvr>
                                      <p:to>
                                        <p:strVal val="visible"/>
                                      </p:to>
                                    </p:set>
                                    <p:animEffect transition="in" filter="fade">
                                      <p:cBhvr>
                                        <p:cTn id="201" dur="800"/>
                                        <p:tgtEl>
                                          <p:spTgt spid="88"/>
                                        </p:tgtEl>
                                      </p:cBhvr>
                                    </p:animEffect>
                                  </p:childTnLst>
                                </p:cTn>
                              </p:par>
                              <p:par>
                                <p:cTn id="202" presetID="1" presetClass="entr" presetSubtype="0" fill="hold" nodeType="withEffect">
                                  <p:stCondLst>
                                    <p:cond delay="4600"/>
                                  </p:stCondLst>
                                  <p:childTnLst>
                                    <p:set>
                                      <p:cBhvr>
                                        <p:cTn id="203" dur="1" fill="hold">
                                          <p:stCondLst>
                                            <p:cond delay="799"/>
                                          </p:stCondLst>
                                        </p:cTn>
                                        <p:tgtEl>
                                          <p:spTgt spid="78"/>
                                        </p:tgtEl>
                                        <p:attrNameLst>
                                          <p:attrName>style.visibility</p:attrName>
                                        </p:attrNameLst>
                                      </p:cBhvr>
                                      <p:to>
                                        <p:strVal val="visible"/>
                                      </p:to>
                                    </p:set>
                                  </p:childTnLst>
                                </p:cTn>
                              </p:par>
                              <p:par>
                                <p:cTn id="204" presetID="6" presetClass="emph" presetSubtype="0" accel="100000" autoRev="1" fill="hold" nodeType="withEffect">
                                  <p:stCondLst>
                                    <p:cond delay="4600"/>
                                  </p:stCondLst>
                                  <p:childTnLst>
                                    <p:animScale>
                                      <p:cBhvr>
                                        <p:cTn id="205" dur="800" fill="hold"/>
                                        <p:tgtEl>
                                          <p:spTgt spid="78"/>
                                        </p:tgtEl>
                                      </p:cBhvr>
                                      <p:by x="0" y="0"/>
                                    </p:animScale>
                                  </p:childTnLst>
                                </p:cTn>
                              </p:par>
                              <p:par>
                                <p:cTn id="206" presetID="1" presetClass="entr" presetSubtype="0" fill="hold" nodeType="withEffect">
                                  <p:stCondLst>
                                    <p:cond delay="5000"/>
                                  </p:stCondLst>
                                  <p:childTnLst>
                                    <p:set>
                                      <p:cBhvr>
                                        <p:cTn id="207" dur="1" fill="hold">
                                          <p:stCondLst>
                                            <p:cond delay="799"/>
                                          </p:stCondLst>
                                        </p:cTn>
                                        <p:tgtEl>
                                          <p:spTgt spid="80"/>
                                        </p:tgtEl>
                                        <p:attrNameLst>
                                          <p:attrName>style.visibility</p:attrName>
                                        </p:attrNameLst>
                                      </p:cBhvr>
                                      <p:to>
                                        <p:strVal val="visible"/>
                                      </p:to>
                                    </p:set>
                                  </p:childTnLst>
                                </p:cTn>
                              </p:par>
                              <p:par>
                                <p:cTn id="208" presetID="6" presetClass="emph" presetSubtype="0" accel="100000" autoRev="1" fill="hold" nodeType="withEffect">
                                  <p:stCondLst>
                                    <p:cond delay="5000"/>
                                  </p:stCondLst>
                                  <p:childTnLst>
                                    <p:animScale>
                                      <p:cBhvr>
                                        <p:cTn id="209" dur="800" fill="hold"/>
                                        <p:tgtEl>
                                          <p:spTgt spid="80"/>
                                        </p:tgtEl>
                                      </p:cBhvr>
                                      <p:by x="0" y="0"/>
                                    </p:animScale>
                                  </p:childTnLst>
                                </p:cTn>
                              </p:par>
                              <p:par>
                                <p:cTn id="210" presetID="10" presetClass="entr" presetSubtype="0" fill="hold" nodeType="withEffect">
                                  <p:stCondLst>
                                    <p:cond delay="5800"/>
                                  </p:stCondLst>
                                  <p:childTnLst>
                                    <p:set>
                                      <p:cBhvr>
                                        <p:cTn id="211" dur="1" fill="hold">
                                          <p:stCondLst>
                                            <p:cond delay="0"/>
                                          </p:stCondLst>
                                        </p:cTn>
                                        <p:tgtEl>
                                          <p:spTgt spid="186"/>
                                        </p:tgtEl>
                                        <p:attrNameLst>
                                          <p:attrName>style.visibility</p:attrName>
                                        </p:attrNameLst>
                                      </p:cBhvr>
                                      <p:to>
                                        <p:strVal val="visible"/>
                                      </p:to>
                                    </p:set>
                                    <p:animEffect transition="in" filter="fade">
                                      <p:cBhvr>
                                        <p:cTn id="212" dur="800"/>
                                        <p:tgtEl>
                                          <p:spTgt spid="186"/>
                                        </p:tgtEl>
                                      </p:cBhvr>
                                    </p:animEffect>
                                  </p:childTnLst>
                                </p:cTn>
                              </p:par>
                              <p:par>
                                <p:cTn id="213" presetID="10" presetClass="entr" presetSubtype="0" fill="hold" nodeType="withEffect">
                                  <p:stCondLst>
                                    <p:cond delay="5800"/>
                                  </p:stCondLst>
                                  <p:childTnLst>
                                    <p:set>
                                      <p:cBhvr>
                                        <p:cTn id="214" dur="1" fill="hold">
                                          <p:stCondLst>
                                            <p:cond delay="0"/>
                                          </p:stCondLst>
                                        </p:cTn>
                                        <p:tgtEl>
                                          <p:spTgt spid="124"/>
                                        </p:tgtEl>
                                        <p:attrNameLst>
                                          <p:attrName>style.visibility</p:attrName>
                                        </p:attrNameLst>
                                      </p:cBhvr>
                                      <p:to>
                                        <p:strVal val="visible"/>
                                      </p:to>
                                    </p:set>
                                    <p:animEffect transition="in" filter="fade">
                                      <p:cBhvr>
                                        <p:cTn id="215" dur="800"/>
                                        <p:tgtEl>
                                          <p:spTgt spid="124"/>
                                        </p:tgtEl>
                                      </p:cBhvr>
                                    </p:animEffect>
                                  </p:childTnLst>
                                </p:cTn>
                              </p:par>
                              <p:par>
                                <p:cTn id="216" presetID="10" presetClass="entr" presetSubtype="0" fill="hold" nodeType="withEffect">
                                  <p:stCondLst>
                                    <p:cond delay="5800"/>
                                  </p:stCondLst>
                                  <p:childTnLst>
                                    <p:set>
                                      <p:cBhvr>
                                        <p:cTn id="217" dur="1" fill="hold">
                                          <p:stCondLst>
                                            <p:cond delay="0"/>
                                          </p:stCondLst>
                                        </p:cTn>
                                        <p:tgtEl>
                                          <p:spTgt spid="66"/>
                                        </p:tgtEl>
                                        <p:attrNameLst>
                                          <p:attrName>style.visibility</p:attrName>
                                        </p:attrNameLst>
                                      </p:cBhvr>
                                      <p:to>
                                        <p:strVal val="visible"/>
                                      </p:to>
                                    </p:set>
                                    <p:animEffect transition="in" filter="fade">
                                      <p:cBhvr>
                                        <p:cTn id="218" dur="800"/>
                                        <p:tgtEl>
                                          <p:spTgt spid="66"/>
                                        </p:tgtEl>
                                      </p:cBhvr>
                                    </p:animEffect>
                                  </p:childTnLst>
                                </p:cTn>
                              </p:par>
                              <p:par>
                                <p:cTn id="219" presetID="10" presetClass="entr" presetSubtype="0" fill="hold" grpId="0" nodeType="withEffect">
                                  <p:stCondLst>
                                    <p:cond delay="6000"/>
                                  </p:stCondLst>
                                  <p:childTnLst>
                                    <p:set>
                                      <p:cBhvr>
                                        <p:cTn id="220" dur="1" fill="hold">
                                          <p:stCondLst>
                                            <p:cond delay="0"/>
                                          </p:stCondLst>
                                        </p:cTn>
                                        <p:tgtEl>
                                          <p:spTgt spid="270"/>
                                        </p:tgtEl>
                                        <p:attrNameLst>
                                          <p:attrName>style.visibility</p:attrName>
                                        </p:attrNameLst>
                                      </p:cBhvr>
                                      <p:to>
                                        <p:strVal val="visible"/>
                                      </p:to>
                                    </p:set>
                                    <p:animEffect transition="in" filter="fade">
                                      <p:cBhvr>
                                        <p:cTn id="221" dur="600"/>
                                        <p:tgtEl>
                                          <p:spTgt spid="270"/>
                                        </p:tgtEl>
                                      </p:cBhvr>
                                    </p:animEffect>
                                  </p:childTnLst>
                                </p:cTn>
                              </p:par>
                              <p:par>
                                <p:cTn id="222" presetID="35" presetClass="path" presetSubtype="0" decel="100000" fill="hold" grpId="1" nodeType="withEffect">
                                  <p:stCondLst>
                                    <p:cond delay="5800"/>
                                  </p:stCondLst>
                                  <p:childTnLst>
                                    <p:animMotion origin="layout" path="M 0.0434 0.00023 L 4.48302E-6 0.00023 " pathEditMode="relative" rAng="0" ptsTypes="AA">
                                      <p:cBhvr>
                                        <p:cTn id="223" dur="800" fill="hold"/>
                                        <p:tgtEl>
                                          <p:spTgt spid="270"/>
                                        </p:tgtEl>
                                        <p:attrNameLst>
                                          <p:attrName>ppt_x</p:attrName>
                                          <p:attrName>ppt_y</p:attrName>
                                        </p:attrNameLst>
                                      </p:cBhvr>
                                      <p:rCtr x="-2170" y="0"/>
                                    </p:animMotion>
                                  </p:childTnLst>
                                </p:cTn>
                              </p:par>
                              <p:par>
                                <p:cTn id="224" presetID="1" presetClass="entr" presetSubtype="0" fill="hold" nodeType="withEffect">
                                  <p:stCondLst>
                                    <p:cond delay="5400"/>
                                  </p:stCondLst>
                                  <p:childTnLst>
                                    <p:set>
                                      <p:cBhvr>
                                        <p:cTn id="225" dur="1" fill="hold">
                                          <p:stCondLst>
                                            <p:cond delay="799"/>
                                          </p:stCondLst>
                                        </p:cTn>
                                        <p:tgtEl>
                                          <p:spTgt spid="81"/>
                                        </p:tgtEl>
                                        <p:attrNameLst>
                                          <p:attrName>style.visibility</p:attrName>
                                        </p:attrNameLst>
                                      </p:cBhvr>
                                      <p:to>
                                        <p:strVal val="visible"/>
                                      </p:to>
                                    </p:set>
                                  </p:childTnLst>
                                </p:cTn>
                              </p:par>
                              <p:par>
                                <p:cTn id="226" presetID="6" presetClass="emph" presetSubtype="0" accel="100000" autoRev="1" fill="hold" nodeType="withEffect">
                                  <p:stCondLst>
                                    <p:cond delay="5400"/>
                                  </p:stCondLst>
                                  <p:childTnLst>
                                    <p:animScale>
                                      <p:cBhvr>
                                        <p:cTn id="227" dur="800" fill="hold"/>
                                        <p:tgtEl>
                                          <p:spTgt spid="81"/>
                                        </p:tgtEl>
                                      </p:cBhvr>
                                      <p:by x="0" y="0"/>
                                    </p:animScale>
                                  </p:childTnLst>
                                </p:cTn>
                              </p:par>
                              <p:par>
                                <p:cTn id="228" presetID="10" presetClass="entr" presetSubtype="0" fill="hold" grpId="0" nodeType="withEffect">
                                  <p:stCondLst>
                                    <p:cond delay="6400"/>
                                  </p:stCondLst>
                                  <p:childTnLst>
                                    <p:set>
                                      <p:cBhvr>
                                        <p:cTn id="229" dur="1" fill="hold">
                                          <p:stCondLst>
                                            <p:cond delay="0"/>
                                          </p:stCondLst>
                                        </p:cTn>
                                        <p:tgtEl>
                                          <p:spTgt spid="271"/>
                                        </p:tgtEl>
                                        <p:attrNameLst>
                                          <p:attrName>style.visibility</p:attrName>
                                        </p:attrNameLst>
                                      </p:cBhvr>
                                      <p:to>
                                        <p:strVal val="visible"/>
                                      </p:to>
                                    </p:set>
                                    <p:animEffect transition="in" filter="fade">
                                      <p:cBhvr>
                                        <p:cTn id="230" dur="600"/>
                                        <p:tgtEl>
                                          <p:spTgt spid="271"/>
                                        </p:tgtEl>
                                      </p:cBhvr>
                                    </p:animEffect>
                                  </p:childTnLst>
                                </p:cTn>
                              </p:par>
                              <p:par>
                                <p:cTn id="231" presetID="35" presetClass="path" presetSubtype="0" decel="100000" fill="hold" grpId="1" nodeType="withEffect">
                                  <p:stCondLst>
                                    <p:cond delay="6200"/>
                                  </p:stCondLst>
                                  <p:childTnLst>
                                    <p:animMotion origin="layout" path="M -0.05548 0.00024 L -2.22454E-6 0.00024 " pathEditMode="relative" rAng="0" ptsTypes="AA">
                                      <p:cBhvr>
                                        <p:cTn id="232" dur="800" fill="hold"/>
                                        <p:tgtEl>
                                          <p:spTgt spid="271"/>
                                        </p:tgtEl>
                                        <p:attrNameLst>
                                          <p:attrName>ppt_x</p:attrName>
                                          <p:attrName>ppt_y</p:attrName>
                                        </p:attrNameLst>
                                      </p:cBhvr>
                                      <p:rCtr x="2774" y="0"/>
                                    </p:animMotion>
                                  </p:childTnLst>
                                </p:cTn>
                              </p:par>
                              <p:par>
                                <p:cTn id="233" presetID="10" presetClass="entr" presetSubtype="0" fill="hold" nodeType="withEffect">
                                  <p:stCondLst>
                                    <p:cond delay="6200"/>
                                  </p:stCondLst>
                                  <p:childTnLst>
                                    <p:set>
                                      <p:cBhvr>
                                        <p:cTn id="234" dur="1" fill="hold">
                                          <p:stCondLst>
                                            <p:cond delay="0"/>
                                          </p:stCondLst>
                                        </p:cTn>
                                        <p:tgtEl>
                                          <p:spTgt spid="69"/>
                                        </p:tgtEl>
                                        <p:attrNameLst>
                                          <p:attrName>style.visibility</p:attrName>
                                        </p:attrNameLst>
                                      </p:cBhvr>
                                      <p:to>
                                        <p:strVal val="visible"/>
                                      </p:to>
                                    </p:set>
                                    <p:animEffect transition="in" filter="fade">
                                      <p:cBhvr>
                                        <p:cTn id="235" dur="800"/>
                                        <p:tgtEl>
                                          <p:spTgt spid="69"/>
                                        </p:tgtEl>
                                      </p:cBhvr>
                                    </p:animEffect>
                                  </p:childTnLst>
                                </p:cTn>
                              </p:par>
                              <p:par>
                                <p:cTn id="236" presetID="10" presetClass="entr" presetSubtype="0" fill="hold" nodeType="withEffect">
                                  <p:stCondLst>
                                    <p:cond delay="6200"/>
                                  </p:stCondLst>
                                  <p:childTnLst>
                                    <p:set>
                                      <p:cBhvr>
                                        <p:cTn id="237" dur="1" fill="hold">
                                          <p:stCondLst>
                                            <p:cond delay="0"/>
                                          </p:stCondLst>
                                        </p:cTn>
                                        <p:tgtEl>
                                          <p:spTgt spid="74"/>
                                        </p:tgtEl>
                                        <p:attrNameLst>
                                          <p:attrName>style.visibility</p:attrName>
                                        </p:attrNameLst>
                                      </p:cBhvr>
                                      <p:to>
                                        <p:strVal val="visible"/>
                                      </p:to>
                                    </p:set>
                                    <p:animEffect transition="in" filter="fade">
                                      <p:cBhvr>
                                        <p:cTn id="238" dur="800"/>
                                        <p:tgtEl>
                                          <p:spTgt spid="74"/>
                                        </p:tgtEl>
                                      </p:cBhvr>
                                    </p:animEffect>
                                  </p:childTnLst>
                                </p:cTn>
                              </p:par>
                              <p:par>
                                <p:cTn id="239" presetID="10" presetClass="entr" presetSubtype="0" fill="hold" nodeType="withEffect">
                                  <p:stCondLst>
                                    <p:cond delay="6200"/>
                                  </p:stCondLst>
                                  <p:childTnLst>
                                    <p:set>
                                      <p:cBhvr>
                                        <p:cTn id="240" dur="1" fill="hold">
                                          <p:stCondLst>
                                            <p:cond delay="0"/>
                                          </p:stCondLst>
                                        </p:cTn>
                                        <p:tgtEl>
                                          <p:spTgt spid="194"/>
                                        </p:tgtEl>
                                        <p:attrNameLst>
                                          <p:attrName>style.visibility</p:attrName>
                                        </p:attrNameLst>
                                      </p:cBhvr>
                                      <p:to>
                                        <p:strVal val="visible"/>
                                      </p:to>
                                    </p:set>
                                    <p:animEffect transition="in" filter="fade">
                                      <p:cBhvr>
                                        <p:cTn id="241" dur="800"/>
                                        <p:tgtEl>
                                          <p:spTgt spid="194"/>
                                        </p:tgtEl>
                                      </p:cBhvr>
                                    </p:animEffect>
                                  </p:childTnLst>
                                </p:cTn>
                              </p:par>
                              <p:par>
                                <p:cTn id="242" presetID="1" presetClass="entr" presetSubtype="0" fill="hold" grpId="0" nodeType="withEffect">
                                  <p:stCondLst>
                                    <p:cond delay="4800"/>
                                  </p:stCondLst>
                                  <p:childTnLst>
                                    <p:set>
                                      <p:cBhvr>
                                        <p:cTn id="243" dur="1" fill="hold">
                                          <p:stCondLst>
                                            <p:cond delay="799"/>
                                          </p:stCondLst>
                                        </p:cTn>
                                        <p:tgtEl>
                                          <p:spTgt spid="212"/>
                                        </p:tgtEl>
                                        <p:attrNameLst>
                                          <p:attrName>style.visibility</p:attrName>
                                        </p:attrNameLst>
                                      </p:cBhvr>
                                      <p:to>
                                        <p:strVal val="visible"/>
                                      </p:to>
                                    </p:set>
                                  </p:childTnLst>
                                </p:cTn>
                              </p:par>
                              <p:par>
                                <p:cTn id="244" presetID="6" presetClass="emph" presetSubtype="0" accel="100000" autoRev="1" fill="hold" grpId="1" nodeType="withEffect">
                                  <p:stCondLst>
                                    <p:cond delay="4800"/>
                                  </p:stCondLst>
                                  <p:childTnLst>
                                    <p:animScale>
                                      <p:cBhvr>
                                        <p:cTn id="245" dur="800" fill="hold"/>
                                        <p:tgtEl>
                                          <p:spTgt spid="212"/>
                                        </p:tgtEl>
                                      </p:cBhvr>
                                      <p:by x="0" y="0"/>
                                    </p:animScale>
                                  </p:childTnLst>
                                </p:cTn>
                              </p:par>
                              <p:par>
                                <p:cTn id="246" presetID="10" presetClass="entr" presetSubtype="0" fill="hold" nodeType="withEffect">
                                  <p:stCondLst>
                                    <p:cond delay="5600"/>
                                  </p:stCondLst>
                                  <p:childTnLst>
                                    <p:set>
                                      <p:cBhvr>
                                        <p:cTn id="247" dur="1" fill="hold">
                                          <p:stCondLst>
                                            <p:cond delay="0"/>
                                          </p:stCondLst>
                                        </p:cTn>
                                        <p:tgtEl>
                                          <p:spTgt spid="213"/>
                                        </p:tgtEl>
                                        <p:attrNameLst>
                                          <p:attrName>style.visibility</p:attrName>
                                        </p:attrNameLst>
                                      </p:cBhvr>
                                      <p:to>
                                        <p:strVal val="visible"/>
                                      </p:to>
                                    </p:set>
                                    <p:animEffect transition="in" filter="fade">
                                      <p:cBhvr>
                                        <p:cTn id="248" dur="800"/>
                                        <p:tgtEl>
                                          <p:spTgt spid="213"/>
                                        </p:tgtEl>
                                      </p:cBhvr>
                                    </p:animEffect>
                                  </p:childTnLst>
                                </p:cTn>
                              </p:par>
                              <p:par>
                                <p:cTn id="249" presetID="1" presetClass="entr" presetSubtype="0" fill="hold" grpId="0" nodeType="withEffect">
                                  <p:stCondLst>
                                    <p:cond delay="5600"/>
                                  </p:stCondLst>
                                  <p:childTnLst>
                                    <p:set>
                                      <p:cBhvr>
                                        <p:cTn id="250" dur="1" fill="hold">
                                          <p:stCondLst>
                                            <p:cond delay="799"/>
                                          </p:stCondLst>
                                        </p:cTn>
                                        <p:tgtEl>
                                          <p:spTgt spid="147"/>
                                        </p:tgtEl>
                                        <p:attrNameLst>
                                          <p:attrName>style.visibility</p:attrName>
                                        </p:attrNameLst>
                                      </p:cBhvr>
                                      <p:to>
                                        <p:strVal val="visible"/>
                                      </p:to>
                                    </p:set>
                                  </p:childTnLst>
                                </p:cTn>
                              </p:par>
                              <p:par>
                                <p:cTn id="251" presetID="6" presetClass="emph" presetSubtype="0" accel="100000" autoRev="1" fill="hold" grpId="1" nodeType="withEffect">
                                  <p:stCondLst>
                                    <p:cond delay="5600"/>
                                  </p:stCondLst>
                                  <p:childTnLst>
                                    <p:animScale>
                                      <p:cBhvr>
                                        <p:cTn id="252" dur="800" fill="hold"/>
                                        <p:tgtEl>
                                          <p:spTgt spid="147"/>
                                        </p:tgtEl>
                                      </p:cBhvr>
                                      <p:by x="0" y="0"/>
                                    </p:animScale>
                                  </p:childTnLst>
                                </p:cTn>
                              </p:par>
                              <p:par>
                                <p:cTn id="253" presetID="10" presetClass="entr" presetSubtype="0" fill="hold" nodeType="withEffect">
                                  <p:stCondLst>
                                    <p:cond delay="6300"/>
                                  </p:stCondLst>
                                  <p:childTnLst>
                                    <p:set>
                                      <p:cBhvr>
                                        <p:cTn id="254" dur="1" fill="hold">
                                          <p:stCondLst>
                                            <p:cond delay="0"/>
                                          </p:stCondLst>
                                        </p:cTn>
                                        <p:tgtEl>
                                          <p:spTgt spid="148"/>
                                        </p:tgtEl>
                                        <p:attrNameLst>
                                          <p:attrName>style.visibility</p:attrName>
                                        </p:attrNameLst>
                                      </p:cBhvr>
                                      <p:to>
                                        <p:strVal val="visible"/>
                                      </p:to>
                                    </p:set>
                                    <p:animEffect transition="in" filter="fade">
                                      <p:cBhvr>
                                        <p:cTn id="255" dur="8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2" grpId="0" animBg="1"/>
      <p:bldP spid="42" grpId="1" animBg="1"/>
      <p:bldP spid="147" grpId="0" animBg="1"/>
      <p:bldP spid="147" grpId="1" animBg="1"/>
      <p:bldP spid="172" grpId="0" animBg="1"/>
      <p:bldP spid="172" grpId="1" animBg="1"/>
      <p:bldP spid="174" grpId="0" animBg="1"/>
      <p:bldP spid="174" grpId="1" animBg="1"/>
      <p:bldP spid="212" grpId="0" animBg="1"/>
      <p:bldP spid="212" grpId="1" animBg="1"/>
      <p:bldP spid="220" grpId="0" animBg="1"/>
      <p:bldP spid="220" grpId="1" animBg="1"/>
      <p:bldP spid="228" grpId="0" animBg="1"/>
      <p:bldP spid="228" grpId="1" animBg="1"/>
      <p:bldP spid="231" grpId="0" animBg="1"/>
      <p:bldP spid="231" grpId="1" animBg="1"/>
      <p:bldP spid="234" grpId="0" animBg="1"/>
      <p:bldP spid="234" grpId="1" animBg="1"/>
      <p:bldP spid="262" grpId="0"/>
      <p:bldP spid="262" grpId="1"/>
      <p:bldP spid="263" grpId="0"/>
      <p:bldP spid="263" grpId="1"/>
      <p:bldP spid="264" grpId="0"/>
      <p:bldP spid="264" grpId="1"/>
      <p:bldP spid="265" grpId="0"/>
      <p:bldP spid="265" grpId="1"/>
      <p:bldP spid="266" grpId="0"/>
      <p:bldP spid="266" grpId="1"/>
      <p:bldP spid="267" grpId="0"/>
      <p:bldP spid="267" grpId="1"/>
      <p:bldP spid="268" grpId="0"/>
      <p:bldP spid="268" grpId="1"/>
      <p:bldP spid="270" grpId="0"/>
      <p:bldP spid="270" grpId="1"/>
      <p:bldP spid="271" grpId="0"/>
      <p:bldP spid="271" grpId="1"/>
      <p:bldP spid="272" grpId="0"/>
      <p:bldP spid="272" grpId="1"/>
      <p:bldP spid="273" grpId="0"/>
      <p:bldP spid="273" grpId="1"/>
      <p:bldP spid="274" grpId="0"/>
      <p:bldP spid="274" grpId="1"/>
      <p:bldP spid="275" grpId="0"/>
      <p:bldP spid="275"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5098642" flipV="1">
            <a:off x="999837" y="1361104"/>
            <a:ext cx="3883823" cy="4006819"/>
          </a:xfrm>
          <a:prstGeom prst="rect">
            <a:avLst/>
          </a:prstGeom>
        </p:spPr>
      </p:pic>
      <p:pic>
        <p:nvPicPr>
          <p:cNvPr id="19" name="Picture 1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24572" y="1486746"/>
            <a:ext cx="3834353" cy="3755534"/>
          </a:xfrm>
          <a:prstGeom prst="rect">
            <a:avLst/>
          </a:prstGeom>
        </p:spPr>
      </p:pic>
      <p:grpSp>
        <p:nvGrpSpPr>
          <p:cNvPr id="153" name="Group 152"/>
          <p:cNvGrpSpPr/>
          <p:nvPr/>
        </p:nvGrpSpPr>
        <p:grpSpPr>
          <a:xfrm>
            <a:off x="5413551" y="3090378"/>
            <a:ext cx="5838316" cy="1434280"/>
            <a:chOff x="5522104" y="3151850"/>
            <a:chExt cx="5955386" cy="1463040"/>
          </a:xfrm>
        </p:grpSpPr>
        <p:sp>
          <p:nvSpPr>
            <p:cNvPr id="154" name="Rectangle 153"/>
            <p:cNvSpPr/>
            <p:nvPr/>
          </p:nvSpPr>
          <p:spPr>
            <a:xfrm>
              <a:off x="5522104" y="3151850"/>
              <a:ext cx="5955386" cy="548640"/>
            </a:xfrm>
            <a:prstGeom prst="rect">
              <a:avLst/>
            </a:prstGeom>
          </p:spPr>
          <p:txBody>
            <a:bodyPr wrap="square" lIns="0" tIns="0" rIns="0" bIns="0" anchor="ctr">
              <a:noAutofit/>
            </a:bodyPr>
            <a:lstStyle/>
            <a:p>
              <a:pPr marL="0" marR="0" lvl="0" indent="0" algn="l" defTabSz="896386" rtl="0" eaLnBrk="1" fontAlgn="auto" latinLnBrk="0" hangingPunct="1">
                <a:lnSpc>
                  <a:spcPct val="90000"/>
                </a:lnSpc>
                <a:spcBef>
                  <a:spcPts val="0"/>
                </a:spcBef>
                <a:spcAft>
                  <a:spcPct val="0"/>
                </a:spcAft>
                <a:buClrTx/>
                <a:buSzTx/>
                <a:buFontTx/>
                <a:buNone/>
                <a:tabLst/>
                <a:defRPr/>
              </a:pPr>
              <a:r>
                <a:rPr kumimoji="0" lang="en-US" sz="1961" b="1" i="0" u="none" strike="noStrike" kern="0" cap="none" spc="118" normalizeH="0" baseline="0" noProof="0">
                  <a:ln>
                    <a:noFill/>
                  </a:ln>
                  <a:gradFill>
                    <a:gsLst>
                      <a:gs pos="0">
                        <a:srgbClr val="505050"/>
                      </a:gs>
                      <a:gs pos="100000">
                        <a:srgbClr val="505050"/>
                      </a:gs>
                    </a:gsLst>
                    <a:lin ang="5400000" scaled="1"/>
                  </a:gradFill>
                  <a:effectLst/>
                  <a:uLnTx/>
                  <a:uFillTx/>
                  <a:latin typeface="Segoe UI"/>
                  <a:ea typeface="Segoe UI Black" panose="020B0A02040204020203" pitchFamily="34" charset="0"/>
                  <a:cs typeface="Segoe UI Black" panose="020B0A02040204020203" pitchFamily="34" charset="0"/>
                </a:rPr>
                <a:t>450B </a:t>
              </a:r>
              <a:r>
                <a:rPr kumimoji="0" lang="en-US" sz="1961" b="0" i="0" u="none" strike="noStrike" kern="0" cap="none" spc="118" normalizeH="0" baseline="0" noProof="0">
                  <a:ln>
                    <a:noFill/>
                  </a:ln>
                  <a:gradFill>
                    <a:gsLst>
                      <a:gs pos="0">
                        <a:srgbClr val="505050"/>
                      </a:gs>
                      <a:gs pos="100000">
                        <a:srgbClr val="505050"/>
                      </a:gs>
                    </a:gsLst>
                    <a:lin ang="5400000" scaled="1"/>
                  </a:gradFill>
                  <a:effectLst/>
                  <a:uLnTx/>
                  <a:uFillTx/>
                  <a:latin typeface="Segoe UI"/>
                  <a:ea typeface="Segoe UI Black" panose="020B0A02040204020203" pitchFamily="34" charset="0"/>
                  <a:cs typeface="Segoe UI Black" panose="020B0A02040204020203" pitchFamily="34" charset="0"/>
                </a:rPr>
                <a:t>user authentications each month</a:t>
              </a:r>
            </a:p>
          </p:txBody>
        </p:sp>
        <p:sp>
          <p:nvSpPr>
            <p:cNvPr id="155" name="Rectangle 154"/>
            <p:cNvSpPr/>
            <p:nvPr/>
          </p:nvSpPr>
          <p:spPr>
            <a:xfrm>
              <a:off x="5522104" y="3605240"/>
              <a:ext cx="5955386" cy="548640"/>
            </a:xfrm>
            <a:prstGeom prst="rect">
              <a:avLst/>
            </a:prstGeom>
          </p:spPr>
          <p:txBody>
            <a:bodyPr wrap="square" lIns="0" tIns="0" rIns="0" bIns="0" anchor="ctr">
              <a:noAutofit/>
            </a:bodyPr>
            <a:lstStyle/>
            <a:p>
              <a:pPr marL="0" marR="0" lvl="0" indent="0" algn="l" defTabSz="896386" rtl="0" eaLnBrk="1" fontAlgn="auto" latinLnBrk="0" hangingPunct="1">
                <a:lnSpc>
                  <a:spcPct val="90000"/>
                </a:lnSpc>
                <a:spcBef>
                  <a:spcPts val="0"/>
                </a:spcBef>
                <a:spcAft>
                  <a:spcPct val="0"/>
                </a:spcAft>
                <a:buClrTx/>
                <a:buSzTx/>
                <a:buFontTx/>
                <a:buNone/>
                <a:tabLst/>
                <a:defRPr/>
              </a:pPr>
              <a:r>
                <a:rPr kumimoji="0" lang="en-US" sz="1961" b="1" i="0" u="none" strike="noStrike" kern="0" cap="none" spc="118" normalizeH="0" baseline="0" noProof="0">
                  <a:ln>
                    <a:noFill/>
                  </a:ln>
                  <a:gradFill>
                    <a:gsLst>
                      <a:gs pos="0">
                        <a:srgbClr val="505050"/>
                      </a:gs>
                      <a:gs pos="100000">
                        <a:srgbClr val="505050"/>
                      </a:gs>
                    </a:gsLst>
                    <a:lin ang="5400000" scaled="1"/>
                  </a:gradFill>
                  <a:effectLst/>
                  <a:uLnTx/>
                  <a:uFillTx/>
                  <a:latin typeface="Segoe UI"/>
                  <a:ea typeface="Segoe UI Black" panose="020B0A02040204020203" pitchFamily="34" charset="0"/>
                  <a:cs typeface="Segoe UI Black" panose="020B0A02040204020203" pitchFamily="34" charset="0"/>
                </a:rPr>
                <a:t>1B </a:t>
              </a:r>
              <a:r>
                <a:rPr kumimoji="0" lang="en-US" sz="1961" b="0" i="0" u="none" strike="noStrike" kern="0" cap="none" spc="118" normalizeH="0" baseline="0" noProof="0">
                  <a:ln>
                    <a:noFill/>
                  </a:ln>
                  <a:gradFill>
                    <a:gsLst>
                      <a:gs pos="0">
                        <a:srgbClr val="505050"/>
                      </a:gs>
                      <a:gs pos="100000">
                        <a:srgbClr val="505050"/>
                      </a:gs>
                    </a:gsLst>
                    <a:lin ang="5400000" scaled="1"/>
                  </a:gradFill>
                  <a:effectLst/>
                  <a:uLnTx/>
                  <a:uFillTx/>
                  <a:latin typeface="Segoe UI"/>
                  <a:ea typeface="Segoe UI Black" panose="020B0A02040204020203" pitchFamily="34" charset="0"/>
                  <a:cs typeface="Segoe UI Black" panose="020B0A02040204020203" pitchFamily="34" charset="0"/>
                </a:rPr>
                <a:t>Windows devices updated</a:t>
              </a:r>
            </a:p>
          </p:txBody>
        </p:sp>
        <p:sp>
          <p:nvSpPr>
            <p:cNvPr id="156" name="Rectangle 155"/>
            <p:cNvSpPr/>
            <p:nvPr/>
          </p:nvSpPr>
          <p:spPr>
            <a:xfrm>
              <a:off x="5522104" y="4066250"/>
              <a:ext cx="5955386" cy="548640"/>
            </a:xfrm>
            <a:prstGeom prst="rect">
              <a:avLst/>
            </a:prstGeom>
          </p:spPr>
          <p:txBody>
            <a:bodyPr wrap="square" lIns="0" tIns="0" rIns="0" bIns="0" anchor="ctr">
              <a:noAutofit/>
            </a:bodyPr>
            <a:lstStyle/>
            <a:p>
              <a:pPr marL="0" marR="0" lvl="0" indent="0" algn="l" defTabSz="896386" rtl="0" eaLnBrk="1" fontAlgn="auto" latinLnBrk="0" hangingPunct="1">
                <a:lnSpc>
                  <a:spcPct val="90000"/>
                </a:lnSpc>
                <a:spcBef>
                  <a:spcPts val="0"/>
                </a:spcBef>
                <a:spcAft>
                  <a:spcPct val="0"/>
                </a:spcAft>
                <a:buClrTx/>
                <a:buSzTx/>
                <a:buFontTx/>
                <a:buNone/>
                <a:tabLst/>
                <a:defRPr/>
              </a:pPr>
              <a:r>
                <a:rPr kumimoji="0" lang="en-US" sz="1961" b="1" i="0" u="none" strike="noStrike" kern="0" cap="none" spc="118" normalizeH="0" baseline="0" noProof="0">
                  <a:ln>
                    <a:noFill/>
                  </a:ln>
                  <a:gradFill>
                    <a:gsLst>
                      <a:gs pos="0">
                        <a:srgbClr val="505050"/>
                      </a:gs>
                      <a:gs pos="100000">
                        <a:srgbClr val="505050"/>
                      </a:gs>
                    </a:gsLst>
                    <a:lin ang="5400000" scaled="1"/>
                  </a:gradFill>
                  <a:effectLst/>
                  <a:uLnTx/>
                  <a:uFillTx/>
                  <a:latin typeface="Segoe UI"/>
                  <a:ea typeface="Segoe UI Black" panose="020B0A02040204020203" pitchFamily="34" charset="0"/>
                  <a:cs typeface="Segoe UI Black" panose="020B0A02040204020203" pitchFamily="34" charset="0"/>
                </a:rPr>
                <a:t>400B </a:t>
              </a:r>
              <a:r>
                <a:rPr kumimoji="0" lang="en-US" sz="1961" b="0" i="0" u="none" strike="noStrike" kern="0" cap="none" spc="118" normalizeH="0" baseline="0" noProof="0">
                  <a:ln>
                    <a:noFill/>
                  </a:ln>
                  <a:gradFill>
                    <a:gsLst>
                      <a:gs pos="0">
                        <a:srgbClr val="505050"/>
                      </a:gs>
                      <a:gs pos="100000">
                        <a:srgbClr val="505050"/>
                      </a:gs>
                    </a:gsLst>
                    <a:lin ang="5400000" scaled="1"/>
                  </a:gradFill>
                  <a:effectLst/>
                  <a:uLnTx/>
                  <a:uFillTx/>
                  <a:latin typeface="Segoe UI"/>
                  <a:ea typeface="Segoe UI Black" panose="020B0A02040204020203" pitchFamily="34" charset="0"/>
                  <a:cs typeface="Segoe UI Black" panose="020B0A02040204020203" pitchFamily="34" charset="0"/>
                </a:rPr>
                <a:t>emails analyzed for spam and malware</a:t>
              </a:r>
            </a:p>
          </p:txBody>
        </p:sp>
      </p:grpSp>
    </p:spTree>
    <p:extLst>
      <p:ext uri="{BB962C8B-B14F-4D97-AF65-F5344CB8AC3E}">
        <p14:creationId xmlns:p14="http://schemas.microsoft.com/office/powerpoint/2010/main" val="27459831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42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0"/>
                                        <p:tgtEl>
                                          <p:spTgt spid="18"/>
                                        </p:tgtEl>
                                      </p:cBhvr>
                                    </p:animEffect>
                                  </p:childTnLst>
                                </p:cTn>
                              </p:par>
                              <p:par>
                                <p:cTn id="8" presetID="8" presetClass="emph" presetSubtype="0" decel="100000" fill="hold" nodeType="withEffect">
                                  <p:stCondLst>
                                    <p:cond delay="6200"/>
                                  </p:stCondLst>
                                  <p:childTnLst>
                                    <p:animRot by="4800000">
                                      <p:cBhvr>
                                        <p:cTn id="9" dur="71700" fill="hold"/>
                                        <p:tgtEl>
                                          <p:spTgt spid="18"/>
                                        </p:tgtEl>
                                        <p:attrNameLst>
                                          <p:attrName>r</p:attrName>
                                        </p:attrNameLst>
                                      </p:cBhvr>
                                    </p:animRot>
                                  </p:childTnLst>
                                </p:cTn>
                              </p:par>
                              <p:par>
                                <p:cTn id="10" presetID="10" presetClass="entr" presetSubtype="0" fill="hold" nodeType="withEffect">
                                  <p:stCondLst>
                                    <p:cond delay="520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2000"/>
                                        <p:tgtEl>
                                          <p:spTgt spid="19"/>
                                        </p:tgtEl>
                                      </p:cBhvr>
                                    </p:animEffect>
                                  </p:childTnLst>
                                </p:cTn>
                              </p:par>
                              <p:par>
                                <p:cTn id="13" presetID="8" presetClass="emph" presetSubtype="0" decel="100000" fill="hold" nodeType="withEffect">
                                  <p:stCondLst>
                                    <p:cond delay="7200"/>
                                  </p:stCondLst>
                                  <p:childTnLst>
                                    <p:animRot by="-4800000">
                                      <p:cBhvr>
                                        <p:cTn id="14" dur="71700" fill="hold"/>
                                        <p:tgtEl>
                                          <p:spTgt spid="19"/>
                                        </p:tgtEl>
                                        <p:attrNameLst>
                                          <p:attrName>r</p:attrName>
                                        </p:attrNameLst>
                                      </p:cBhvr>
                                    </p:animRot>
                                  </p:childTnLst>
                                </p:cTn>
                              </p:par>
                              <p:par>
                                <p:cTn id="15" presetID="10" presetClass="entr" presetSubtype="0" fill="hold" nodeType="withEffect">
                                  <p:stCondLst>
                                    <p:cond delay="4000"/>
                                  </p:stCondLst>
                                  <p:childTnLst>
                                    <p:set>
                                      <p:cBhvr>
                                        <p:cTn id="16" dur="1" fill="hold">
                                          <p:stCondLst>
                                            <p:cond delay="0"/>
                                          </p:stCondLst>
                                        </p:cTn>
                                        <p:tgtEl>
                                          <p:spTgt spid="153"/>
                                        </p:tgtEl>
                                        <p:attrNameLst>
                                          <p:attrName>style.visibility</p:attrName>
                                        </p:attrNameLst>
                                      </p:cBhvr>
                                      <p:to>
                                        <p:strVal val="visible"/>
                                      </p:to>
                                    </p:set>
                                    <p:animEffect transition="in" filter="fade">
                                      <p:cBhvr>
                                        <p:cTn id="17" dur="250"/>
                                        <p:tgtEl>
                                          <p:spTgt spid="153"/>
                                        </p:tgtEl>
                                      </p:cBhvr>
                                    </p:animEffect>
                                  </p:childTnLst>
                                </p:cTn>
                              </p:par>
                              <p:par>
                                <p:cTn id="18" presetID="42" presetClass="path" presetSubtype="0" decel="100000" fill="hold" nodeType="withEffect">
                                  <p:stCondLst>
                                    <p:cond delay="3750"/>
                                  </p:stCondLst>
                                  <p:childTnLst>
                                    <p:animMotion origin="layout" path="M 1.86622E-6 2.23332E-6 L 1.86622E-6 0.25011 " pathEditMode="relative" rAng="0" ptsTypes="AA">
                                      <p:cBhvr>
                                        <p:cTn id="19" dur="750" spd="-100000" fill="hold"/>
                                        <p:tgtEl>
                                          <p:spTgt spid="153"/>
                                        </p:tgtEl>
                                        <p:attrNameLst>
                                          <p:attrName>ppt_x</p:attrName>
                                          <p:attrName>ppt_y</p:attrName>
                                        </p:attrNameLst>
                                      </p:cBhvr>
                                      <p:rCtr x="0" y="125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9" name="Group 218" hidden="1"/>
          <p:cNvGrpSpPr/>
          <p:nvPr/>
        </p:nvGrpSpPr>
        <p:grpSpPr>
          <a:xfrm flipH="1">
            <a:off x="374726" y="-828440"/>
            <a:ext cx="11116578" cy="8544758"/>
            <a:chOff x="713565" y="-842767"/>
            <a:chExt cx="11339489" cy="8716098"/>
          </a:xfrm>
        </p:grpSpPr>
        <p:cxnSp>
          <p:nvCxnSpPr>
            <p:cNvPr id="129" name="Identity Line"/>
            <p:cNvCxnSpPr>
              <a:stCxn id="151" idx="6"/>
            </p:cNvCxnSpPr>
            <p:nvPr/>
          </p:nvCxnSpPr>
          <p:spPr>
            <a:xfrm flipV="1">
              <a:off x="3939156" y="1809750"/>
              <a:ext cx="3171257" cy="1972959"/>
            </a:xfrm>
            <a:prstGeom prst="line">
              <a:avLst/>
            </a:prstGeom>
            <a:ln w="19050">
              <a:solidFill>
                <a:srgbClr val="D9D9D9"/>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0" name="Device Line"/>
            <p:cNvCxnSpPr>
              <a:stCxn id="151" idx="6"/>
            </p:cNvCxnSpPr>
            <p:nvPr/>
          </p:nvCxnSpPr>
          <p:spPr>
            <a:xfrm flipV="1">
              <a:off x="3939156" y="2997994"/>
              <a:ext cx="4426175" cy="784715"/>
            </a:xfrm>
            <a:prstGeom prst="line">
              <a:avLst/>
            </a:prstGeom>
            <a:ln w="19050">
              <a:solidFill>
                <a:srgbClr val="D9D9D9"/>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1" name="Apps LIne"/>
            <p:cNvCxnSpPr>
              <a:stCxn id="151" idx="6"/>
            </p:cNvCxnSpPr>
            <p:nvPr/>
          </p:nvCxnSpPr>
          <p:spPr>
            <a:xfrm>
              <a:off x="3939156" y="3782709"/>
              <a:ext cx="4392838" cy="846441"/>
            </a:xfrm>
            <a:prstGeom prst="line">
              <a:avLst/>
            </a:prstGeom>
            <a:ln w="19050">
              <a:solidFill>
                <a:srgbClr val="D9D9D9"/>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2" name="Data Line"/>
            <p:cNvCxnSpPr>
              <a:stCxn id="151" idx="6"/>
            </p:cNvCxnSpPr>
            <p:nvPr/>
          </p:nvCxnSpPr>
          <p:spPr>
            <a:xfrm>
              <a:off x="3939156" y="3782709"/>
              <a:ext cx="3149825" cy="1851329"/>
            </a:xfrm>
            <a:prstGeom prst="line">
              <a:avLst/>
            </a:prstGeom>
            <a:ln w="19050">
              <a:solidFill>
                <a:srgbClr val="D9D9D9"/>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3" name="Arc 132"/>
            <p:cNvSpPr/>
            <p:nvPr/>
          </p:nvSpPr>
          <p:spPr>
            <a:xfrm rot="2700000">
              <a:off x="713565" y="-842767"/>
              <a:ext cx="8716098" cy="8716098"/>
            </a:xfrm>
            <a:prstGeom prst="arc">
              <a:avLst/>
            </a:prstGeom>
            <a:ln w="1082675">
              <a:solidFill>
                <a:srgbClr val="F8F8F8"/>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914367">
                <a:defRPr/>
              </a:pPr>
              <a:endParaRPr lang="en-US" sz="1765" dirty="0">
                <a:solidFill>
                  <a:srgbClr val="505050"/>
                </a:solidFill>
                <a:latin typeface="Segoe UI"/>
              </a:endParaRPr>
            </a:p>
          </p:txBody>
        </p:sp>
        <p:sp>
          <p:nvSpPr>
            <p:cNvPr id="134" name="Identity Text"/>
            <p:cNvSpPr/>
            <p:nvPr/>
          </p:nvSpPr>
          <p:spPr>
            <a:xfrm>
              <a:off x="8289026" y="1305266"/>
              <a:ext cx="1353470" cy="286232"/>
            </a:xfrm>
            <a:prstGeom prst="rect">
              <a:avLst/>
            </a:prstGeom>
          </p:spPr>
          <p:txBody>
            <a:bodyPr wrap="square" lIns="179285">
              <a:spAutoFit/>
            </a:bodyPr>
            <a:lstStyle/>
            <a:p>
              <a:pPr defTabSz="896094" fontAlgn="base">
                <a:lnSpc>
                  <a:spcPct val="90000"/>
                </a:lnSpc>
                <a:spcBef>
                  <a:spcPct val="0"/>
                </a:spcBef>
                <a:spcAft>
                  <a:spcPct val="0"/>
                </a:spcAft>
                <a:defRPr/>
              </a:pPr>
              <a:r>
                <a:rPr lang="en-US" sz="1372" kern="0" dirty="0">
                  <a:gradFill>
                    <a:gsLst>
                      <a:gs pos="0">
                        <a:srgbClr val="4B4B4B"/>
                      </a:gs>
                      <a:gs pos="100000">
                        <a:srgbClr val="4B4B4B"/>
                      </a:gs>
                    </a:gsLst>
                    <a:lin ang="5400000" scaled="0"/>
                  </a:gradFill>
                  <a:latin typeface="Segoe UI Semilight"/>
                </a:rPr>
                <a:t>Identity </a:t>
              </a:r>
            </a:p>
          </p:txBody>
        </p:sp>
        <p:sp>
          <p:nvSpPr>
            <p:cNvPr id="135" name="TextBox 134"/>
            <p:cNvSpPr txBox="1"/>
            <p:nvPr/>
          </p:nvSpPr>
          <p:spPr>
            <a:xfrm>
              <a:off x="1086112" y="1151584"/>
              <a:ext cx="4065325" cy="406265"/>
            </a:xfrm>
            <a:prstGeom prst="rect">
              <a:avLst/>
            </a:prstGeom>
            <a:noFill/>
          </p:spPr>
          <p:txBody>
            <a:bodyPr wrap="square" rtlCol="0">
              <a:spAutoFit/>
            </a:bodyPr>
            <a:lstStyle/>
            <a:p>
              <a:pPr defTabSz="896386">
                <a:lnSpc>
                  <a:spcPct val="85000"/>
                </a:lnSpc>
                <a:defRPr/>
              </a:pPr>
              <a:r>
                <a:rPr lang="en-US" sz="2353" kern="0" spc="118" dirty="0">
                  <a:gradFill>
                    <a:gsLst>
                      <a:gs pos="0">
                        <a:srgbClr val="4B4B4B"/>
                      </a:gs>
                      <a:gs pos="100000">
                        <a:srgbClr val="4B4B4B"/>
                      </a:gs>
                    </a:gsLst>
                    <a:lin ang="5400000" scaled="1"/>
                  </a:gradFill>
                  <a:latin typeface="Segoe UI"/>
                  <a:ea typeface="Segoe UI Black" panose="020B0A02040204020203" pitchFamily="34" charset="0"/>
                  <a:cs typeface="Segoe UI Black" panose="020B0A02040204020203" pitchFamily="34" charset="0"/>
                </a:rPr>
                <a:t>OUR </a:t>
              </a:r>
              <a:r>
                <a:rPr lang="en-US" sz="2353" b="1" kern="0" spc="118" dirty="0">
                  <a:gradFill>
                    <a:gsLst>
                      <a:gs pos="0">
                        <a:srgbClr val="4B4B4B"/>
                      </a:gs>
                      <a:gs pos="100000">
                        <a:srgbClr val="4B4B4B"/>
                      </a:gs>
                    </a:gsLst>
                    <a:lin ang="5400000" scaled="1"/>
                  </a:gradFill>
                  <a:latin typeface="Segoe UI"/>
                  <a:ea typeface="Segoe UI Black" panose="020B0A02040204020203" pitchFamily="34" charset="0"/>
                  <a:cs typeface="Segoe UI Black" panose="020B0A02040204020203" pitchFamily="34" charset="0"/>
                </a:rPr>
                <a:t>UNIQUE</a:t>
              </a:r>
              <a:r>
                <a:rPr lang="en-US" sz="2353" kern="0" spc="118" dirty="0">
                  <a:gradFill>
                    <a:gsLst>
                      <a:gs pos="0">
                        <a:srgbClr val="4B4B4B"/>
                      </a:gs>
                      <a:gs pos="100000">
                        <a:srgbClr val="4B4B4B"/>
                      </a:gs>
                    </a:gsLst>
                    <a:lin ang="5400000" scaled="1"/>
                  </a:gradFill>
                  <a:latin typeface="Segoe UI"/>
                  <a:ea typeface="Segoe UI Black" panose="020B0A02040204020203" pitchFamily="34" charset="0"/>
                  <a:cs typeface="Segoe UI Black" panose="020B0A02040204020203" pitchFamily="34" charset="0"/>
                </a:rPr>
                <a:t> APPROACH</a:t>
              </a:r>
            </a:p>
          </p:txBody>
        </p:sp>
        <p:sp>
          <p:nvSpPr>
            <p:cNvPr id="136" name="Device Text"/>
            <p:cNvSpPr/>
            <p:nvPr/>
          </p:nvSpPr>
          <p:spPr>
            <a:xfrm>
              <a:off x="9620886" y="2653191"/>
              <a:ext cx="949198" cy="288047"/>
            </a:xfrm>
            <a:prstGeom prst="rect">
              <a:avLst/>
            </a:prstGeom>
          </p:spPr>
          <p:txBody>
            <a:bodyPr wrap="square" lIns="179285">
              <a:spAutoFit/>
            </a:bodyPr>
            <a:lstStyle/>
            <a:p>
              <a:pPr defTabSz="896094" fontAlgn="base">
                <a:lnSpc>
                  <a:spcPct val="90000"/>
                </a:lnSpc>
                <a:spcBef>
                  <a:spcPct val="0"/>
                </a:spcBef>
                <a:spcAft>
                  <a:spcPct val="0"/>
                </a:spcAft>
                <a:defRPr/>
              </a:pPr>
              <a:r>
                <a:rPr lang="en-US" sz="1372" kern="0" dirty="0">
                  <a:gradFill>
                    <a:gsLst>
                      <a:gs pos="0">
                        <a:srgbClr val="4B4B4B"/>
                      </a:gs>
                      <a:gs pos="100000">
                        <a:srgbClr val="4B4B4B"/>
                      </a:gs>
                    </a:gsLst>
                    <a:lin ang="5400000" scaled="0"/>
                  </a:gradFill>
                  <a:latin typeface="Segoe UI Semilight"/>
                </a:rPr>
                <a:t>Device</a:t>
              </a:r>
            </a:p>
          </p:txBody>
        </p:sp>
        <p:sp>
          <p:nvSpPr>
            <p:cNvPr id="137" name="Apps Text"/>
            <p:cNvSpPr/>
            <p:nvPr/>
          </p:nvSpPr>
          <p:spPr>
            <a:xfrm>
              <a:off x="9620886" y="4514425"/>
              <a:ext cx="2432168" cy="286232"/>
            </a:xfrm>
            <a:prstGeom prst="rect">
              <a:avLst/>
            </a:prstGeom>
          </p:spPr>
          <p:txBody>
            <a:bodyPr wrap="square" lIns="179285">
              <a:spAutoFit/>
            </a:bodyPr>
            <a:lstStyle/>
            <a:p>
              <a:pPr defTabSz="896094" fontAlgn="base">
                <a:lnSpc>
                  <a:spcPct val="90000"/>
                </a:lnSpc>
                <a:spcBef>
                  <a:spcPct val="0"/>
                </a:spcBef>
                <a:spcAft>
                  <a:spcPct val="0"/>
                </a:spcAft>
                <a:defRPr/>
              </a:pPr>
              <a:r>
                <a:rPr lang="en-US" sz="1372" kern="0" dirty="0">
                  <a:gradFill>
                    <a:gsLst>
                      <a:gs pos="0">
                        <a:srgbClr val="4B4B4B"/>
                      </a:gs>
                      <a:gs pos="100000">
                        <a:srgbClr val="4B4B4B"/>
                      </a:gs>
                    </a:gsLst>
                    <a:lin ang="5400000" scaled="0"/>
                  </a:gradFill>
                  <a:latin typeface="Segoe UI Semilight"/>
                </a:rPr>
                <a:t>Apps &amp; infrastructure</a:t>
              </a:r>
            </a:p>
          </p:txBody>
        </p:sp>
        <p:sp>
          <p:nvSpPr>
            <p:cNvPr id="138" name="Data Text"/>
            <p:cNvSpPr/>
            <p:nvPr/>
          </p:nvSpPr>
          <p:spPr>
            <a:xfrm>
              <a:off x="8283462" y="5815503"/>
              <a:ext cx="1679637" cy="286232"/>
            </a:xfrm>
            <a:prstGeom prst="rect">
              <a:avLst/>
            </a:prstGeom>
          </p:spPr>
          <p:txBody>
            <a:bodyPr wrap="square" lIns="179285">
              <a:spAutoFit/>
            </a:bodyPr>
            <a:lstStyle/>
            <a:p>
              <a:pPr defTabSz="896094" fontAlgn="base">
                <a:lnSpc>
                  <a:spcPct val="90000"/>
                </a:lnSpc>
                <a:spcBef>
                  <a:spcPct val="0"/>
                </a:spcBef>
                <a:spcAft>
                  <a:spcPct val="0"/>
                </a:spcAft>
                <a:defRPr/>
              </a:pPr>
              <a:r>
                <a:rPr lang="en-US" sz="1372" kern="0" dirty="0">
                  <a:gradFill>
                    <a:gsLst>
                      <a:gs pos="0">
                        <a:srgbClr val="4B4B4B"/>
                      </a:gs>
                      <a:gs pos="100000">
                        <a:srgbClr val="4B4B4B"/>
                      </a:gs>
                    </a:gsLst>
                    <a:lin ang="5400000" scaled="0"/>
                  </a:gradFill>
                  <a:latin typeface="Segoe UI Semilight"/>
                </a:rPr>
                <a:t>Data</a:t>
              </a:r>
            </a:p>
          </p:txBody>
        </p:sp>
        <p:grpSp>
          <p:nvGrpSpPr>
            <p:cNvPr id="139" name="second half"/>
            <p:cNvGrpSpPr/>
            <p:nvPr/>
          </p:nvGrpSpPr>
          <p:grpSpPr>
            <a:xfrm>
              <a:off x="7026570" y="816571"/>
              <a:ext cx="1263624" cy="1263622"/>
              <a:chOff x="1655681" y="1702136"/>
              <a:chExt cx="3163063" cy="3163062"/>
            </a:xfrm>
          </p:grpSpPr>
          <p:sp>
            <p:nvSpPr>
              <p:cNvPr id="140" name="Oval 139"/>
              <p:cNvSpPr/>
              <p:nvPr/>
            </p:nvSpPr>
            <p:spPr>
              <a:xfrm>
                <a:off x="1655681" y="1702136"/>
                <a:ext cx="3163062" cy="316306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41" name="Freeform 140"/>
              <p:cNvSpPr/>
              <p:nvPr/>
            </p:nvSpPr>
            <p:spPr>
              <a:xfrm>
                <a:off x="3234291" y="1702136"/>
                <a:ext cx="1584453" cy="3163062"/>
              </a:xfrm>
              <a:custGeom>
                <a:avLst/>
                <a:gdLst>
                  <a:gd name="connsiteX0" fmla="*/ 2922 w 1584453"/>
                  <a:gd name="connsiteY0" fmla="*/ 0 h 3163062"/>
                  <a:gd name="connsiteX1" fmla="*/ 1584453 w 1584453"/>
                  <a:gd name="connsiteY1" fmla="*/ 1581531 h 3163062"/>
                  <a:gd name="connsiteX2" fmla="*/ 2922 w 1584453"/>
                  <a:gd name="connsiteY2" fmla="*/ 3163062 h 3163062"/>
                  <a:gd name="connsiteX3" fmla="*/ 0 w 1584453"/>
                  <a:gd name="connsiteY3" fmla="*/ 3162768 h 3163062"/>
                  <a:gd name="connsiteX4" fmla="*/ 0 w 1584453"/>
                  <a:gd name="connsiteY4" fmla="*/ 295 h 316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53" h="3163062">
                    <a:moveTo>
                      <a:pt x="2922" y="0"/>
                    </a:moveTo>
                    <a:cubicBezTo>
                      <a:pt x="876377" y="0"/>
                      <a:pt x="1584453" y="708076"/>
                      <a:pt x="1584453" y="1581531"/>
                    </a:cubicBezTo>
                    <a:cubicBezTo>
                      <a:pt x="1584453" y="2454986"/>
                      <a:pt x="876377" y="3163062"/>
                      <a:pt x="2922" y="3163062"/>
                    </a:cubicBezTo>
                    <a:lnTo>
                      <a:pt x="0" y="3162768"/>
                    </a:lnTo>
                    <a:lnTo>
                      <a:pt x="0" y="2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grpSp>
          <p:nvGrpSpPr>
            <p:cNvPr id="142" name="first half"/>
            <p:cNvGrpSpPr/>
            <p:nvPr/>
          </p:nvGrpSpPr>
          <p:grpSpPr>
            <a:xfrm rot="10800000">
              <a:off x="7026570" y="816572"/>
              <a:ext cx="1263622" cy="1263620"/>
              <a:chOff x="1655681" y="1702136"/>
              <a:chExt cx="3163063" cy="3163062"/>
            </a:xfrm>
          </p:grpSpPr>
          <p:sp>
            <p:nvSpPr>
              <p:cNvPr id="143" name="Oval 142"/>
              <p:cNvSpPr/>
              <p:nvPr/>
            </p:nvSpPr>
            <p:spPr>
              <a:xfrm>
                <a:off x="1655681" y="1702136"/>
                <a:ext cx="3163062" cy="316306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44" name="Freeform 143"/>
              <p:cNvSpPr/>
              <p:nvPr/>
            </p:nvSpPr>
            <p:spPr>
              <a:xfrm>
                <a:off x="3234291" y="1702136"/>
                <a:ext cx="1584453" cy="3163062"/>
              </a:xfrm>
              <a:custGeom>
                <a:avLst/>
                <a:gdLst>
                  <a:gd name="connsiteX0" fmla="*/ 2922 w 1584453"/>
                  <a:gd name="connsiteY0" fmla="*/ 0 h 3163062"/>
                  <a:gd name="connsiteX1" fmla="*/ 1584453 w 1584453"/>
                  <a:gd name="connsiteY1" fmla="*/ 1581531 h 3163062"/>
                  <a:gd name="connsiteX2" fmla="*/ 2922 w 1584453"/>
                  <a:gd name="connsiteY2" fmla="*/ 3163062 h 3163062"/>
                  <a:gd name="connsiteX3" fmla="*/ 0 w 1584453"/>
                  <a:gd name="connsiteY3" fmla="*/ 3162768 h 3163062"/>
                  <a:gd name="connsiteX4" fmla="*/ 0 w 1584453"/>
                  <a:gd name="connsiteY4" fmla="*/ 295 h 316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53" h="3163062">
                    <a:moveTo>
                      <a:pt x="2922" y="0"/>
                    </a:moveTo>
                    <a:cubicBezTo>
                      <a:pt x="876377" y="0"/>
                      <a:pt x="1584453" y="708076"/>
                      <a:pt x="1584453" y="1581531"/>
                    </a:cubicBezTo>
                    <a:cubicBezTo>
                      <a:pt x="1584453" y="2454986"/>
                      <a:pt x="876377" y="3163062"/>
                      <a:pt x="2922" y="3163062"/>
                    </a:cubicBezTo>
                    <a:lnTo>
                      <a:pt x="0" y="3162768"/>
                    </a:lnTo>
                    <a:lnTo>
                      <a:pt x="0" y="2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sp useBgFill="1">
          <p:nvSpPr>
            <p:cNvPr id="145" name="left mask"/>
            <p:cNvSpPr/>
            <p:nvPr/>
          </p:nvSpPr>
          <p:spPr bwMode="auto">
            <a:xfrm>
              <a:off x="6957924" y="780581"/>
              <a:ext cx="701624" cy="1349566"/>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kern="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146" name="dummy"/>
            <p:cNvGrpSpPr/>
            <p:nvPr/>
          </p:nvGrpSpPr>
          <p:grpSpPr>
            <a:xfrm rot="10800000">
              <a:off x="7026570" y="816572"/>
              <a:ext cx="1263622" cy="1263620"/>
              <a:chOff x="1655681" y="1702136"/>
              <a:chExt cx="3163063" cy="3163062"/>
            </a:xfrm>
          </p:grpSpPr>
          <p:sp>
            <p:nvSpPr>
              <p:cNvPr id="147" name="Oval 146"/>
              <p:cNvSpPr/>
              <p:nvPr/>
            </p:nvSpPr>
            <p:spPr>
              <a:xfrm>
                <a:off x="1655681" y="1702136"/>
                <a:ext cx="3163062" cy="316306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48" name="Freeform 147"/>
              <p:cNvSpPr/>
              <p:nvPr/>
            </p:nvSpPr>
            <p:spPr>
              <a:xfrm>
                <a:off x="3234291" y="1702136"/>
                <a:ext cx="1584453" cy="3163062"/>
              </a:xfrm>
              <a:custGeom>
                <a:avLst/>
                <a:gdLst>
                  <a:gd name="connsiteX0" fmla="*/ 2922 w 1584453"/>
                  <a:gd name="connsiteY0" fmla="*/ 0 h 3163062"/>
                  <a:gd name="connsiteX1" fmla="*/ 1584453 w 1584453"/>
                  <a:gd name="connsiteY1" fmla="*/ 1581531 h 3163062"/>
                  <a:gd name="connsiteX2" fmla="*/ 2922 w 1584453"/>
                  <a:gd name="connsiteY2" fmla="*/ 3163062 h 3163062"/>
                  <a:gd name="connsiteX3" fmla="*/ 0 w 1584453"/>
                  <a:gd name="connsiteY3" fmla="*/ 3162768 h 3163062"/>
                  <a:gd name="connsiteX4" fmla="*/ 0 w 1584453"/>
                  <a:gd name="connsiteY4" fmla="*/ 295 h 316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53" h="3163062">
                    <a:moveTo>
                      <a:pt x="2922" y="0"/>
                    </a:moveTo>
                    <a:cubicBezTo>
                      <a:pt x="876377" y="0"/>
                      <a:pt x="1584453" y="708076"/>
                      <a:pt x="1584453" y="1581531"/>
                    </a:cubicBezTo>
                    <a:cubicBezTo>
                      <a:pt x="1584453" y="2454986"/>
                      <a:pt x="876377" y="3163062"/>
                      <a:pt x="2922" y="3163062"/>
                    </a:cubicBezTo>
                    <a:lnTo>
                      <a:pt x="0" y="3162768"/>
                    </a:lnTo>
                    <a:lnTo>
                      <a:pt x="0" y="2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sp useBgFill="1">
          <p:nvSpPr>
            <p:cNvPr id="149" name="inner mask"/>
            <p:cNvSpPr/>
            <p:nvPr/>
          </p:nvSpPr>
          <p:spPr>
            <a:xfrm>
              <a:off x="7104848" y="894849"/>
              <a:ext cx="1107068" cy="110706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nvGrpSpPr>
            <p:cNvPr id="150" name="Group 149"/>
            <p:cNvGrpSpPr/>
            <p:nvPr/>
          </p:nvGrpSpPr>
          <p:grpSpPr>
            <a:xfrm>
              <a:off x="1195956" y="2411109"/>
              <a:ext cx="2743200" cy="2743200"/>
              <a:chOff x="1195956" y="2411109"/>
              <a:chExt cx="2743200" cy="2743200"/>
            </a:xfrm>
          </p:grpSpPr>
          <p:sp>
            <p:nvSpPr>
              <p:cNvPr id="151" name="Oval 150"/>
              <p:cNvSpPr/>
              <p:nvPr/>
            </p:nvSpPr>
            <p:spPr>
              <a:xfrm>
                <a:off x="1195956" y="2411109"/>
                <a:ext cx="2743200" cy="2743200"/>
              </a:xfrm>
              <a:prstGeom prst="ellipse">
                <a:avLst/>
              </a:prstGeom>
              <a:solidFill>
                <a:schemeClr val="accent4"/>
              </a:solidFill>
              <a:ln w="88900">
                <a:noFill/>
              </a:ln>
            </p:spPr>
            <p:style>
              <a:lnRef idx="2">
                <a:schemeClr val="accent1">
                  <a:shade val="50000"/>
                </a:schemeClr>
              </a:lnRef>
              <a:fillRef idx="1">
                <a:schemeClr val="accent1"/>
              </a:fillRef>
              <a:effectRef idx="0">
                <a:schemeClr val="accent1"/>
              </a:effectRef>
              <a:fontRef idx="minor">
                <a:schemeClr val="lt1"/>
              </a:fontRef>
            </p:style>
            <p:txBody>
              <a:bodyPr wrap="none" lIns="0" tIns="627497" rIns="0" bIns="0" rtlCol="0" anchor="ctr"/>
              <a:lstStyle/>
              <a:p>
                <a:pPr algn="ctr" defTabSz="896386">
                  <a:lnSpc>
                    <a:spcPct val="90000"/>
                  </a:lnSpc>
                  <a:defRPr/>
                </a:pPr>
                <a:r>
                  <a:rPr lang="en-US" sz="1970" b="1" kern="0" spc="118" dirty="0">
                    <a:gradFill>
                      <a:gsLst>
                        <a:gs pos="0">
                          <a:srgbClr val="FFFFFF"/>
                        </a:gs>
                        <a:gs pos="100000">
                          <a:srgbClr val="FFFFFF"/>
                        </a:gs>
                      </a:gsLst>
                      <a:lin ang="5400000" scaled="1"/>
                    </a:gradFill>
                    <a:latin typeface="Segoe UI"/>
                    <a:ea typeface="Segoe UI Black" panose="020B0A02040204020203" pitchFamily="34" charset="0"/>
                    <a:cs typeface="Segoe UI Black" panose="020B0A02040204020203" pitchFamily="34" charset="0"/>
                  </a:rPr>
                  <a:t>PLATFORM</a:t>
                </a:r>
              </a:p>
            </p:txBody>
          </p:sp>
          <p:grpSp>
            <p:nvGrpSpPr>
              <p:cNvPr id="152" name="Group 151"/>
              <p:cNvGrpSpPr/>
              <p:nvPr/>
            </p:nvGrpSpPr>
            <p:grpSpPr>
              <a:xfrm>
                <a:off x="2316594" y="2968775"/>
                <a:ext cx="501925" cy="581025"/>
                <a:chOff x="4278313" y="1958975"/>
                <a:chExt cx="554037" cy="641350"/>
              </a:xfrm>
            </p:grpSpPr>
            <p:sp>
              <p:nvSpPr>
                <p:cNvPr id="153" name="Freeform 45"/>
                <p:cNvSpPr>
                  <a:spLocks/>
                </p:cNvSpPr>
                <p:nvPr/>
              </p:nvSpPr>
              <p:spPr bwMode="auto">
                <a:xfrm>
                  <a:off x="4591050" y="2263775"/>
                  <a:ext cx="241300" cy="274638"/>
                </a:xfrm>
                <a:custGeom>
                  <a:avLst/>
                  <a:gdLst>
                    <a:gd name="T0" fmla="*/ 0 w 152"/>
                    <a:gd name="T1" fmla="*/ 44 h 173"/>
                    <a:gd name="T2" fmla="*/ 75 w 152"/>
                    <a:gd name="T3" fmla="*/ 0 h 173"/>
                    <a:gd name="T4" fmla="*/ 152 w 152"/>
                    <a:gd name="T5" fmla="*/ 44 h 173"/>
                    <a:gd name="T6" fmla="*/ 152 w 152"/>
                    <a:gd name="T7" fmla="*/ 130 h 173"/>
                    <a:gd name="T8" fmla="*/ 75 w 152"/>
                    <a:gd name="T9" fmla="*/ 173 h 173"/>
                    <a:gd name="T10" fmla="*/ 0 w 152"/>
                    <a:gd name="T11" fmla="*/ 130 h 173"/>
                    <a:gd name="T12" fmla="*/ 0 w 152"/>
                    <a:gd name="T13" fmla="*/ 44 h 173"/>
                  </a:gdLst>
                  <a:ahLst/>
                  <a:cxnLst>
                    <a:cxn ang="0">
                      <a:pos x="T0" y="T1"/>
                    </a:cxn>
                    <a:cxn ang="0">
                      <a:pos x="T2" y="T3"/>
                    </a:cxn>
                    <a:cxn ang="0">
                      <a:pos x="T4" y="T5"/>
                    </a:cxn>
                    <a:cxn ang="0">
                      <a:pos x="T6" y="T7"/>
                    </a:cxn>
                    <a:cxn ang="0">
                      <a:pos x="T8" y="T9"/>
                    </a:cxn>
                    <a:cxn ang="0">
                      <a:pos x="T10" y="T11"/>
                    </a:cxn>
                    <a:cxn ang="0">
                      <a:pos x="T12" y="T13"/>
                    </a:cxn>
                  </a:cxnLst>
                  <a:rect l="0" t="0" r="r" b="b"/>
                  <a:pathLst>
                    <a:path w="152" h="173">
                      <a:moveTo>
                        <a:pt x="0" y="44"/>
                      </a:moveTo>
                      <a:lnTo>
                        <a:pt x="75" y="0"/>
                      </a:lnTo>
                      <a:lnTo>
                        <a:pt x="152" y="44"/>
                      </a:lnTo>
                      <a:lnTo>
                        <a:pt x="152" y="130"/>
                      </a:lnTo>
                      <a:lnTo>
                        <a:pt x="75" y="173"/>
                      </a:lnTo>
                      <a:lnTo>
                        <a:pt x="0" y="130"/>
                      </a:lnTo>
                      <a:lnTo>
                        <a:pt x="0" y="44"/>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154" name="Freeform 46"/>
                <p:cNvSpPr>
                  <a:spLocks/>
                </p:cNvSpPr>
                <p:nvPr/>
              </p:nvSpPr>
              <p:spPr bwMode="auto">
                <a:xfrm>
                  <a:off x="4591050" y="2333625"/>
                  <a:ext cx="241300" cy="68263"/>
                </a:xfrm>
                <a:custGeom>
                  <a:avLst/>
                  <a:gdLst>
                    <a:gd name="T0" fmla="*/ 152 w 152"/>
                    <a:gd name="T1" fmla="*/ 0 h 43"/>
                    <a:gd name="T2" fmla="*/ 75 w 152"/>
                    <a:gd name="T3" fmla="*/ 43 h 43"/>
                    <a:gd name="T4" fmla="*/ 0 w 152"/>
                    <a:gd name="T5" fmla="*/ 0 h 43"/>
                  </a:gdLst>
                  <a:ahLst/>
                  <a:cxnLst>
                    <a:cxn ang="0">
                      <a:pos x="T0" y="T1"/>
                    </a:cxn>
                    <a:cxn ang="0">
                      <a:pos x="T2" y="T3"/>
                    </a:cxn>
                    <a:cxn ang="0">
                      <a:pos x="T4" y="T5"/>
                    </a:cxn>
                  </a:cxnLst>
                  <a:rect l="0" t="0" r="r" b="b"/>
                  <a:pathLst>
                    <a:path w="152" h="43">
                      <a:moveTo>
                        <a:pt x="152" y="0"/>
                      </a:moveTo>
                      <a:lnTo>
                        <a:pt x="75" y="43"/>
                      </a:lnTo>
                      <a:lnTo>
                        <a:pt x="0" y="0"/>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155" name="Line 47"/>
                <p:cNvSpPr>
                  <a:spLocks noChangeShapeType="1"/>
                </p:cNvSpPr>
                <p:nvPr/>
              </p:nvSpPr>
              <p:spPr bwMode="auto">
                <a:xfrm>
                  <a:off x="4710113" y="2393950"/>
                  <a:ext cx="0" cy="144463"/>
                </a:xfrm>
                <a:prstGeom prst="line">
                  <a:avLst/>
                </a:prstGeom>
                <a:noFill/>
                <a:ln w="15875"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156" name="Freeform 48"/>
                <p:cNvSpPr>
                  <a:spLocks/>
                </p:cNvSpPr>
                <p:nvPr/>
              </p:nvSpPr>
              <p:spPr bwMode="auto">
                <a:xfrm>
                  <a:off x="4278313" y="2263775"/>
                  <a:ext cx="236537" cy="274638"/>
                </a:xfrm>
                <a:custGeom>
                  <a:avLst/>
                  <a:gdLst>
                    <a:gd name="T0" fmla="*/ 0 w 149"/>
                    <a:gd name="T1" fmla="*/ 44 h 173"/>
                    <a:gd name="T2" fmla="*/ 74 w 149"/>
                    <a:gd name="T3" fmla="*/ 0 h 173"/>
                    <a:gd name="T4" fmla="*/ 149 w 149"/>
                    <a:gd name="T5" fmla="*/ 44 h 173"/>
                    <a:gd name="T6" fmla="*/ 149 w 149"/>
                    <a:gd name="T7" fmla="*/ 130 h 173"/>
                    <a:gd name="T8" fmla="*/ 74 w 149"/>
                    <a:gd name="T9" fmla="*/ 173 h 173"/>
                    <a:gd name="T10" fmla="*/ 0 w 149"/>
                    <a:gd name="T11" fmla="*/ 130 h 173"/>
                    <a:gd name="T12" fmla="*/ 0 w 149"/>
                    <a:gd name="T13" fmla="*/ 44 h 173"/>
                  </a:gdLst>
                  <a:ahLst/>
                  <a:cxnLst>
                    <a:cxn ang="0">
                      <a:pos x="T0" y="T1"/>
                    </a:cxn>
                    <a:cxn ang="0">
                      <a:pos x="T2" y="T3"/>
                    </a:cxn>
                    <a:cxn ang="0">
                      <a:pos x="T4" y="T5"/>
                    </a:cxn>
                    <a:cxn ang="0">
                      <a:pos x="T6" y="T7"/>
                    </a:cxn>
                    <a:cxn ang="0">
                      <a:pos x="T8" y="T9"/>
                    </a:cxn>
                    <a:cxn ang="0">
                      <a:pos x="T10" y="T11"/>
                    </a:cxn>
                    <a:cxn ang="0">
                      <a:pos x="T12" y="T13"/>
                    </a:cxn>
                  </a:cxnLst>
                  <a:rect l="0" t="0" r="r" b="b"/>
                  <a:pathLst>
                    <a:path w="149" h="173">
                      <a:moveTo>
                        <a:pt x="0" y="44"/>
                      </a:moveTo>
                      <a:lnTo>
                        <a:pt x="74" y="0"/>
                      </a:lnTo>
                      <a:lnTo>
                        <a:pt x="149" y="44"/>
                      </a:lnTo>
                      <a:lnTo>
                        <a:pt x="149" y="130"/>
                      </a:lnTo>
                      <a:lnTo>
                        <a:pt x="74" y="173"/>
                      </a:lnTo>
                      <a:lnTo>
                        <a:pt x="0" y="130"/>
                      </a:lnTo>
                      <a:lnTo>
                        <a:pt x="0" y="44"/>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157" name="Freeform 49"/>
                <p:cNvSpPr>
                  <a:spLocks/>
                </p:cNvSpPr>
                <p:nvPr/>
              </p:nvSpPr>
              <p:spPr bwMode="auto">
                <a:xfrm>
                  <a:off x="4278313" y="2333625"/>
                  <a:ext cx="236537" cy="68263"/>
                </a:xfrm>
                <a:custGeom>
                  <a:avLst/>
                  <a:gdLst>
                    <a:gd name="T0" fmla="*/ 149 w 149"/>
                    <a:gd name="T1" fmla="*/ 0 h 43"/>
                    <a:gd name="T2" fmla="*/ 74 w 149"/>
                    <a:gd name="T3" fmla="*/ 43 h 43"/>
                    <a:gd name="T4" fmla="*/ 0 w 149"/>
                    <a:gd name="T5" fmla="*/ 0 h 43"/>
                  </a:gdLst>
                  <a:ahLst/>
                  <a:cxnLst>
                    <a:cxn ang="0">
                      <a:pos x="T0" y="T1"/>
                    </a:cxn>
                    <a:cxn ang="0">
                      <a:pos x="T2" y="T3"/>
                    </a:cxn>
                    <a:cxn ang="0">
                      <a:pos x="T4" y="T5"/>
                    </a:cxn>
                  </a:cxnLst>
                  <a:rect l="0" t="0" r="r" b="b"/>
                  <a:pathLst>
                    <a:path w="149" h="43">
                      <a:moveTo>
                        <a:pt x="149" y="0"/>
                      </a:moveTo>
                      <a:lnTo>
                        <a:pt x="74" y="43"/>
                      </a:lnTo>
                      <a:lnTo>
                        <a:pt x="0" y="0"/>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158" name="Line 50"/>
                <p:cNvSpPr>
                  <a:spLocks noChangeShapeType="1"/>
                </p:cNvSpPr>
                <p:nvPr/>
              </p:nvSpPr>
              <p:spPr bwMode="auto">
                <a:xfrm>
                  <a:off x="4395788" y="2393950"/>
                  <a:ext cx="0" cy="144463"/>
                </a:xfrm>
                <a:prstGeom prst="line">
                  <a:avLst/>
                </a:prstGeom>
                <a:noFill/>
                <a:ln w="15875"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159" name="Freeform 51"/>
                <p:cNvSpPr>
                  <a:spLocks/>
                </p:cNvSpPr>
                <p:nvPr/>
              </p:nvSpPr>
              <p:spPr bwMode="auto">
                <a:xfrm>
                  <a:off x="4422775" y="2524125"/>
                  <a:ext cx="257175" cy="76200"/>
                </a:xfrm>
                <a:custGeom>
                  <a:avLst/>
                  <a:gdLst>
                    <a:gd name="T0" fmla="*/ 162 w 162"/>
                    <a:gd name="T1" fmla="*/ 2 h 48"/>
                    <a:gd name="T2" fmla="*/ 82 w 162"/>
                    <a:gd name="T3" fmla="*/ 48 h 48"/>
                    <a:gd name="T4" fmla="*/ 0 w 162"/>
                    <a:gd name="T5" fmla="*/ 0 h 48"/>
                  </a:gdLst>
                  <a:ahLst/>
                  <a:cxnLst>
                    <a:cxn ang="0">
                      <a:pos x="T0" y="T1"/>
                    </a:cxn>
                    <a:cxn ang="0">
                      <a:pos x="T2" y="T3"/>
                    </a:cxn>
                    <a:cxn ang="0">
                      <a:pos x="T4" y="T5"/>
                    </a:cxn>
                  </a:cxnLst>
                  <a:rect l="0" t="0" r="r" b="b"/>
                  <a:pathLst>
                    <a:path w="162" h="48">
                      <a:moveTo>
                        <a:pt x="162" y="2"/>
                      </a:moveTo>
                      <a:lnTo>
                        <a:pt x="82" y="48"/>
                      </a:lnTo>
                      <a:lnTo>
                        <a:pt x="0" y="0"/>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160" name="Freeform 52"/>
                <p:cNvSpPr>
                  <a:spLocks/>
                </p:cNvSpPr>
                <p:nvPr/>
              </p:nvSpPr>
              <p:spPr bwMode="auto">
                <a:xfrm>
                  <a:off x="4433888" y="1958975"/>
                  <a:ext cx="241300" cy="279400"/>
                </a:xfrm>
                <a:custGeom>
                  <a:avLst/>
                  <a:gdLst>
                    <a:gd name="T0" fmla="*/ 0 w 152"/>
                    <a:gd name="T1" fmla="*/ 44 h 176"/>
                    <a:gd name="T2" fmla="*/ 75 w 152"/>
                    <a:gd name="T3" fmla="*/ 0 h 176"/>
                    <a:gd name="T4" fmla="*/ 152 w 152"/>
                    <a:gd name="T5" fmla="*/ 44 h 176"/>
                    <a:gd name="T6" fmla="*/ 152 w 152"/>
                    <a:gd name="T7" fmla="*/ 132 h 176"/>
                    <a:gd name="T8" fmla="*/ 75 w 152"/>
                    <a:gd name="T9" fmla="*/ 176 h 176"/>
                    <a:gd name="T10" fmla="*/ 0 w 152"/>
                    <a:gd name="T11" fmla="*/ 132 h 176"/>
                    <a:gd name="T12" fmla="*/ 0 w 152"/>
                    <a:gd name="T13" fmla="*/ 44 h 176"/>
                  </a:gdLst>
                  <a:ahLst/>
                  <a:cxnLst>
                    <a:cxn ang="0">
                      <a:pos x="T0" y="T1"/>
                    </a:cxn>
                    <a:cxn ang="0">
                      <a:pos x="T2" y="T3"/>
                    </a:cxn>
                    <a:cxn ang="0">
                      <a:pos x="T4" y="T5"/>
                    </a:cxn>
                    <a:cxn ang="0">
                      <a:pos x="T6" y="T7"/>
                    </a:cxn>
                    <a:cxn ang="0">
                      <a:pos x="T8" y="T9"/>
                    </a:cxn>
                    <a:cxn ang="0">
                      <a:pos x="T10" y="T11"/>
                    </a:cxn>
                    <a:cxn ang="0">
                      <a:pos x="T12" y="T13"/>
                    </a:cxn>
                  </a:cxnLst>
                  <a:rect l="0" t="0" r="r" b="b"/>
                  <a:pathLst>
                    <a:path w="152" h="176">
                      <a:moveTo>
                        <a:pt x="0" y="44"/>
                      </a:moveTo>
                      <a:lnTo>
                        <a:pt x="75" y="0"/>
                      </a:lnTo>
                      <a:lnTo>
                        <a:pt x="152" y="44"/>
                      </a:lnTo>
                      <a:lnTo>
                        <a:pt x="152" y="132"/>
                      </a:lnTo>
                      <a:lnTo>
                        <a:pt x="75" y="176"/>
                      </a:lnTo>
                      <a:lnTo>
                        <a:pt x="0" y="132"/>
                      </a:lnTo>
                      <a:lnTo>
                        <a:pt x="0" y="44"/>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161" name="Freeform 53"/>
                <p:cNvSpPr>
                  <a:spLocks/>
                </p:cNvSpPr>
                <p:nvPr/>
              </p:nvSpPr>
              <p:spPr bwMode="auto">
                <a:xfrm>
                  <a:off x="4433888" y="2028825"/>
                  <a:ext cx="241300" cy="68263"/>
                </a:xfrm>
                <a:custGeom>
                  <a:avLst/>
                  <a:gdLst>
                    <a:gd name="T0" fmla="*/ 152 w 152"/>
                    <a:gd name="T1" fmla="*/ 0 h 43"/>
                    <a:gd name="T2" fmla="*/ 75 w 152"/>
                    <a:gd name="T3" fmla="*/ 43 h 43"/>
                    <a:gd name="T4" fmla="*/ 0 w 152"/>
                    <a:gd name="T5" fmla="*/ 0 h 43"/>
                  </a:gdLst>
                  <a:ahLst/>
                  <a:cxnLst>
                    <a:cxn ang="0">
                      <a:pos x="T0" y="T1"/>
                    </a:cxn>
                    <a:cxn ang="0">
                      <a:pos x="T2" y="T3"/>
                    </a:cxn>
                    <a:cxn ang="0">
                      <a:pos x="T4" y="T5"/>
                    </a:cxn>
                  </a:cxnLst>
                  <a:rect l="0" t="0" r="r" b="b"/>
                  <a:pathLst>
                    <a:path w="152" h="43">
                      <a:moveTo>
                        <a:pt x="152" y="0"/>
                      </a:moveTo>
                      <a:lnTo>
                        <a:pt x="75" y="43"/>
                      </a:lnTo>
                      <a:lnTo>
                        <a:pt x="0" y="0"/>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162" name="Line 54"/>
                <p:cNvSpPr>
                  <a:spLocks noChangeShapeType="1"/>
                </p:cNvSpPr>
                <p:nvPr/>
              </p:nvSpPr>
              <p:spPr bwMode="auto">
                <a:xfrm>
                  <a:off x="4552950" y="2097088"/>
                  <a:ext cx="0" cy="141288"/>
                </a:xfrm>
                <a:prstGeom prst="line">
                  <a:avLst/>
                </a:prstGeom>
                <a:noFill/>
                <a:ln w="15875"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163" name="Freeform 55"/>
                <p:cNvSpPr>
                  <a:spLocks/>
                </p:cNvSpPr>
                <p:nvPr/>
              </p:nvSpPr>
              <p:spPr bwMode="auto">
                <a:xfrm>
                  <a:off x="4675188" y="2092325"/>
                  <a:ext cx="130175" cy="225425"/>
                </a:xfrm>
                <a:custGeom>
                  <a:avLst/>
                  <a:gdLst>
                    <a:gd name="T0" fmla="*/ 0 w 82"/>
                    <a:gd name="T1" fmla="*/ 0 h 142"/>
                    <a:gd name="T2" fmla="*/ 82 w 82"/>
                    <a:gd name="T3" fmla="*/ 46 h 142"/>
                    <a:gd name="T4" fmla="*/ 82 w 82"/>
                    <a:gd name="T5" fmla="*/ 142 h 142"/>
                  </a:gdLst>
                  <a:ahLst/>
                  <a:cxnLst>
                    <a:cxn ang="0">
                      <a:pos x="T0" y="T1"/>
                    </a:cxn>
                    <a:cxn ang="0">
                      <a:pos x="T2" y="T3"/>
                    </a:cxn>
                    <a:cxn ang="0">
                      <a:pos x="T4" y="T5"/>
                    </a:cxn>
                  </a:cxnLst>
                  <a:rect l="0" t="0" r="r" b="b"/>
                  <a:pathLst>
                    <a:path w="82" h="142">
                      <a:moveTo>
                        <a:pt x="0" y="0"/>
                      </a:moveTo>
                      <a:lnTo>
                        <a:pt x="82" y="46"/>
                      </a:lnTo>
                      <a:lnTo>
                        <a:pt x="82" y="142"/>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164" name="Freeform 56"/>
                <p:cNvSpPr>
                  <a:spLocks/>
                </p:cNvSpPr>
                <p:nvPr/>
              </p:nvSpPr>
              <p:spPr bwMode="auto">
                <a:xfrm>
                  <a:off x="4300538" y="2092325"/>
                  <a:ext cx="133350" cy="225425"/>
                </a:xfrm>
                <a:custGeom>
                  <a:avLst/>
                  <a:gdLst>
                    <a:gd name="T0" fmla="*/ 0 w 84"/>
                    <a:gd name="T1" fmla="*/ 142 h 142"/>
                    <a:gd name="T2" fmla="*/ 0 w 84"/>
                    <a:gd name="T3" fmla="*/ 46 h 142"/>
                    <a:gd name="T4" fmla="*/ 84 w 84"/>
                    <a:gd name="T5" fmla="*/ 0 h 142"/>
                  </a:gdLst>
                  <a:ahLst/>
                  <a:cxnLst>
                    <a:cxn ang="0">
                      <a:pos x="T0" y="T1"/>
                    </a:cxn>
                    <a:cxn ang="0">
                      <a:pos x="T2" y="T3"/>
                    </a:cxn>
                    <a:cxn ang="0">
                      <a:pos x="T4" y="T5"/>
                    </a:cxn>
                  </a:cxnLst>
                  <a:rect l="0" t="0" r="r" b="b"/>
                  <a:pathLst>
                    <a:path w="84" h="142">
                      <a:moveTo>
                        <a:pt x="0" y="142"/>
                      </a:moveTo>
                      <a:lnTo>
                        <a:pt x="0" y="46"/>
                      </a:lnTo>
                      <a:lnTo>
                        <a:pt x="84" y="0"/>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grpSp>
        </p:grpSp>
        <p:grpSp>
          <p:nvGrpSpPr>
            <p:cNvPr id="165" name="second half"/>
            <p:cNvGrpSpPr/>
            <p:nvPr/>
          </p:nvGrpSpPr>
          <p:grpSpPr>
            <a:xfrm>
              <a:off x="8358051" y="2163191"/>
              <a:ext cx="1263624" cy="1263622"/>
              <a:chOff x="1655681" y="1702136"/>
              <a:chExt cx="3163063" cy="3163062"/>
            </a:xfrm>
          </p:grpSpPr>
          <p:sp>
            <p:nvSpPr>
              <p:cNvPr id="166" name="Oval 165"/>
              <p:cNvSpPr/>
              <p:nvPr/>
            </p:nvSpPr>
            <p:spPr>
              <a:xfrm>
                <a:off x="1655681" y="1702136"/>
                <a:ext cx="3163062" cy="316306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67" name="Freeform 166"/>
              <p:cNvSpPr/>
              <p:nvPr/>
            </p:nvSpPr>
            <p:spPr>
              <a:xfrm>
                <a:off x="3234291" y="1702136"/>
                <a:ext cx="1584453" cy="3163062"/>
              </a:xfrm>
              <a:custGeom>
                <a:avLst/>
                <a:gdLst>
                  <a:gd name="connsiteX0" fmla="*/ 2922 w 1584453"/>
                  <a:gd name="connsiteY0" fmla="*/ 0 h 3163062"/>
                  <a:gd name="connsiteX1" fmla="*/ 1584453 w 1584453"/>
                  <a:gd name="connsiteY1" fmla="*/ 1581531 h 3163062"/>
                  <a:gd name="connsiteX2" fmla="*/ 2922 w 1584453"/>
                  <a:gd name="connsiteY2" fmla="*/ 3163062 h 3163062"/>
                  <a:gd name="connsiteX3" fmla="*/ 0 w 1584453"/>
                  <a:gd name="connsiteY3" fmla="*/ 3162768 h 3163062"/>
                  <a:gd name="connsiteX4" fmla="*/ 0 w 1584453"/>
                  <a:gd name="connsiteY4" fmla="*/ 295 h 316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53" h="3163062">
                    <a:moveTo>
                      <a:pt x="2922" y="0"/>
                    </a:moveTo>
                    <a:cubicBezTo>
                      <a:pt x="876377" y="0"/>
                      <a:pt x="1584453" y="708076"/>
                      <a:pt x="1584453" y="1581531"/>
                    </a:cubicBezTo>
                    <a:cubicBezTo>
                      <a:pt x="1584453" y="2454986"/>
                      <a:pt x="876377" y="3163062"/>
                      <a:pt x="2922" y="3163062"/>
                    </a:cubicBezTo>
                    <a:lnTo>
                      <a:pt x="0" y="3162768"/>
                    </a:lnTo>
                    <a:lnTo>
                      <a:pt x="0" y="2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grpSp>
          <p:nvGrpSpPr>
            <p:cNvPr id="168" name="first half"/>
            <p:cNvGrpSpPr/>
            <p:nvPr/>
          </p:nvGrpSpPr>
          <p:grpSpPr>
            <a:xfrm rot="10800000">
              <a:off x="8358051" y="2163192"/>
              <a:ext cx="1263622" cy="1263620"/>
              <a:chOff x="1655681" y="1702136"/>
              <a:chExt cx="3163063" cy="3163062"/>
            </a:xfrm>
          </p:grpSpPr>
          <p:sp>
            <p:nvSpPr>
              <p:cNvPr id="169" name="Oval 168"/>
              <p:cNvSpPr/>
              <p:nvPr/>
            </p:nvSpPr>
            <p:spPr>
              <a:xfrm>
                <a:off x="1655681" y="1702136"/>
                <a:ext cx="3163062" cy="316306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70" name="Freeform 169"/>
              <p:cNvSpPr/>
              <p:nvPr/>
            </p:nvSpPr>
            <p:spPr>
              <a:xfrm>
                <a:off x="3234291" y="1702136"/>
                <a:ext cx="1584453" cy="3163062"/>
              </a:xfrm>
              <a:custGeom>
                <a:avLst/>
                <a:gdLst>
                  <a:gd name="connsiteX0" fmla="*/ 2922 w 1584453"/>
                  <a:gd name="connsiteY0" fmla="*/ 0 h 3163062"/>
                  <a:gd name="connsiteX1" fmla="*/ 1584453 w 1584453"/>
                  <a:gd name="connsiteY1" fmla="*/ 1581531 h 3163062"/>
                  <a:gd name="connsiteX2" fmla="*/ 2922 w 1584453"/>
                  <a:gd name="connsiteY2" fmla="*/ 3163062 h 3163062"/>
                  <a:gd name="connsiteX3" fmla="*/ 0 w 1584453"/>
                  <a:gd name="connsiteY3" fmla="*/ 3162768 h 3163062"/>
                  <a:gd name="connsiteX4" fmla="*/ 0 w 1584453"/>
                  <a:gd name="connsiteY4" fmla="*/ 295 h 316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53" h="3163062">
                    <a:moveTo>
                      <a:pt x="2922" y="0"/>
                    </a:moveTo>
                    <a:cubicBezTo>
                      <a:pt x="876377" y="0"/>
                      <a:pt x="1584453" y="708076"/>
                      <a:pt x="1584453" y="1581531"/>
                    </a:cubicBezTo>
                    <a:cubicBezTo>
                      <a:pt x="1584453" y="2454986"/>
                      <a:pt x="876377" y="3163062"/>
                      <a:pt x="2922" y="3163062"/>
                    </a:cubicBezTo>
                    <a:lnTo>
                      <a:pt x="0" y="3162768"/>
                    </a:lnTo>
                    <a:lnTo>
                      <a:pt x="0" y="2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sp useBgFill="1">
          <p:nvSpPr>
            <p:cNvPr id="171" name="left mask"/>
            <p:cNvSpPr/>
            <p:nvPr/>
          </p:nvSpPr>
          <p:spPr bwMode="auto">
            <a:xfrm>
              <a:off x="8289405" y="2127201"/>
              <a:ext cx="701624" cy="1349566"/>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kern="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172" name="dummy"/>
            <p:cNvGrpSpPr/>
            <p:nvPr/>
          </p:nvGrpSpPr>
          <p:grpSpPr>
            <a:xfrm rot="10800000">
              <a:off x="8358051" y="2163192"/>
              <a:ext cx="1263622" cy="1263620"/>
              <a:chOff x="1655681" y="1702136"/>
              <a:chExt cx="3163063" cy="3163062"/>
            </a:xfrm>
          </p:grpSpPr>
          <p:sp>
            <p:nvSpPr>
              <p:cNvPr id="173" name="Oval 172"/>
              <p:cNvSpPr/>
              <p:nvPr/>
            </p:nvSpPr>
            <p:spPr>
              <a:xfrm>
                <a:off x="1655681" y="1702136"/>
                <a:ext cx="3163062" cy="316306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74" name="Freeform 173"/>
              <p:cNvSpPr/>
              <p:nvPr/>
            </p:nvSpPr>
            <p:spPr>
              <a:xfrm>
                <a:off x="3234291" y="1702136"/>
                <a:ext cx="1584453" cy="3163062"/>
              </a:xfrm>
              <a:custGeom>
                <a:avLst/>
                <a:gdLst>
                  <a:gd name="connsiteX0" fmla="*/ 2922 w 1584453"/>
                  <a:gd name="connsiteY0" fmla="*/ 0 h 3163062"/>
                  <a:gd name="connsiteX1" fmla="*/ 1584453 w 1584453"/>
                  <a:gd name="connsiteY1" fmla="*/ 1581531 h 3163062"/>
                  <a:gd name="connsiteX2" fmla="*/ 2922 w 1584453"/>
                  <a:gd name="connsiteY2" fmla="*/ 3163062 h 3163062"/>
                  <a:gd name="connsiteX3" fmla="*/ 0 w 1584453"/>
                  <a:gd name="connsiteY3" fmla="*/ 3162768 h 3163062"/>
                  <a:gd name="connsiteX4" fmla="*/ 0 w 1584453"/>
                  <a:gd name="connsiteY4" fmla="*/ 295 h 316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53" h="3163062">
                    <a:moveTo>
                      <a:pt x="2922" y="0"/>
                    </a:moveTo>
                    <a:cubicBezTo>
                      <a:pt x="876377" y="0"/>
                      <a:pt x="1584453" y="708076"/>
                      <a:pt x="1584453" y="1581531"/>
                    </a:cubicBezTo>
                    <a:cubicBezTo>
                      <a:pt x="1584453" y="2454986"/>
                      <a:pt x="876377" y="3163062"/>
                      <a:pt x="2922" y="3163062"/>
                    </a:cubicBezTo>
                    <a:lnTo>
                      <a:pt x="0" y="3162768"/>
                    </a:lnTo>
                    <a:lnTo>
                      <a:pt x="0" y="2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sp useBgFill="1">
          <p:nvSpPr>
            <p:cNvPr id="175" name="inner mask"/>
            <p:cNvSpPr/>
            <p:nvPr/>
          </p:nvSpPr>
          <p:spPr>
            <a:xfrm>
              <a:off x="8436329" y="2241469"/>
              <a:ext cx="1107068" cy="110706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nvGrpSpPr>
            <p:cNvPr id="176" name="second half"/>
            <p:cNvGrpSpPr/>
            <p:nvPr/>
          </p:nvGrpSpPr>
          <p:grpSpPr>
            <a:xfrm>
              <a:off x="8358051" y="4027196"/>
              <a:ext cx="1263624" cy="1263622"/>
              <a:chOff x="1655681" y="1702136"/>
              <a:chExt cx="3163063" cy="3163062"/>
            </a:xfrm>
          </p:grpSpPr>
          <p:sp>
            <p:nvSpPr>
              <p:cNvPr id="177" name="Oval 176"/>
              <p:cNvSpPr/>
              <p:nvPr/>
            </p:nvSpPr>
            <p:spPr>
              <a:xfrm>
                <a:off x="1655681" y="1702136"/>
                <a:ext cx="3163062" cy="316306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78" name="Freeform 177"/>
              <p:cNvSpPr/>
              <p:nvPr/>
            </p:nvSpPr>
            <p:spPr>
              <a:xfrm>
                <a:off x="3234291" y="1702136"/>
                <a:ext cx="1584453" cy="3163062"/>
              </a:xfrm>
              <a:custGeom>
                <a:avLst/>
                <a:gdLst>
                  <a:gd name="connsiteX0" fmla="*/ 2922 w 1584453"/>
                  <a:gd name="connsiteY0" fmla="*/ 0 h 3163062"/>
                  <a:gd name="connsiteX1" fmla="*/ 1584453 w 1584453"/>
                  <a:gd name="connsiteY1" fmla="*/ 1581531 h 3163062"/>
                  <a:gd name="connsiteX2" fmla="*/ 2922 w 1584453"/>
                  <a:gd name="connsiteY2" fmla="*/ 3163062 h 3163062"/>
                  <a:gd name="connsiteX3" fmla="*/ 0 w 1584453"/>
                  <a:gd name="connsiteY3" fmla="*/ 3162768 h 3163062"/>
                  <a:gd name="connsiteX4" fmla="*/ 0 w 1584453"/>
                  <a:gd name="connsiteY4" fmla="*/ 295 h 316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53" h="3163062">
                    <a:moveTo>
                      <a:pt x="2922" y="0"/>
                    </a:moveTo>
                    <a:cubicBezTo>
                      <a:pt x="876377" y="0"/>
                      <a:pt x="1584453" y="708076"/>
                      <a:pt x="1584453" y="1581531"/>
                    </a:cubicBezTo>
                    <a:cubicBezTo>
                      <a:pt x="1584453" y="2454986"/>
                      <a:pt x="876377" y="3163062"/>
                      <a:pt x="2922" y="3163062"/>
                    </a:cubicBezTo>
                    <a:lnTo>
                      <a:pt x="0" y="3162768"/>
                    </a:lnTo>
                    <a:lnTo>
                      <a:pt x="0" y="2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grpSp>
          <p:nvGrpSpPr>
            <p:cNvPr id="179" name="first half"/>
            <p:cNvGrpSpPr/>
            <p:nvPr/>
          </p:nvGrpSpPr>
          <p:grpSpPr>
            <a:xfrm rot="10800000">
              <a:off x="8358051" y="4027197"/>
              <a:ext cx="1263622" cy="1263620"/>
              <a:chOff x="1655681" y="1702136"/>
              <a:chExt cx="3163063" cy="3163062"/>
            </a:xfrm>
          </p:grpSpPr>
          <p:sp>
            <p:nvSpPr>
              <p:cNvPr id="180" name="Oval 179"/>
              <p:cNvSpPr/>
              <p:nvPr/>
            </p:nvSpPr>
            <p:spPr>
              <a:xfrm>
                <a:off x="1655681" y="1702136"/>
                <a:ext cx="3163062" cy="316306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81" name="Freeform 180"/>
              <p:cNvSpPr/>
              <p:nvPr/>
            </p:nvSpPr>
            <p:spPr>
              <a:xfrm>
                <a:off x="3234291" y="1702136"/>
                <a:ext cx="1584453" cy="3163062"/>
              </a:xfrm>
              <a:custGeom>
                <a:avLst/>
                <a:gdLst>
                  <a:gd name="connsiteX0" fmla="*/ 2922 w 1584453"/>
                  <a:gd name="connsiteY0" fmla="*/ 0 h 3163062"/>
                  <a:gd name="connsiteX1" fmla="*/ 1584453 w 1584453"/>
                  <a:gd name="connsiteY1" fmla="*/ 1581531 h 3163062"/>
                  <a:gd name="connsiteX2" fmla="*/ 2922 w 1584453"/>
                  <a:gd name="connsiteY2" fmla="*/ 3163062 h 3163062"/>
                  <a:gd name="connsiteX3" fmla="*/ 0 w 1584453"/>
                  <a:gd name="connsiteY3" fmla="*/ 3162768 h 3163062"/>
                  <a:gd name="connsiteX4" fmla="*/ 0 w 1584453"/>
                  <a:gd name="connsiteY4" fmla="*/ 295 h 316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53" h="3163062">
                    <a:moveTo>
                      <a:pt x="2922" y="0"/>
                    </a:moveTo>
                    <a:cubicBezTo>
                      <a:pt x="876377" y="0"/>
                      <a:pt x="1584453" y="708076"/>
                      <a:pt x="1584453" y="1581531"/>
                    </a:cubicBezTo>
                    <a:cubicBezTo>
                      <a:pt x="1584453" y="2454986"/>
                      <a:pt x="876377" y="3163062"/>
                      <a:pt x="2922" y="3163062"/>
                    </a:cubicBezTo>
                    <a:lnTo>
                      <a:pt x="0" y="3162768"/>
                    </a:lnTo>
                    <a:lnTo>
                      <a:pt x="0" y="2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sp useBgFill="1">
          <p:nvSpPr>
            <p:cNvPr id="182" name="left mask"/>
            <p:cNvSpPr/>
            <p:nvPr/>
          </p:nvSpPr>
          <p:spPr bwMode="auto">
            <a:xfrm>
              <a:off x="8289405" y="3991206"/>
              <a:ext cx="701624" cy="1349566"/>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kern="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183" name="dummy"/>
            <p:cNvGrpSpPr/>
            <p:nvPr/>
          </p:nvGrpSpPr>
          <p:grpSpPr>
            <a:xfrm rot="10800000">
              <a:off x="8358051" y="4027197"/>
              <a:ext cx="1263622" cy="1263620"/>
              <a:chOff x="1655681" y="1702136"/>
              <a:chExt cx="3163063" cy="3163062"/>
            </a:xfrm>
          </p:grpSpPr>
          <p:sp>
            <p:nvSpPr>
              <p:cNvPr id="184" name="Oval 183"/>
              <p:cNvSpPr/>
              <p:nvPr/>
            </p:nvSpPr>
            <p:spPr>
              <a:xfrm>
                <a:off x="1655681" y="1702136"/>
                <a:ext cx="3163062" cy="316306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85" name="Freeform 184"/>
              <p:cNvSpPr/>
              <p:nvPr/>
            </p:nvSpPr>
            <p:spPr>
              <a:xfrm>
                <a:off x="3234291" y="1702136"/>
                <a:ext cx="1584453" cy="3163062"/>
              </a:xfrm>
              <a:custGeom>
                <a:avLst/>
                <a:gdLst>
                  <a:gd name="connsiteX0" fmla="*/ 2922 w 1584453"/>
                  <a:gd name="connsiteY0" fmla="*/ 0 h 3163062"/>
                  <a:gd name="connsiteX1" fmla="*/ 1584453 w 1584453"/>
                  <a:gd name="connsiteY1" fmla="*/ 1581531 h 3163062"/>
                  <a:gd name="connsiteX2" fmla="*/ 2922 w 1584453"/>
                  <a:gd name="connsiteY2" fmla="*/ 3163062 h 3163062"/>
                  <a:gd name="connsiteX3" fmla="*/ 0 w 1584453"/>
                  <a:gd name="connsiteY3" fmla="*/ 3162768 h 3163062"/>
                  <a:gd name="connsiteX4" fmla="*/ 0 w 1584453"/>
                  <a:gd name="connsiteY4" fmla="*/ 295 h 316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53" h="3163062">
                    <a:moveTo>
                      <a:pt x="2922" y="0"/>
                    </a:moveTo>
                    <a:cubicBezTo>
                      <a:pt x="876377" y="0"/>
                      <a:pt x="1584453" y="708076"/>
                      <a:pt x="1584453" y="1581531"/>
                    </a:cubicBezTo>
                    <a:cubicBezTo>
                      <a:pt x="1584453" y="2454986"/>
                      <a:pt x="876377" y="3163062"/>
                      <a:pt x="2922" y="3163062"/>
                    </a:cubicBezTo>
                    <a:lnTo>
                      <a:pt x="0" y="3162768"/>
                    </a:lnTo>
                    <a:lnTo>
                      <a:pt x="0" y="2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sp useBgFill="1">
          <p:nvSpPr>
            <p:cNvPr id="186" name="inner mask"/>
            <p:cNvSpPr/>
            <p:nvPr/>
          </p:nvSpPr>
          <p:spPr>
            <a:xfrm>
              <a:off x="8436329" y="4105474"/>
              <a:ext cx="1107068" cy="110706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nvGrpSpPr>
            <p:cNvPr id="187" name="second half"/>
            <p:cNvGrpSpPr/>
            <p:nvPr/>
          </p:nvGrpSpPr>
          <p:grpSpPr>
            <a:xfrm>
              <a:off x="7026570" y="5326808"/>
              <a:ext cx="1263624" cy="1263622"/>
              <a:chOff x="1655681" y="1702136"/>
              <a:chExt cx="3163063" cy="3163062"/>
            </a:xfrm>
          </p:grpSpPr>
          <p:sp>
            <p:nvSpPr>
              <p:cNvPr id="188" name="Oval 187"/>
              <p:cNvSpPr/>
              <p:nvPr/>
            </p:nvSpPr>
            <p:spPr>
              <a:xfrm>
                <a:off x="1655681" y="1702136"/>
                <a:ext cx="3163062" cy="316306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89" name="Freeform 188"/>
              <p:cNvSpPr/>
              <p:nvPr/>
            </p:nvSpPr>
            <p:spPr>
              <a:xfrm>
                <a:off x="3234291" y="1702136"/>
                <a:ext cx="1584453" cy="3163062"/>
              </a:xfrm>
              <a:custGeom>
                <a:avLst/>
                <a:gdLst>
                  <a:gd name="connsiteX0" fmla="*/ 2922 w 1584453"/>
                  <a:gd name="connsiteY0" fmla="*/ 0 h 3163062"/>
                  <a:gd name="connsiteX1" fmla="*/ 1584453 w 1584453"/>
                  <a:gd name="connsiteY1" fmla="*/ 1581531 h 3163062"/>
                  <a:gd name="connsiteX2" fmla="*/ 2922 w 1584453"/>
                  <a:gd name="connsiteY2" fmla="*/ 3163062 h 3163062"/>
                  <a:gd name="connsiteX3" fmla="*/ 0 w 1584453"/>
                  <a:gd name="connsiteY3" fmla="*/ 3162768 h 3163062"/>
                  <a:gd name="connsiteX4" fmla="*/ 0 w 1584453"/>
                  <a:gd name="connsiteY4" fmla="*/ 295 h 316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53" h="3163062">
                    <a:moveTo>
                      <a:pt x="2922" y="0"/>
                    </a:moveTo>
                    <a:cubicBezTo>
                      <a:pt x="876377" y="0"/>
                      <a:pt x="1584453" y="708076"/>
                      <a:pt x="1584453" y="1581531"/>
                    </a:cubicBezTo>
                    <a:cubicBezTo>
                      <a:pt x="1584453" y="2454986"/>
                      <a:pt x="876377" y="3163062"/>
                      <a:pt x="2922" y="3163062"/>
                    </a:cubicBezTo>
                    <a:lnTo>
                      <a:pt x="0" y="3162768"/>
                    </a:lnTo>
                    <a:lnTo>
                      <a:pt x="0" y="2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grpSp>
          <p:nvGrpSpPr>
            <p:cNvPr id="190" name="first half"/>
            <p:cNvGrpSpPr/>
            <p:nvPr/>
          </p:nvGrpSpPr>
          <p:grpSpPr>
            <a:xfrm rot="10800000">
              <a:off x="7026570" y="5326809"/>
              <a:ext cx="1263622" cy="1263620"/>
              <a:chOff x="1655681" y="1702136"/>
              <a:chExt cx="3163063" cy="3163062"/>
            </a:xfrm>
          </p:grpSpPr>
          <p:sp>
            <p:nvSpPr>
              <p:cNvPr id="191" name="Oval 190"/>
              <p:cNvSpPr/>
              <p:nvPr/>
            </p:nvSpPr>
            <p:spPr>
              <a:xfrm>
                <a:off x="1655681" y="1702136"/>
                <a:ext cx="3163062" cy="316306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92" name="Freeform 191"/>
              <p:cNvSpPr/>
              <p:nvPr/>
            </p:nvSpPr>
            <p:spPr>
              <a:xfrm>
                <a:off x="3234291" y="1702136"/>
                <a:ext cx="1584453" cy="3163062"/>
              </a:xfrm>
              <a:custGeom>
                <a:avLst/>
                <a:gdLst>
                  <a:gd name="connsiteX0" fmla="*/ 2922 w 1584453"/>
                  <a:gd name="connsiteY0" fmla="*/ 0 h 3163062"/>
                  <a:gd name="connsiteX1" fmla="*/ 1584453 w 1584453"/>
                  <a:gd name="connsiteY1" fmla="*/ 1581531 h 3163062"/>
                  <a:gd name="connsiteX2" fmla="*/ 2922 w 1584453"/>
                  <a:gd name="connsiteY2" fmla="*/ 3163062 h 3163062"/>
                  <a:gd name="connsiteX3" fmla="*/ 0 w 1584453"/>
                  <a:gd name="connsiteY3" fmla="*/ 3162768 h 3163062"/>
                  <a:gd name="connsiteX4" fmla="*/ 0 w 1584453"/>
                  <a:gd name="connsiteY4" fmla="*/ 295 h 316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53" h="3163062">
                    <a:moveTo>
                      <a:pt x="2922" y="0"/>
                    </a:moveTo>
                    <a:cubicBezTo>
                      <a:pt x="876377" y="0"/>
                      <a:pt x="1584453" y="708076"/>
                      <a:pt x="1584453" y="1581531"/>
                    </a:cubicBezTo>
                    <a:cubicBezTo>
                      <a:pt x="1584453" y="2454986"/>
                      <a:pt x="876377" y="3163062"/>
                      <a:pt x="2922" y="3163062"/>
                    </a:cubicBezTo>
                    <a:lnTo>
                      <a:pt x="0" y="3162768"/>
                    </a:lnTo>
                    <a:lnTo>
                      <a:pt x="0" y="2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sp useBgFill="1">
          <p:nvSpPr>
            <p:cNvPr id="193" name="left mask"/>
            <p:cNvSpPr/>
            <p:nvPr/>
          </p:nvSpPr>
          <p:spPr bwMode="auto">
            <a:xfrm>
              <a:off x="6957924" y="5290818"/>
              <a:ext cx="701624" cy="1349566"/>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kern="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194" name="dummy"/>
            <p:cNvGrpSpPr/>
            <p:nvPr/>
          </p:nvGrpSpPr>
          <p:grpSpPr>
            <a:xfrm rot="10800000">
              <a:off x="7026570" y="5326809"/>
              <a:ext cx="1263622" cy="1263620"/>
              <a:chOff x="1655681" y="1702136"/>
              <a:chExt cx="3163063" cy="3163062"/>
            </a:xfrm>
          </p:grpSpPr>
          <p:sp>
            <p:nvSpPr>
              <p:cNvPr id="195" name="Oval 194"/>
              <p:cNvSpPr/>
              <p:nvPr/>
            </p:nvSpPr>
            <p:spPr>
              <a:xfrm>
                <a:off x="1655681" y="1702136"/>
                <a:ext cx="3163062" cy="316306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96" name="Freeform 195"/>
              <p:cNvSpPr/>
              <p:nvPr/>
            </p:nvSpPr>
            <p:spPr>
              <a:xfrm>
                <a:off x="3234291" y="1702136"/>
                <a:ext cx="1584453" cy="3163062"/>
              </a:xfrm>
              <a:custGeom>
                <a:avLst/>
                <a:gdLst>
                  <a:gd name="connsiteX0" fmla="*/ 2922 w 1584453"/>
                  <a:gd name="connsiteY0" fmla="*/ 0 h 3163062"/>
                  <a:gd name="connsiteX1" fmla="*/ 1584453 w 1584453"/>
                  <a:gd name="connsiteY1" fmla="*/ 1581531 h 3163062"/>
                  <a:gd name="connsiteX2" fmla="*/ 2922 w 1584453"/>
                  <a:gd name="connsiteY2" fmla="*/ 3163062 h 3163062"/>
                  <a:gd name="connsiteX3" fmla="*/ 0 w 1584453"/>
                  <a:gd name="connsiteY3" fmla="*/ 3162768 h 3163062"/>
                  <a:gd name="connsiteX4" fmla="*/ 0 w 1584453"/>
                  <a:gd name="connsiteY4" fmla="*/ 295 h 316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53" h="3163062">
                    <a:moveTo>
                      <a:pt x="2922" y="0"/>
                    </a:moveTo>
                    <a:cubicBezTo>
                      <a:pt x="876377" y="0"/>
                      <a:pt x="1584453" y="708076"/>
                      <a:pt x="1584453" y="1581531"/>
                    </a:cubicBezTo>
                    <a:cubicBezTo>
                      <a:pt x="1584453" y="2454986"/>
                      <a:pt x="876377" y="3163062"/>
                      <a:pt x="2922" y="3163062"/>
                    </a:cubicBezTo>
                    <a:lnTo>
                      <a:pt x="0" y="3162768"/>
                    </a:lnTo>
                    <a:lnTo>
                      <a:pt x="0" y="2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grpSp>
        <p:sp useBgFill="1">
          <p:nvSpPr>
            <p:cNvPr id="197" name="inner mask"/>
            <p:cNvSpPr/>
            <p:nvPr/>
          </p:nvSpPr>
          <p:spPr>
            <a:xfrm>
              <a:off x="7104848" y="5405086"/>
              <a:ext cx="1107068" cy="110706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6386">
                <a:defRPr/>
              </a:pPr>
              <a:endParaRPr lang="en-US" sz="1765" kern="0">
                <a:solidFill>
                  <a:srgbClr val="FFFFFF"/>
                </a:solidFill>
                <a:latin typeface="Segoe UI"/>
              </a:endParaRPr>
            </a:p>
          </p:txBody>
        </p:sp>
        <p:sp>
          <p:nvSpPr>
            <p:cNvPr id="198" name="Freeform 5"/>
            <p:cNvSpPr>
              <a:spLocks noEditPoints="1"/>
            </p:cNvSpPr>
            <p:nvPr/>
          </p:nvSpPr>
          <p:spPr bwMode="auto">
            <a:xfrm>
              <a:off x="7462912" y="1252733"/>
              <a:ext cx="390378" cy="391722"/>
            </a:xfrm>
            <a:custGeom>
              <a:avLst/>
              <a:gdLst>
                <a:gd name="T0" fmla="*/ 120 w 120"/>
                <a:gd name="T1" fmla="*/ 120 h 120"/>
                <a:gd name="T2" fmla="*/ 120 w 120"/>
                <a:gd name="T3" fmla="*/ 0 h 120"/>
                <a:gd name="T4" fmla="*/ 0 w 120"/>
                <a:gd name="T5" fmla="*/ 0 h 120"/>
                <a:gd name="T6" fmla="*/ 0 w 120"/>
                <a:gd name="T7" fmla="*/ 120 h 120"/>
                <a:gd name="T8" fmla="*/ 24 w 120"/>
                <a:gd name="T9" fmla="*/ 120 h 120"/>
                <a:gd name="T10" fmla="*/ 24 w 120"/>
                <a:gd name="T11" fmla="*/ 116 h 120"/>
                <a:gd name="T12" fmla="*/ 60 w 120"/>
                <a:gd name="T13" fmla="*/ 80 h 120"/>
                <a:gd name="T14" fmla="*/ 96 w 120"/>
                <a:gd name="T15" fmla="*/ 116 h 120"/>
                <a:gd name="T16" fmla="*/ 96 w 120"/>
                <a:gd name="T17" fmla="*/ 120 h 120"/>
                <a:gd name="T18" fmla="*/ 120 w 120"/>
                <a:gd name="T19" fmla="*/ 120 h 120"/>
                <a:gd name="T20" fmla="*/ 77 w 120"/>
                <a:gd name="T21" fmla="*/ 75 h 120"/>
                <a:gd name="T22" fmla="*/ 92 w 120"/>
                <a:gd name="T23" fmla="*/ 48 h 120"/>
                <a:gd name="T24" fmla="*/ 60 w 120"/>
                <a:gd name="T25" fmla="*/ 16 h 120"/>
                <a:gd name="T26" fmla="*/ 28 w 120"/>
                <a:gd name="T27" fmla="*/ 48 h 120"/>
                <a:gd name="T28" fmla="*/ 43 w 120"/>
                <a:gd name="T29" fmla="*/ 75 h 120"/>
                <a:gd name="T30" fmla="*/ 16 w 120"/>
                <a:gd name="T31" fmla="*/ 112 h 120"/>
                <a:gd name="T32" fmla="*/ 8 w 120"/>
                <a:gd name="T33" fmla="*/ 112 h 120"/>
                <a:gd name="T34" fmla="*/ 8 w 120"/>
                <a:gd name="T35" fmla="*/ 8 h 120"/>
                <a:gd name="T36" fmla="*/ 112 w 120"/>
                <a:gd name="T37" fmla="*/ 8 h 120"/>
                <a:gd name="T38" fmla="*/ 112 w 120"/>
                <a:gd name="T39" fmla="*/ 112 h 120"/>
                <a:gd name="T40" fmla="*/ 104 w 120"/>
                <a:gd name="T41" fmla="*/ 112 h 120"/>
                <a:gd name="T42" fmla="*/ 77 w 120"/>
                <a:gd name="T43" fmla="*/ 75 h 120"/>
                <a:gd name="T44" fmla="*/ 60 w 120"/>
                <a:gd name="T45" fmla="*/ 72 h 120"/>
                <a:gd name="T46" fmla="*/ 36 w 120"/>
                <a:gd name="T47" fmla="*/ 48 h 120"/>
                <a:gd name="T48" fmla="*/ 60 w 120"/>
                <a:gd name="T49" fmla="*/ 24 h 120"/>
                <a:gd name="T50" fmla="*/ 84 w 120"/>
                <a:gd name="T51" fmla="*/ 48 h 120"/>
                <a:gd name="T52" fmla="*/ 60 w 120"/>
                <a:gd name="T53" fmla="*/ 7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0">
                  <a:moveTo>
                    <a:pt x="120" y="120"/>
                  </a:moveTo>
                  <a:cubicBezTo>
                    <a:pt x="120" y="0"/>
                    <a:pt x="120" y="0"/>
                    <a:pt x="120" y="0"/>
                  </a:cubicBezTo>
                  <a:cubicBezTo>
                    <a:pt x="0" y="0"/>
                    <a:pt x="0" y="0"/>
                    <a:pt x="0" y="0"/>
                  </a:cubicBezTo>
                  <a:cubicBezTo>
                    <a:pt x="0" y="120"/>
                    <a:pt x="0" y="120"/>
                    <a:pt x="0" y="120"/>
                  </a:cubicBezTo>
                  <a:cubicBezTo>
                    <a:pt x="24" y="120"/>
                    <a:pt x="24" y="120"/>
                    <a:pt x="24" y="120"/>
                  </a:cubicBezTo>
                  <a:cubicBezTo>
                    <a:pt x="24" y="116"/>
                    <a:pt x="24" y="116"/>
                    <a:pt x="24" y="116"/>
                  </a:cubicBezTo>
                  <a:cubicBezTo>
                    <a:pt x="24" y="96"/>
                    <a:pt x="40" y="80"/>
                    <a:pt x="60" y="80"/>
                  </a:cubicBezTo>
                  <a:cubicBezTo>
                    <a:pt x="80" y="80"/>
                    <a:pt x="96" y="96"/>
                    <a:pt x="96" y="116"/>
                  </a:cubicBezTo>
                  <a:cubicBezTo>
                    <a:pt x="96" y="120"/>
                    <a:pt x="96" y="120"/>
                    <a:pt x="96" y="120"/>
                  </a:cubicBezTo>
                  <a:lnTo>
                    <a:pt x="120" y="120"/>
                  </a:lnTo>
                  <a:close/>
                  <a:moveTo>
                    <a:pt x="77" y="75"/>
                  </a:moveTo>
                  <a:cubicBezTo>
                    <a:pt x="86" y="70"/>
                    <a:pt x="92" y="60"/>
                    <a:pt x="92" y="48"/>
                  </a:cubicBezTo>
                  <a:cubicBezTo>
                    <a:pt x="92" y="30"/>
                    <a:pt x="78" y="16"/>
                    <a:pt x="60" y="16"/>
                  </a:cubicBezTo>
                  <a:cubicBezTo>
                    <a:pt x="42" y="16"/>
                    <a:pt x="28" y="30"/>
                    <a:pt x="28" y="48"/>
                  </a:cubicBezTo>
                  <a:cubicBezTo>
                    <a:pt x="28" y="60"/>
                    <a:pt x="34" y="70"/>
                    <a:pt x="43" y="75"/>
                  </a:cubicBezTo>
                  <a:cubicBezTo>
                    <a:pt x="29" y="81"/>
                    <a:pt x="18" y="95"/>
                    <a:pt x="16" y="112"/>
                  </a:cubicBezTo>
                  <a:cubicBezTo>
                    <a:pt x="8" y="112"/>
                    <a:pt x="8" y="112"/>
                    <a:pt x="8" y="112"/>
                  </a:cubicBezTo>
                  <a:cubicBezTo>
                    <a:pt x="8" y="8"/>
                    <a:pt x="8" y="8"/>
                    <a:pt x="8" y="8"/>
                  </a:cubicBezTo>
                  <a:cubicBezTo>
                    <a:pt x="112" y="8"/>
                    <a:pt x="112" y="8"/>
                    <a:pt x="112" y="8"/>
                  </a:cubicBezTo>
                  <a:cubicBezTo>
                    <a:pt x="112" y="112"/>
                    <a:pt x="112" y="112"/>
                    <a:pt x="112" y="112"/>
                  </a:cubicBezTo>
                  <a:cubicBezTo>
                    <a:pt x="104" y="112"/>
                    <a:pt x="104" y="112"/>
                    <a:pt x="104" y="112"/>
                  </a:cubicBezTo>
                  <a:cubicBezTo>
                    <a:pt x="102" y="95"/>
                    <a:pt x="91" y="81"/>
                    <a:pt x="77" y="75"/>
                  </a:cubicBezTo>
                  <a:moveTo>
                    <a:pt x="60" y="72"/>
                  </a:moveTo>
                  <a:cubicBezTo>
                    <a:pt x="47" y="72"/>
                    <a:pt x="36" y="61"/>
                    <a:pt x="36" y="48"/>
                  </a:cubicBezTo>
                  <a:cubicBezTo>
                    <a:pt x="36" y="35"/>
                    <a:pt x="47" y="24"/>
                    <a:pt x="60" y="24"/>
                  </a:cubicBezTo>
                  <a:cubicBezTo>
                    <a:pt x="73" y="24"/>
                    <a:pt x="84" y="35"/>
                    <a:pt x="84" y="48"/>
                  </a:cubicBezTo>
                  <a:cubicBezTo>
                    <a:pt x="84" y="61"/>
                    <a:pt x="73" y="72"/>
                    <a:pt x="60" y="72"/>
                  </a:cubicBezTo>
                </a:path>
              </a:pathLst>
            </a:custGeom>
            <a:solidFill>
              <a:schemeClr val="tx1"/>
            </a:solidFill>
            <a:ln>
              <a:noFill/>
            </a:ln>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grpSp>
          <p:nvGrpSpPr>
            <p:cNvPr id="199" name="Group 8"/>
            <p:cNvGrpSpPr>
              <a:grpSpLocks noChangeAspect="1"/>
            </p:cNvGrpSpPr>
            <p:nvPr/>
          </p:nvGrpSpPr>
          <p:grpSpPr bwMode="auto">
            <a:xfrm>
              <a:off x="8794824" y="2651556"/>
              <a:ext cx="390378" cy="288072"/>
              <a:chOff x="5518" y="1654"/>
              <a:chExt cx="290" cy="214"/>
            </a:xfrm>
            <a:solidFill>
              <a:schemeClr val="tx1"/>
            </a:solidFill>
          </p:grpSpPr>
          <p:sp>
            <p:nvSpPr>
              <p:cNvPr id="200" name="Freeform 9"/>
              <p:cNvSpPr>
                <a:spLocks noEditPoints="1"/>
              </p:cNvSpPr>
              <p:nvPr/>
            </p:nvSpPr>
            <p:spPr bwMode="auto">
              <a:xfrm>
                <a:off x="5518" y="1712"/>
                <a:ext cx="116" cy="156"/>
              </a:xfrm>
              <a:custGeom>
                <a:avLst/>
                <a:gdLst>
                  <a:gd name="T0" fmla="*/ 97 w 116"/>
                  <a:gd name="T1" fmla="*/ 19 h 156"/>
                  <a:gd name="T2" fmla="*/ 97 w 116"/>
                  <a:gd name="T3" fmla="*/ 136 h 156"/>
                  <a:gd name="T4" fmla="*/ 19 w 116"/>
                  <a:gd name="T5" fmla="*/ 136 h 156"/>
                  <a:gd name="T6" fmla="*/ 19 w 116"/>
                  <a:gd name="T7" fmla="*/ 19 h 156"/>
                  <a:gd name="T8" fmla="*/ 97 w 116"/>
                  <a:gd name="T9" fmla="*/ 19 h 156"/>
                  <a:gd name="T10" fmla="*/ 116 w 116"/>
                  <a:gd name="T11" fmla="*/ 0 h 156"/>
                  <a:gd name="T12" fmla="*/ 0 w 116"/>
                  <a:gd name="T13" fmla="*/ 0 h 156"/>
                  <a:gd name="T14" fmla="*/ 0 w 116"/>
                  <a:gd name="T15" fmla="*/ 156 h 156"/>
                  <a:gd name="T16" fmla="*/ 116 w 116"/>
                  <a:gd name="T17" fmla="*/ 156 h 156"/>
                  <a:gd name="T18" fmla="*/ 116 w 116"/>
                  <a:gd name="T19" fmla="*/ 0 h 156"/>
                  <a:gd name="T20" fmla="*/ 116 w 116"/>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156">
                    <a:moveTo>
                      <a:pt x="97" y="19"/>
                    </a:moveTo>
                    <a:lnTo>
                      <a:pt x="97" y="136"/>
                    </a:lnTo>
                    <a:lnTo>
                      <a:pt x="19" y="136"/>
                    </a:lnTo>
                    <a:lnTo>
                      <a:pt x="19" y="19"/>
                    </a:lnTo>
                    <a:lnTo>
                      <a:pt x="97" y="19"/>
                    </a:lnTo>
                    <a:close/>
                    <a:moveTo>
                      <a:pt x="116" y="0"/>
                    </a:moveTo>
                    <a:lnTo>
                      <a:pt x="0" y="0"/>
                    </a:lnTo>
                    <a:lnTo>
                      <a:pt x="0" y="156"/>
                    </a:lnTo>
                    <a:lnTo>
                      <a:pt x="116" y="156"/>
                    </a:lnTo>
                    <a:lnTo>
                      <a:pt x="116" y="0"/>
                    </a:lnTo>
                    <a:lnTo>
                      <a:pt x="1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201" name="Freeform 10"/>
              <p:cNvSpPr>
                <a:spLocks noEditPoints="1"/>
              </p:cNvSpPr>
              <p:nvPr/>
            </p:nvSpPr>
            <p:spPr bwMode="auto">
              <a:xfrm>
                <a:off x="5518" y="1712"/>
                <a:ext cx="116" cy="156"/>
              </a:xfrm>
              <a:custGeom>
                <a:avLst/>
                <a:gdLst>
                  <a:gd name="T0" fmla="*/ 97 w 116"/>
                  <a:gd name="T1" fmla="*/ 19 h 156"/>
                  <a:gd name="T2" fmla="*/ 97 w 116"/>
                  <a:gd name="T3" fmla="*/ 136 h 156"/>
                  <a:gd name="T4" fmla="*/ 19 w 116"/>
                  <a:gd name="T5" fmla="*/ 136 h 156"/>
                  <a:gd name="T6" fmla="*/ 19 w 116"/>
                  <a:gd name="T7" fmla="*/ 19 h 156"/>
                  <a:gd name="T8" fmla="*/ 97 w 116"/>
                  <a:gd name="T9" fmla="*/ 19 h 156"/>
                  <a:gd name="T10" fmla="*/ 116 w 116"/>
                  <a:gd name="T11" fmla="*/ 0 h 156"/>
                  <a:gd name="T12" fmla="*/ 0 w 116"/>
                  <a:gd name="T13" fmla="*/ 0 h 156"/>
                  <a:gd name="T14" fmla="*/ 0 w 116"/>
                  <a:gd name="T15" fmla="*/ 156 h 156"/>
                  <a:gd name="T16" fmla="*/ 116 w 116"/>
                  <a:gd name="T17" fmla="*/ 156 h 156"/>
                  <a:gd name="T18" fmla="*/ 116 w 116"/>
                  <a:gd name="T19" fmla="*/ 0 h 156"/>
                  <a:gd name="T20" fmla="*/ 116 w 116"/>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156">
                    <a:moveTo>
                      <a:pt x="97" y="19"/>
                    </a:moveTo>
                    <a:lnTo>
                      <a:pt x="97" y="136"/>
                    </a:lnTo>
                    <a:lnTo>
                      <a:pt x="19" y="136"/>
                    </a:lnTo>
                    <a:lnTo>
                      <a:pt x="19" y="19"/>
                    </a:lnTo>
                    <a:lnTo>
                      <a:pt x="97" y="19"/>
                    </a:lnTo>
                    <a:moveTo>
                      <a:pt x="116" y="0"/>
                    </a:moveTo>
                    <a:lnTo>
                      <a:pt x="0" y="0"/>
                    </a:lnTo>
                    <a:lnTo>
                      <a:pt x="0" y="156"/>
                    </a:lnTo>
                    <a:lnTo>
                      <a:pt x="116" y="156"/>
                    </a:lnTo>
                    <a:lnTo>
                      <a:pt x="116" y="0"/>
                    </a:lnTo>
                    <a:lnTo>
                      <a:pt x="11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202" name="Freeform 11"/>
              <p:cNvSpPr>
                <a:spLocks/>
              </p:cNvSpPr>
              <p:nvPr/>
            </p:nvSpPr>
            <p:spPr bwMode="auto">
              <a:xfrm>
                <a:off x="5518" y="1654"/>
                <a:ext cx="290" cy="214"/>
              </a:xfrm>
              <a:custGeom>
                <a:avLst/>
                <a:gdLst>
                  <a:gd name="T0" fmla="*/ 0 w 290"/>
                  <a:gd name="T1" fmla="*/ 0 h 214"/>
                  <a:gd name="T2" fmla="*/ 0 w 290"/>
                  <a:gd name="T3" fmla="*/ 9 h 214"/>
                  <a:gd name="T4" fmla="*/ 0 w 290"/>
                  <a:gd name="T5" fmla="*/ 19 h 214"/>
                  <a:gd name="T6" fmla="*/ 0 w 290"/>
                  <a:gd name="T7" fmla="*/ 38 h 214"/>
                  <a:gd name="T8" fmla="*/ 19 w 290"/>
                  <a:gd name="T9" fmla="*/ 38 h 214"/>
                  <a:gd name="T10" fmla="*/ 19 w 290"/>
                  <a:gd name="T11" fmla="*/ 19 h 214"/>
                  <a:gd name="T12" fmla="*/ 271 w 290"/>
                  <a:gd name="T13" fmla="*/ 19 h 214"/>
                  <a:gd name="T14" fmla="*/ 271 w 290"/>
                  <a:gd name="T15" fmla="*/ 155 h 214"/>
                  <a:gd name="T16" fmla="*/ 135 w 290"/>
                  <a:gd name="T17" fmla="*/ 155 h 214"/>
                  <a:gd name="T18" fmla="*/ 135 w 290"/>
                  <a:gd name="T19" fmla="*/ 175 h 214"/>
                  <a:gd name="T20" fmla="*/ 135 w 290"/>
                  <a:gd name="T21" fmla="*/ 194 h 214"/>
                  <a:gd name="T22" fmla="*/ 135 w 290"/>
                  <a:gd name="T23" fmla="*/ 214 h 214"/>
                  <a:gd name="T24" fmla="*/ 193 w 290"/>
                  <a:gd name="T25" fmla="*/ 214 h 214"/>
                  <a:gd name="T26" fmla="*/ 193 w 290"/>
                  <a:gd name="T27" fmla="*/ 194 h 214"/>
                  <a:gd name="T28" fmla="*/ 155 w 290"/>
                  <a:gd name="T29" fmla="*/ 194 h 214"/>
                  <a:gd name="T30" fmla="*/ 155 w 290"/>
                  <a:gd name="T31" fmla="*/ 175 h 214"/>
                  <a:gd name="T32" fmla="*/ 271 w 290"/>
                  <a:gd name="T33" fmla="*/ 175 h 214"/>
                  <a:gd name="T34" fmla="*/ 280 w 290"/>
                  <a:gd name="T35" fmla="*/ 175 h 214"/>
                  <a:gd name="T36" fmla="*/ 290 w 290"/>
                  <a:gd name="T37" fmla="*/ 175 h 214"/>
                  <a:gd name="T38" fmla="*/ 290 w 290"/>
                  <a:gd name="T39" fmla="*/ 19 h 214"/>
                  <a:gd name="T40" fmla="*/ 290 w 290"/>
                  <a:gd name="T41" fmla="*/ 9 h 214"/>
                  <a:gd name="T42" fmla="*/ 290 w 290"/>
                  <a:gd name="T43" fmla="*/ 0 h 214"/>
                  <a:gd name="T44" fmla="*/ 0 w 290"/>
                  <a:gd name="T4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0" h="214">
                    <a:moveTo>
                      <a:pt x="0" y="0"/>
                    </a:moveTo>
                    <a:lnTo>
                      <a:pt x="0" y="9"/>
                    </a:lnTo>
                    <a:lnTo>
                      <a:pt x="0" y="19"/>
                    </a:lnTo>
                    <a:lnTo>
                      <a:pt x="0" y="38"/>
                    </a:lnTo>
                    <a:lnTo>
                      <a:pt x="19" y="38"/>
                    </a:lnTo>
                    <a:lnTo>
                      <a:pt x="19" y="19"/>
                    </a:lnTo>
                    <a:lnTo>
                      <a:pt x="271" y="19"/>
                    </a:lnTo>
                    <a:lnTo>
                      <a:pt x="271" y="155"/>
                    </a:lnTo>
                    <a:lnTo>
                      <a:pt x="135" y="155"/>
                    </a:lnTo>
                    <a:lnTo>
                      <a:pt x="135" y="175"/>
                    </a:lnTo>
                    <a:lnTo>
                      <a:pt x="135" y="194"/>
                    </a:lnTo>
                    <a:lnTo>
                      <a:pt x="135" y="214"/>
                    </a:lnTo>
                    <a:lnTo>
                      <a:pt x="193" y="214"/>
                    </a:lnTo>
                    <a:lnTo>
                      <a:pt x="193" y="194"/>
                    </a:lnTo>
                    <a:lnTo>
                      <a:pt x="155" y="194"/>
                    </a:lnTo>
                    <a:lnTo>
                      <a:pt x="155" y="175"/>
                    </a:lnTo>
                    <a:lnTo>
                      <a:pt x="271" y="175"/>
                    </a:lnTo>
                    <a:lnTo>
                      <a:pt x="280" y="175"/>
                    </a:lnTo>
                    <a:lnTo>
                      <a:pt x="290" y="175"/>
                    </a:lnTo>
                    <a:lnTo>
                      <a:pt x="290" y="19"/>
                    </a:lnTo>
                    <a:lnTo>
                      <a:pt x="290" y="9"/>
                    </a:lnTo>
                    <a:lnTo>
                      <a:pt x="29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grpSp>
        <p:grpSp>
          <p:nvGrpSpPr>
            <p:cNvPr id="203" name="Group 14"/>
            <p:cNvGrpSpPr>
              <a:grpSpLocks noChangeAspect="1"/>
            </p:cNvGrpSpPr>
            <p:nvPr/>
          </p:nvGrpSpPr>
          <p:grpSpPr bwMode="auto">
            <a:xfrm>
              <a:off x="8856747" y="4464124"/>
              <a:ext cx="266534" cy="390378"/>
              <a:chOff x="5564" y="2790"/>
              <a:chExt cx="198" cy="290"/>
            </a:xfrm>
            <a:solidFill>
              <a:schemeClr val="tx1"/>
            </a:solidFill>
          </p:grpSpPr>
          <p:sp>
            <p:nvSpPr>
              <p:cNvPr id="204" name="Freeform 15"/>
              <p:cNvSpPr>
                <a:spLocks noEditPoints="1"/>
              </p:cNvSpPr>
              <p:nvPr/>
            </p:nvSpPr>
            <p:spPr bwMode="auto">
              <a:xfrm>
                <a:off x="5564" y="2790"/>
                <a:ext cx="89" cy="87"/>
              </a:xfrm>
              <a:custGeom>
                <a:avLst/>
                <a:gdLst>
                  <a:gd name="T0" fmla="*/ 89 w 89"/>
                  <a:gd name="T1" fmla="*/ 87 h 87"/>
                  <a:gd name="T2" fmla="*/ 0 w 89"/>
                  <a:gd name="T3" fmla="*/ 87 h 87"/>
                  <a:gd name="T4" fmla="*/ 0 w 89"/>
                  <a:gd name="T5" fmla="*/ 0 h 87"/>
                  <a:gd name="T6" fmla="*/ 89 w 89"/>
                  <a:gd name="T7" fmla="*/ 0 h 87"/>
                  <a:gd name="T8" fmla="*/ 89 w 89"/>
                  <a:gd name="T9" fmla="*/ 87 h 87"/>
                  <a:gd name="T10" fmla="*/ 20 w 89"/>
                  <a:gd name="T11" fmla="*/ 68 h 87"/>
                  <a:gd name="T12" fmla="*/ 69 w 89"/>
                  <a:gd name="T13" fmla="*/ 68 h 87"/>
                  <a:gd name="T14" fmla="*/ 69 w 89"/>
                  <a:gd name="T15" fmla="*/ 19 h 87"/>
                  <a:gd name="T16" fmla="*/ 20 w 89"/>
                  <a:gd name="T17" fmla="*/ 19 h 87"/>
                  <a:gd name="T18" fmla="*/ 20 w 89"/>
                  <a:gd name="T19" fmla="*/ 6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 h="87">
                    <a:moveTo>
                      <a:pt x="89" y="87"/>
                    </a:moveTo>
                    <a:lnTo>
                      <a:pt x="0" y="87"/>
                    </a:lnTo>
                    <a:lnTo>
                      <a:pt x="0" y="0"/>
                    </a:lnTo>
                    <a:lnTo>
                      <a:pt x="89" y="0"/>
                    </a:lnTo>
                    <a:lnTo>
                      <a:pt x="89" y="87"/>
                    </a:lnTo>
                    <a:close/>
                    <a:moveTo>
                      <a:pt x="20" y="68"/>
                    </a:moveTo>
                    <a:lnTo>
                      <a:pt x="69" y="68"/>
                    </a:lnTo>
                    <a:lnTo>
                      <a:pt x="69" y="19"/>
                    </a:lnTo>
                    <a:lnTo>
                      <a:pt x="20" y="19"/>
                    </a:lnTo>
                    <a:lnTo>
                      <a:pt x="20"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205" name="Freeform 16"/>
              <p:cNvSpPr>
                <a:spLocks noEditPoints="1"/>
              </p:cNvSpPr>
              <p:nvPr/>
            </p:nvSpPr>
            <p:spPr bwMode="auto">
              <a:xfrm>
                <a:off x="5564" y="3000"/>
                <a:ext cx="89" cy="80"/>
              </a:xfrm>
              <a:custGeom>
                <a:avLst/>
                <a:gdLst>
                  <a:gd name="T0" fmla="*/ 89 w 89"/>
                  <a:gd name="T1" fmla="*/ 80 h 80"/>
                  <a:gd name="T2" fmla="*/ 0 w 89"/>
                  <a:gd name="T3" fmla="*/ 80 h 80"/>
                  <a:gd name="T4" fmla="*/ 0 w 89"/>
                  <a:gd name="T5" fmla="*/ 0 h 80"/>
                  <a:gd name="T6" fmla="*/ 89 w 89"/>
                  <a:gd name="T7" fmla="*/ 0 h 80"/>
                  <a:gd name="T8" fmla="*/ 89 w 89"/>
                  <a:gd name="T9" fmla="*/ 80 h 80"/>
                  <a:gd name="T10" fmla="*/ 20 w 89"/>
                  <a:gd name="T11" fmla="*/ 61 h 80"/>
                  <a:gd name="T12" fmla="*/ 69 w 89"/>
                  <a:gd name="T13" fmla="*/ 61 h 80"/>
                  <a:gd name="T14" fmla="*/ 69 w 89"/>
                  <a:gd name="T15" fmla="*/ 20 h 80"/>
                  <a:gd name="T16" fmla="*/ 20 w 89"/>
                  <a:gd name="T17" fmla="*/ 20 h 80"/>
                  <a:gd name="T18" fmla="*/ 20 w 89"/>
                  <a:gd name="T19" fmla="*/ 6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 h="80">
                    <a:moveTo>
                      <a:pt x="89" y="80"/>
                    </a:moveTo>
                    <a:lnTo>
                      <a:pt x="0" y="80"/>
                    </a:lnTo>
                    <a:lnTo>
                      <a:pt x="0" y="0"/>
                    </a:lnTo>
                    <a:lnTo>
                      <a:pt x="89" y="0"/>
                    </a:lnTo>
                    <a:lnTo>
                      <a:pt x="89" y="80"/>
                    </a:lnTo>
                    <a:close/>
                    <a:moveTo>
                      <a:pt x="20" y="61"/>
                    </a:moveTo>
                    <a:lnTo>
                      <a:pt x="69" y="61"/>
                    </a:lnTo>
                    <a:lnTo>
                      <a:pt x="69" y="20"/>
                    </a:lnTo>
                    <a:lnTo>
                      <a:pt x="20" y="20"/>
                    </a:lnTo>
                    <a:lnTo>
                      <a:pt x="20"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206" name="Freeform 17"/>
              <p:cNvSpPr>
                <a:spLocks noEditPoints="1"/>
              </p:cNvSpPr>
              <p:nvPr/>
            </p:nvSpPr>
            <p:spPr bwMode="auto">
              <a:xfrm>
                <a:off x="5564" y="2896"/>
                <a:ext cx="198" cy="87"/>
              </a:xfrm>
              <a:custGeom>
                <a:avLst/>
                <a:gdLst>
                  <a:gd name="T0" fmla="*/ 198 w 198"/>
                  <a:gd name="T1" fmla="*/ 87 h 87"/>
                  <a:gd name="T2" fmla="*/ 0 w 198"/>
                  <a:gd name="T3" fmla="*/ 87 h 87"/>
                  <a:gd name="T4" fmla="*/ 0 w 198"/>
                  <a:gd name="T5" fmla="*/ 0 h 87"/>
                  <a:gd name="T6" fmla="*/ 198 w 198"/>
                  <a:gd name="T7" fmla="*/ 0 h 87"/>
                  <a:gd name="T8" fmla="*/ 198 w 198"/>
                  <a:gd name="T9" fmla="*/ 87 h 87"/>
                  <a:gd name="T10" fmla="*/ 20 w 198"/>
                  <a:gd name="T11" fmla="*/ 68 h 87"/>
                  <a:gd name="T12" fmla="*/ 178 w 198"/>
                  <a:gd name="T13" fmla="*/ 68 h 87"/>
                  <a:gd name="T14" fmla="*/ 178 w 198"/>
                  <a:gd name="T15" fmla="*/ 20 h 87"/>
                  <a:gd name="T16" fmla="*/ 20 w 198"/>
                  <a:gd name="T17" fmla="*/ 20 h 87"/>
                  <a:gd name="T18" fmla="*/ 20 w 198"/>
                  <a:gd name="T19" fmla="*/ 6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87">
                    <a:moveTo>
                      <a:pt x="198" y="87"/>
                    </a:moveTo>
                    <a:lnTo>
                      <a:pt x="0" y="87"/>
                    </a:lnTo>
                    <a:lnTo>
                      <a:pt x="0" y="0"/>
                    </a:lnTo>
                    <a:lnTo>
                      <a:pt x="198" y="0"/>
                    </a:lnTo>
                    <a:lnTo>
                      <a:pt x="198" y="87"/>
                    </a:lnTo>
                    <a:close/>
                    <a:moveTo>
                      <a:pt x="20" y="68"/>
                    </a:moveTo>
                    <a:lnTo>
                      <a:pt x="178" y="68"/>
                    </a:lnTo>
                    <a:lnTo>
                      <a:pt x="178" y="20"/>
                    </a:lnTo>
                    <a:lnTo>
                      <a:pt x="20" y="20"/>
                    </a:lnTo>
                    <a:lnTo>
                      <a:pt x="20"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207" name="Rectangle 18"/>
              <p:cNvSpPr>
                <a:spLocks noChangeArrowheads="1"/>
              </p:cNvSpPr>
              <p:nvPr/>
            </p:nvSpPr>
            <p:spPr bwMode="auto">
              <a:xfrm>
                <a:off x="5673" y="2790"/>
                <a:ext cx="89" cy="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grpSp>
        <p:grpSp>
          <p:nvGrpSpPr>
            <p:cNvPr id="208" name="Group 30"/>
            <p:cNvGrpSpPr>
              <a:grpSpLocks noChangeAspect="1"/>
            </p:cNvGrpSpPr>
            <p:nvPr/>
          </p:nvGrpSpPr>
          <p:grpSpPr bwMode="auto">
            <a:xfrm>
              <a:off x="7461140" y="5760947"/>
              <a:ext cx="392150" cy="409308"/>
              <a:chOff x="4976" y="3801"/>
              <a:chExt cx="320" cy="334"/>
            </a:xfrm>
          </p:grpSpPr>
          <p:sp>
            <p:nvSpPr>
              <p:cNvPr id="209" name="Freeform 31"/>
              <p:cNvSpPr>
                <a:spLocks/>
              </p:cNvSpPr>
              <p:nvPr/>
            </p:nvSpPr>
            <p:spPr bwMode="auto">
              <a:xfrm>
                <a:off x="5071" y="3912"/>
                <a:ext cx="128" cy="112"/>
              </a:xfrm>
              <a:custGeom>
                <a:avLst/>
                <a:gdLst>
                  <a:gd name="T0" fmla="*/ 31 w 128"/>
                  <a:gd name="T1" fmla="*/ 112 h 112"/>
                  <a:gd name="T2" fmla="*/ 0 w 128"/>
                  <a:gd name="T3" fmla="*/ 56 h 112"/>
                  <a:gd name="T4" fmla="*/ 31 w 128"/>
                  <a:gd name="T5" fmla="*/ 0 h 112"/>
                  <a:gd name="T6" fmla="*/ 97 w 128"/>
                  <a:gd name="T7" fmla="*/ 0 h 112"/>
                  <a:gd name="T8" fmla="*/ 128 w 128"/>
                  <a:gd name="T9" fmla="*/ 56 h 112"/>
                  <a:gd name="T10" fmla="*/ 97 w 128"/>
                  <a:gd name="T11" fmla="*/ 112 h 112"/>
                  <a:gd name="T12" fmla="*/ 31 w 128"/>
                  <a:gd name="T13" fmla="*/ 112 h 112"/>
                </a:gdLst>
                <a:ahLst/>
                <a:cxnLst>
                  <a:cxn ang="0">
                    <a:pos x="T0" y="T1"/>
                  </a:cxn>
                  <a:cxn ang="0">
                    <a:pos x="T2" y="T3"/>
                  </a:cxn>
                  <a:cxn ang="0">
                    <a:pos x="T4" y="T5"/>
                  </a:cxn>
                  <a:cxn ang="0">
                    <a:pos x="T6" y="T7"/>
                  </a:cxn>
                  <a:cxn ang="0">
                    <a:pos x="T8" y="T9"/>
                  </a:cxn>
                  <a:cxn ang="0">
                    <a:pos x="T10" y="T11"/>
                  </a:cxn>
                  <a:cxn ang="0">
                    <a:pos x="T12" y="T13"/>
                  </a:cxn>
                </a:cxnLst>
                <a:rect l="0" t="0" r="r" b="b"/>
                <a:pathLst>
                  <a:path w="128" h="112">
                    <a:moveTo>
                      <a:pt x="31" y="112"/>
                    </a:moveTo>
                    <a:lnTo>
                      <a:pt x="0" y="56"/>
                    </a:lnTo>
                    <a:lnTo>
                      <a:pt x="31" y="0"/>
                    </a:lnTo>
                    <a:lnTo>
                      <a:pt x="97" y="0"/>
                    </a:lnTo>
                    <a:lnTo>
                      <a:pt x="128" y="56"/>
                    </a:lnTo>
                    <a:lnTo>
                      <a:pt x="97" y="112"/>
                    </a:lnTo>
                    <a:lnTo>
                      <a:pt x="31" y="112"/>
                    </a:lnTo>
                    <a:close/>
                  </a:path>
                </a:pathLst>
              </a:custGeom>
              <a:noFill/>
              <a:ln w="285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210" name="Freeform 32"/>
              <p:cNvSpPr>
                <a:spLocks/>
              </p:cNvSpPr>
              <p:nvPr/>
            </p:nvSpPr>
            <p:spPr bwMode="auto">
              <a:xfrm>
                <a:off x="5170" y="3858"/>
                <a:ext cx="126" cy="110"/>
              </a:xfrm>
              <a:custGeom>
                <a:avLst/>
                <a:gdLst>
                  <a:gd name="T0" fmla="*/ 31 w 126"/>
                  <a:gd name="T1" fmla="*/ 110 h 110"/>
                  <a:gd name="T2" fmla="*/ 0 w 126"/>
                  <a:gd name="T3" fmla="*/ 54 h 110"/>
                  <a:gd name="T4" fmla="*/ 31 w 126"/>
                  <a:gd name="T5" fmla="*/ 0 h 110"/>
                  <a:gd name="T6" fmla="*/ 95 w 126"/>
                  <a:gd name="T7" fmla="*/ 0 h 110"/>
                  <a:gd name="T8" fmla="*/ 126 w 126"/>
                  <a:gd name="T9" fmla="*/ 54 h 110"/>
                  <a:gd name="T10" fmla="*/ 95 w 126"/>
                  <a:gd name="T11" fmla="*/ 110 h 110"/>
                  <a:gd name="T12" fmla="*/ 31 w 126"/>
                  <a:gd name="T13" fmla="*/ 110 h 110"/>
                </a:gdLst>
                <a:ahLst/>
                <a:cxnLst>
                  <a:cxn ang="0">
                    <a:pos x="T0" y="T1"/>
                  </a:cxn>
                  <a:cxn ang="0">
                    <a:pos x="T2" y="T3"/>
                  </a:cxn>
                  <a:cxn ang="0">
                    <a:pos x="T4" y="T5"/>
                  </a:cxn>
                  <a:cxn ang="0">
                    <a:pos x="T6" y="T7"/>
                  </a:cxn>
                  <a:cxn ang="0">
                    <a:pos x="T8" y="T9"/>
                  </a:cxn>
                  <a:cxn ang="0">
                    <a:pos x="T10" y="T11"/>
                  </a:cxn>
                  <a:cxn ang="0">
                    <a:pos x="T12" y="T13"/>
                  </a:cxn>
                </a:cxnLst>
                <a:rect l="0" t="0" r="r" b="b"/>
                <a:pathLst>
                  <a:path w="126" h="110">
                    <a:moveTo>
                      <a:pt x="31" y="110"/>
                    </a:moveTo>
                    <a:lnTo>
                      <a:pt x="0" y="54"/>
                    </a:lnTo>
                    <a:lnTo>
                      <a:pt x="31" y="0"/>
                    </a:lnTo>
                    <a:lnTo>
                      <a:pt x="95" y="0"/>
                    </a:lnTo>
                    <a:lnTo>
                      <a:pt x="126" y="54"/>
                    </a:lnTo>
                    <a:lnTo>
                      <a:pt x="95" y="110"/>
                    </a:lnTo>
                    <a:lnTo>
                      <a:pt x="31" y="110"/>
                    </a:lnTo>
                    <a:close/>
                  </a:path>
                </a:pathLst>
              </a:custGeom>
              <a:noFill/>
              <a:ln w="285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211" name="Freeform 33"/>
              <p:cNvSpPr>
                <a:spLocks/>
              </p:cNvSpPr>
              <p:nvPr/>
            </p:nvSpPr>
            <p:spPr bwMode="auto">
              <a:xfrm>
                <a:off x="5170" y="3968"/>
                <a:ext cx="126" cy="110"/>
              </a:xfrm>
              <a:custGeom>
                <a:avLst/>
                <a:gdLst>
                  <a:gd name="T0" fmla="*/ 31 w 126"/>
                  <a:gd name="T1" fmla="*/ 110 h 110"/>
                  <a:gd name="T2" fmla="*/ 0 w 126"/>
                  <a:gd name="T3" fmla="*/ 56 h 110"/>
                  <a:gd name="T4" fmla="*/ 31 w 126"/>
                  <a:gd name="T5" fmla="*/ 0 h 110"/>
                  <a:gd name="T6" fmla="*/ 95 w 126"/>
                  <a:gd name="T7" fmla="*/ 0 h 110"/>
                  <a:gd name="T8" fmla="*/ 126 w 126"/>
                  <a:gd name="T9" fmla="*/ 56 h 110"/>
                  <a:gd name="T10" fmla="*/ 95 w 126"/>
                  <a:gd name="T11" fmla="*/ 110 h 110"/>
                  <a:gd name="T12" fmla="*/ 31 w 126"/>
                  <a:gd name="T13" fmla="*/ 110 h 110"/>
                </a:gdLst>
                <a:ahLst/>
                <a:cxnLst>
                  <a:cxn ang="0">
                    <a:pos x="T0" y="T1"/>
                  </a:cxn>
                  <a:cxn ang="0">
                    <a:pos x="T2" y="T3"/>
                  </a:cxn>
                  <a:cxn ang="0">
                    <a:pos x="T4" y="T5"/>
                  </a:cxn>
                  <a:cxn ang="0">
                    <a:pos x="T6" y="T7"/>
                  </a:cxn>
                  <a:cxn ang="0">
                    <a:pos x="T8" y="T9"/>
                  </a:cxn>
                  <a:cxn ang="0">
                    <a:pos x="T10" y="T11"/>
                  </a:cxn>
                  <a:cxn ang="0">
                    <a:pos x="T12" y="T13"/>
                  </a:cxn>
                </a:cxnLst>
                <a:rect l="0" t="0" r="r" b="b"/>
                <a:pathLst>
                  <a:path w="126" h="110">
                    <a:moveTo>
                      <a:pt x="31" y="110"/>
                    </a:moveTo>
                    <a:lnTo>
                      <a:pt x="0" y="56"/>
                    </a:lnTo>
                    <a:lnTo>
                      <a:pt x="31" y="0"/>
                    </a:lnTo>
                    <a:lnTo>
                      <a:pt x="95" y="0"/>
                    </a:lnTo>
                    <a:lnTo>
                      <a:pt x="126" y="56"/>
                    </a:lnTo>
                    <a:lnTo>
                      <a:pt x="95" y="110"/>
                    </a:lnTo>
                    <a:lnTo>
                      <a:pt x="31" y="110"/>
                    </a:lnTo>
                    <a:close/>
                  </a:path>
                </a:pathLst>
              </a:custGeom>
              <a:noFill/>
              <a:ln w="285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212" name="Freeform 34"/>
              <p:cNvSpPr>
                <a:spLocks/>
              </p:cNvSpPr>
              <p:nvPr/>
            </p:nvSpPr>
            <p:spPr bwMode="auto">
              <a:xfrm>
                <a:off x="4976" y="3858"/>
                <a:ext cx="126" cy="110"/>
              </a:xfrm>
              <a:custGeom>
                <a:avLst/>
                <a:gdLst>
                  <a:gd name="T0" fmla="*/ 32 w 126"/>
                  <a:gd name="T1" fmla="*/ 110 h 110"/>
                  <a:gd name="T2" fmla="*/ 0 w 126"/>
                  <a:gd name="T3" fmla="*/ 54 h 110"/>
                  <a:gd name="T4" fmla="*/ 32 w 126"/>
                  <a:gd name="T5" fmla="*/ 0 h 110"/>
                  <a:gd name="T6" fmla="*/ 95 w 126"/>
                  <a:gd name="T7" fmla="*/ 0 h 110"/>
                  <a:gd name="T8" fmla="*/ 126 w 126"/>
                  <a:gd name="T9" fmla="*/ 54 h 110"/>
                  <a:gd name="T10" fmla="*/ 95 w 126"/>
                  <a:gd name="T11" fmla="*/ 110 h 110"/>
                  <a:gd name="T12" fmla="*/ 32 w 126"/>
                  <a:gd name="T13" fmla="*/ 110 h 110"/>
                </a:gdLst>
                <a:ahLst/>
                <a:cxnLst>
                  <a:cxn ang="0">
                    <a:pos x="T0" y="T1"/>
                  </a:cxn>
                  <a:cxn ang="0">
                    <a:pos x="T2" y="T3"/>
                  </a:cxn>
                  <a:cxn ang="0">
                    <a:pos x="T4" y="T5"/>
                  </a:cxn>
                  <a:cxn ang="0">
                    <a:pos x="T6" y="T7"/>
                  </a:cxn>
                  <a:cxn ang="0">
                    <a:pos x="T8" y="T9"/>
                  </a:cxn>
                  <a:cxn ang="0">
                    <a:pos x="T10" y="T11"/>
                  </a:cxn>
                  <a:cxn ang="0">
                    <a:pos x="T12" y="T13"/>
                  </a:cxn>
                </a:cxnLst>
                <a:rect l="0" t="0" r="r" b="b"/>
                <a:pathLst>
                  <a:path w="126" h="110">
                    <a:moveTo>
                      <a:pt x="32" y="110"/>
                    </a:moveTo>
                    <a:lnTo>
                      <a:pt x="0" y="54"/>
                    </a:lnTo>
                    <a:lnTo>
                      <a:pt x="32" y="0"/>
                    </a:lnTo>
                    <a:lnTo>
                      <a:pt x="95" y="0"/>
                    </a:lnTo>
                    <a:lnTo>
                      <a:pt x="126" y="54"/>
                    </a:lnTo>
                    <a:lnTo>
                      <a:pt x="95" y="110"/>
                    </a:lnTo>
                    <a:lnTo>
                      <a:pt x="32" y="110"/>
                    </a:lnTo>
                    <a:close/>
                  </a:path>
                </a:pathLst>
              </a:custGeom>
              <a:noFill/>
              <a:ln w="285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213" name="Freeform 35"/>
              <p:cNvSpPr>
                <a:spLocks/>
              </p:cNvSpPr>
              <p:nvPr/>
            </p:nvSpPr>
            <p:spPr bwMode="auto">
              <a:xfrm>
                <a:off x="5073" y="4024"/>
                <a:ext cx="128" cy="111"/>
              </a:xfrm>
              <a:custGeom>
                <a:avLst/>
                <a:gdLst>
                  <a:gd name="T0" fmla="*/ 34 w 128"/>
                  <a:gd name="T1" fmla="*/ 111 h 111"/>
                  <a:gd name="T2" fmla="*/ 0 w 128"/>
                  <a:gd name="T3" fmla="*/ 54 h 111"/>
                  <a:gd name="T4" fmla="*/ 34 w 128"/>
                  <a:gd name="T5" fmla="*/ 0 h 111"/>
                  <a:gd name="T6" fmla="*/ 97 w 128"/>
                  <a:gd name="T7" fmla="*/ 0 h 111"/>
                  <a:gd name="T8" fmla="*/ 128 w 128"/>
                  <a:gd name="T9" fmla="*/ 54 h 111"/>
                  <a:gd name="T10" fmla="*/ 97 w 128"/>
                  <a:gd name="T11" fmla="*/ 111 h 111"/>
                  <a:gd name="T12" fmla="*/ 34 w 128"/>
                  <a:gd name="T13" fmla="*/ 111 h 111"/>
                </a:gdLst>
                <a:ahLst/>
                <a:cxnLst>
                  <a:cxn ang="0">
                    <a:pos x="T0" y="T1"/>
                  </a:cxn>
                  <a:cxn ang="0">
                    <a:pos x="T2" y="T3"/>
                  </a:cxn>
                  <a:cxn ang="0">
                    <a:pos x="T4" y="T5"/>
                  </a:cxn>
                  <a:cxn ang="0">
                    <a:pos x="T6" y="T7"/>
                  </a:cxn>
                  <a:cxn ang="0">
                    <a:pos x="T8" y="T9"/>
                  </a:cxn>
                  <a:cxn ang="0">
                    <a:pos x="T10" y="T11"/>
                  </a:cxn>
                  <a:cxn ang="0">
                    <a:pos x="T12" y="T13"/>
                  </a:cxn>
                </a:cxnLst>
                <a:rect l="0" t="0" r="r" b="b"/>
                <a:pathLst>
                  <a:path w="128" h="111">
                    <a:moveTo>
                      <a:pt x="34" y="111"/>
                    </a:moveTo>
                    <a:lnTo>
                      <a:pt x="0" y="54"/>
                    </a:lnTo>
                    <a:lnTo>
                      <a:pt x="34" y="0"/>
                    </a:lnTo>
                    <a:lnTo>
                      <a:pt x="97" y="0"/>
                    </a:lnTo>
                    <a:lnTo>
                      <a:pt x="128" y="54"/>
                    </a:lnTo>
                    <a:lnTo>
                      <a:pt x="97" y="111"/>
                    </a:lnTo>
                    <a:lnTo>
                      <a:pt x="34" y="111"/>
                    </a:lnTo>
                    <a:close/>
                  </a:path>
                </a:pathLst>
              </a:custGeom>
              <a:noFill/>
              <a:ln w="285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sp>
            <p:nvSpPr>
              <p:cNvPr id="214" name="Freeform 36"/>
              <p:cNvSpPr>
                <a:spLocks/>
              </p:cNvSpPr>
              <p:nvPr/>
            </p:nvSpPr>
            <p:spPr bwMode="auto">
              <a:xfrm>
                <a:off x="5071" y="3801"/>
                <a:ext cx="128" cy="111"/>
              </a:xfrm>
              <a:custGeom>
                <a:avLst/>
                <a:gdLst>
                  <a:gd name="T0" fmla="*/ 31 w 128"/>
                  <a:gd name="T1" fmla="*/ 111 h 111"/>
                  <a:gd name="T2" fmla="*/ 0 w 128"/>
                  <a:gd name="T3" fmla="*/ 57 h 111"/>
                  <a:gd name="T4" fmla="*/ 31 w 128"/>
                  <a:gd name="T5" fmla="*/ 0 h 111"/>
                  <a:gd name="T6" fmla="*/ 97 w 128"/>
                  <a:gd name="T7" fmla="*/ 0 h 111"/>
                  <a:gd name="T8" fmla="*/ 128 w 128"/>
                  <a:gd name="T9" fmla="*/ 57 h 111"/>
                  <a:gd name="T10" fmla="*/ 97 w 128"/>
                  <a:gd name="T11" fmla="*/ 111 h 111"/>
                  <a:gd name="T12" fmla="*/ 31 w 128"/>
                  <a:gd name="T13" fmla="*/ 111 h 111"/>
                </a:gdLst>
                <a:ahLst/>
                <a:cxnLst>
                  <a:cxn ang="0">
                    <a:pos x="T0" y="T1"/>
                  </a:cxn>
                  <a:cxn ang="0">
                    <a:pos x="T2" y="T3"/>
                  </a:cxn>
                  <a:cxn ang="0">
                    <a:pos x="T4" y="T5"/>
                  </a:cxn>
                  <a:cxn ang="0">
                    <a:pos x="T6" y="T7"/>
                  </a:cxn>
                  <a:cxn ang="0">
                    <a:pos x="T8" y="T9"/>
                  </a:cxn>
                  <a:cxn ang="0">
                    <a:pos x="T10" y="T11"/>
                  </a:cxn>
                  <a:cxn ang="0">
                    <a:pos x="T12" y="T13"/>
                  </a:cxn>
                </a:cxnLst>
                <a:rect l="0" t="0" r="r" b="b"/>
                <a:pathLst>
                  <a:path w="128" h="111">
                    <a:moveTo>
                      <a:pt x="31" y="111"/>
                    </a:moveTo>
                    <a:lnTo>
                      <a:pt x="0" y="57"/>
                    </a:lnTo>
                    <a:lnTo>
                      <a:pt x="31" y="0"/>
                    </a:lnTo>
                    <a:lnTo>
                      <a:pt x="97" y="0"/>
                    </a:lnTo>
                    <a:lnTo>
                      <a:pt x="128" y="57"/>
                    </a:lnTo>
                    <a:lnTo>
                      <a:pt x="97" y="111"/>
                    </a:lnTo>
                    <a:lnTo>
                      <a:pt x="31" y="111"/>
                    </a:lnTo>
                    <a:close/>
                  </a:path>
                </a:pathLst>
              </a:custGeom>
              <a:noFill/>
              <a:ln w="285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1765" kern="0">
                  <a:solidFill>
                    <a:sysClr val="windowText" lastClr="000000"/>
                  </a:solidFill>
                  <a:latin typeface="Segoe UI"/>
                </a:endParaRPr>
              </a:p>
            </p:txBody>
          </p:sp>
        </p:grpSp>
        <p:sp>
          <p:nvSpPr>
            <p:cNvPr id="215" name="Rectangle 214"/>
            <p:cNvSpPr/>
            <p:nvPr/>
          </p:nvSpPr>
          <p:spPr>
            <a:xfrm>
              <a:off x="8398249" y="1148345"/>
              <a:ext cx="2269852" cy="600164"/>
            </a:xfrm>
            <a:prstGeom prst="rect">
              <a:avLst/>
            </a:prstGeom>
          </p:spPr>
          <p:txBody>
            <a:bodyPr wrap="none">
              <a:spAutoFit/>
            </a:bodyPr>
            <a:lstStyle/>
            <a:p>
              <a:pPr defTabSz="913927" fontAlgn="base">
                <a:spcBef>
                  <a:spcPct val="0"/>
                </a:spcBef>
                <a:spcAft>
                  <a:spcPts val="588"/>
                </a:spcAft>
                <a:defRPr/>
              </a:pPr>
              <a:r>
                <a:rPr lang="en-US" sz="1372" dirty="0">
                  <a:gradFill>
                    <a:gsLst>
                      <a:gs pos="4717">
                        <a:srgbClr val="0078D7"/>
                      </a:gs>
                      <a:gs pos="24000">
                        <a:srgbClr val="0078D7"/>
                      </a:gs>
                    </a:gsLst>
                    <a:lin ang="5400000" scaled="1"/>
                  </a:gradFill>
                  <a:latin typeface="Segoe UI"/>
                  <a:ea typeface="Segoe UI" pitchFamily="34" charset="0"/>
                  <a:cs typeface="Segoe UI" pitchFamily="34" charset="0"/>
                </a:rPr>
                <a:t>Active Directory Premium</a:t>
              </a:r>
            </a:p>
            <a:p>
              <a:pPr defTabSz="913927" fontAlgn="base">
                <a:spcBef>
                  <a:spcPct val="0"/>
                </a:spcBef>
                <a:spcAft>
                  <a:spcPts val="588"/>
                </a:spcAft>
                <a:defRPr/>
              </a:pPr>
              <a:r>
                <a:rPr lang="en-US" sz="1372" dirty="0">
                  <a:gradFill>
                    <a:gsLst>
                      <a:gs pos="4717">
                        <a:srgbClr val="0078D7"/>
                      </a:gs>
                      <a:gs pos="24000">
                        <a:srgbClr val="0078D7"/>
                      </a:gs>
                    </a:gsLst>
                    <a:lin ang="5400000" scaled="1"/>
                  </a:gradFill>
                  <a:latin typeface="Segoe UI"/>
                  <a:ea typeface="Segoe UI" pitchFamily="34" charset="0"/>
                  <a:cs typeface="Segoe UI" pitchFamily="34" charset="0"/>
                </a:rPr>
                <a:t>Advanced Threat Analytics</a:t>
              </a:r>
            </a:p>
          </p:txBody>
        </p:sp>
        <p:sp>
          <p:nvSpPr>
            <p:cNvPr id="216" name="Rectangle 215"/>
            <p:cNvSpPr/>
            <p:nvPr/>
          </p:nvSpPr>
          <p:spPr>
            <a:xfrm>
              <a:off x="9709423" y="2629036"/>
              <a:ext cx="1713931" cy="307777"/>
            </a:xfrm>
            <a:prstGeom prst="rect">
              <a:avLst/>
            </a:prstGeom>
          </p:spPr>
          <p:txBody>
            <a:bodyPr wrap="none">
              <a:spAutoFit/>
            </a:bodyPr>
            <a:lstStyle/>
            <a:p>
              <a:pPr defTabSz="913927" fontAlgn="base">
                <a:spcBef>
                  <a:spcPct val="0"/>
                </a:spcBef>
                <a:spcAft>
                  <a:spcPts val="588"/>
                </a:spcAft>
                <a:defRPr/>
              </a:pPr>
              <a:r>
                <a:rPr lang="en-US" sz="1372" dirty="0">
                  <a:gradFill>
                    <a:gsLst>
                      <a:gs pos="4717">
                        <a:srgbClr val="0078D7"/>
                      </a:gs>
                      <a:gs pos="24000">
                        <a:srgbClr val="0078D7"/>
                      </a:gs>
                    </a:gsLst>
                    <a:lin ang="5400000" scaled="1"/>
                  </a:gradFill>
                  <a:latin typeface="Segoe UI"/>
                  <a:ea typeface="Segoe UI" pitchFamily="34" charset="0"/>
                  <a:cs typeface="Segoe UI" pitchFamily="34" charset="0"/>
                </a:rPr>
                <a:t>Windows 10 Intune</a:t>
              </a:r>
            </a:p>
          </p:txBody>
        </p:sp>
        <p:sp>
          <p:nvSpPr>
            <p:cNvPr id="217" name="Rectangle 216"/>
            <p:cNvSpPr/>
            <p:nvPr/>
          </p:nvSpPr>
          <p:spPr>
            <a:xfrm>
              <a:off x="9710214" y="4358178"/>
              <a:ext cx="1705916" cy="600164"/>
            </a:xfrm>
            <a:prstGeom prst="rect">
              <a:avLst/>
            </a:prstGeom>
          </p:spPr>
          <p:txBody>
            <a:bodyPr wrap="none">
              <a:spAutoFit/>
            </a:bodyPr>
            <a:lstStyle/>
            <a:p>
              <a:pPr defTabSz="913927" fontAlgn="base">
                <a:spcBef>
                  <a:spcPct val="0"/>
                </a:spcBef>
                <a:spcAft>
                  <a:spcPts val="588"/>
                </a:spcAft>
                <a:defRPr/>
              </a:pPr>
              <a:r>
                <a:rPr lang="en-US" sz="1372" dirty="0">
                  <a:gradFill>
                    <a:gsLst>
                      <a:gs pos="4717">
                        <a:srgbClr val="0078D7"/>
                      </a:gs>
                      <a:gs pos="24000">
                        <a:srgbClr val="0078D7"/>
                      </a:gs>
                    </a:gsLst>
                    <a:lin ang="5400000" scaled="1"/>
                  </a:gradFill>
                  <a:latin typeface="Segoe UI"/>
                  <a:ea typeface="Segoe UI" pitchFamily="34" charset="0"/>
                  <a:cs typeface="Segoe UI" pitchFamily="34" charset="0"/>
                </a:rPr>
                <a:t>Cloud App Security</a:t>
              </a:r>
            </a:p>
            <a:p>
              <a:pPr defTabSz="913927" fontAlgn="base">
                <a:spcBef>
                  <a:spcPct val="0"/>
                </a:spcBef>
                <a:spcAft>
                  <a:spcPts val="588"/>
                </a:spcAft>
                <a:defRPr/>
              </a:pPr>
              <a:r>
                <a:rPr lang="en-US" sz="1372" dirty="0">
                  <a:gradFill>
                    <a:gsLst>
                      <a:gs pos="4717">
                        <a:srgbClr val="0078D7"/>
                      </a:gs>
                      <a:gs pos="24000">
                        <a:srgbClr val="0078D7"/>
                      </a:gs>
                    </a:gsLst>
                    <a:lin ang="5400000" scaled="1"/>
                  </a:gradFill>
                  <a:latin typeface="Segoe UI"/>
                  <a:ea typeface="Segoe UI" pitchFamily="34" charset="0"/>
                  <a:cs typeface="Segoe UI" pitchFamily="34" charset="0"/>
                </a:rPr>
                <a:t>Intune</a:t>
              </a:r>
            </a:p>
          </p:txBody>
        </p:sp>
        <p:sp>
          <p:nvSpPr>
            <p:cNvPr id="218" name="Rectangle 217"/>
            <p:cNvSpPr/>
            <p:nvPr/>
          </p:nvSpPr>
          <p:spPr>
            <a:xfrm>
              <a:off x="8365065" y="5793958"/>
              <a:ext cx="1979132" cy="307777"/>
            </a:xfrm>
            <a:prstGeom prst="rect">
              <a:avLst/>
            </a:prstGeom>
          </p:spPr>
          <p:txBody>
            <a:bodyPr wrap="none">
              <a:spAutoFit/>
            </a:bodyPr>
            <a:lstStyle/>
            <a:p>
              <a:pPr defTabSz="913927" fontAlgn="base">
                <a:spcBef>
                  <a:spcPct val="0"/>
                </a:spcBef>
                <a:spcAft>
                  <a:spcPts val="588"/>
                </a:spcAft>
                <a:defRPr/>
              </a:pPr>
              <a:r>
                <a:rPr lang="en-US" sz="1372" dirty="0">
                  <a:gradFill>
                    <a:gsLst>
                      <a:gs pos="4717">
                        <a:srgbClr val="0078D7"/>
                      </a:gs>
                      <a:gs pos="24000">
                        <a:srgbClr val="0078D7"/>
                      </a:gs>
                    </a:gsLst>
                    <a:lin ang="5400000" scaled="1"/>
                  </a:gradFill>
                  <a:latin typeface="Segoe UI"/>
                  <a:ea typeface="Segoe UI" pitchFamily="34" charset="0"/>
                  <a:cs typeface="Segoe UI" pitchFamily="34" charset="0"/>
                </a:rPr>
                <a:t>Information Protection</a:t>
              </a:r>
            </a:p>
          </p:txBody>
        </p:sp>
      </p:grpSp>
      <p:sp>
        <p:nvSpPr>
          <p:cNvPr id="3" name="Rectangle 2">
            <a:extLst>
              <a:ext uri="{FF2B5EF4-FFF2-40B4-BE49-F238E27FC236}">
                <a16:creationId xmlns:a16="http://schemas.microsoft.com/office/drawing/2014/main" id="{29E3DDF4-F8D8-435B-8270-032F4B37991B}"/>
              </a:ext>
            </a:extLst>
          </p:cNvPr>
          <p:cNvSpPr/>
          <p:nvPr/>
        </p:nvSpPr>
        <p:spPr bwMode="auto">
          <a:xfrm>
            <a:off x="1" y="487"/>
            <a:ext cx="12192000" cy="1201818"/>
          </a:xfrm>
          <a:prstGeom prst="rect">
            <a:avLst/>
          </a:prstGeom>
          <a:solidFill>
            <a:srgbClr val="F8F8F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1" name="Rectangle 10">
            <a:extLst>
              <a:ext uri="{FF2B5EF4-FFF2-40B4-BE49-F238E27FC236}">
                <a16:creationId xmlns:a16="http://schemas.microsoft.com/office/drawing/2014/main" id="{75618C91-6C06-4850-8346-848DE764946C}"/>
              </a:ext>
            </a:extLst>
          </p:cNvPr>
          <p:cNvSpPr/>
          <p:nvPr/>
        </p:nvSpPr>
        <p:spPr bwMode="auto">
          <a:xfrm>
            <a:off x="1" y="487"/>
            <a:ext cx="12192000" cy="4174197"/>
          </a:xfrm>
          <a:prstGeom prst="rect">
            <a:avLst/>
          </a:prstGeom>
          <a:solidFill>
            <a:srgbClr val="F8F8F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5" name="Rectangle 104">
            <a:extLst>
              <a:ext uri="{FF2B5EF4-FFF2-40B4-BE49-F238E27FC236}">
                <a16:creationId xmlns:a16="http://schemas.microsoft.com/office/drawing/2014/main" id="{EA44E17B-3ED5-49FA-9D2E-A3AD567002A0}"/>
              </a:ext>
            </a:extLst>
          </p:cNvPr>
          <p:cNvSpPr/>
          <p:nvPr/>
        </p:nvSpPr>
        <p:spPr bwMode="auto">
          <a:xfrm>
            <a:off x="4921964" y="1785977"/>
            <a:ext cx="2689274" cy="2177555"/>
          </a:xfrm>
          <a:prstGeom prst="rect">
            <a:avLst/>
          </a:prstGeom>
          <a:solidFill>
            <a:srgbClr val="F8F8F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367">
              <a:lnSpc>
                <a:spcPct val="90000"/>
              </a:lnSpc>
              <a:spcAft>
                <a:spcPts val="588"/>
              </a:spcAft>
              <a:defRPr/>
            </a:pPr>
            <a:r>
              <a:rPr lang="en-US" sz="1765" b="1" dirty="0">
                <a:gradFill>
                  <a:gsLst>
                    <a:gs pos="2917">
                      <a:srgbClr val="505050"/>
                    </a:gs>
                    <a:gs pos="30000">
                      <a:srgbClr val="505050"/>
                    </a:gs>
                  </a:gsLst>
                  <a:lin ang="5400000" scaled="0"/>
                </a:gradFill>
                <a:latin typeface="Segoe UI"/>
              </a:rPr>
              <a:t>Office365 E5</a:t>
            </a:r>
          </a:p>
        </p:txBody>
      </p:sp>
      <p:grpSp>
        <p:nvGrpSpPr>
          <p:cNvPr id="8" name="Group 7">
            <a:extLst>
              <a:ext uri="{FF2B5EF4-FFF2-40B4-BE49-F238E27FC236}">
                <a16:creationId xmlns:a16="http://schemas.microsoft.com/office/drawing/2014/main" id="{C6A8E2BB-1E7B-42E6-927E-BCFD0346F5A0}"/>
              </a:ext>
            </a:extLst>
          </p:cNvPr>
          <p:cNvGrpSpPr/>
          <p:nvPr/>
        </p:nvGrpSpPr>
        <p:grpSpPr>
          <a:xfrm>
            <a:off x="5272698" y="2441731"/>
            <a:ext cx="1992376" cy="886547"/>
            <a:chOff x="3733621" y="3881273"/>
            <a:chExt cx="2032327" cy="904324"/>
          </a:xfrm>
        </p:grpSpPr>
        <p:grpSp>
          <p:nvGrpSpPr>
            <p:cNvPr id="110" name="Group 109">
              <a:extLst>
                <a:ext uri="{FF2B5EF4-FFF2-40B4-BE49-F238E27FC236}">
                  <a16:creationId xmlns:a16="http://schemas.microsoft.com/office/drawing/2014/main" id="{D06B6387-DFA7-41BD-BB9D-A26DDAFFF7CD}"/>
                </a:ext>
              </a:extLst>
            </p:cNvPr>
            <p:cNvGrpSpPr/>
            <p:nvPr/>
          </p:nvGrpSpPr>
          <p:grpSpPr>
            <a:xfrm>
              <a:off x="3733621" y="3881273"/>
              <a:ext cx="904324" cy="904324"/>
              <a:chOff x="2191004" y="3079417"/>
              <a:chExt cx="904324" cy="904324"/>
            </a:xfrm>
          </p:grpSpPr>
          <p:sp>
            <p:nvSpPr>
              <p:cNvPr id="111" name="Oval 110">
                <a:extLst>
                  <a:ext uri="{FF2B5EF4-FFF2-40B4-BE49-F238E27FC236}">
                    <a16:creationId xmlns:a16="http://schemas.microsoft.com/office/drawing/2014/main" id="{A5B22898-5037-47C7-9A10-B24D44D1B874}"/>
                  </a:ext>
                </a:extLst>
              </p:cNvPr>
              <p:cNvSpPr/>
              <p:nvPr/>
            </p:nvSpPr>
            <p:spPr bwMode="auto">
              <a:xfrm>
                <a:off x="2191004" y="3079417"/>
                <a:ext cx="904324" cy="904324"/>
              </a:xfrm>
              <a:prstGeom prst="ellipse">
                <a:avLst/>
              </a:prstGeom>
              <a:solidFill>
                <a:schemeClr val="bg1"/>
              </a:solidFill>
              <a:ln w="57150" cap="flat" cmpd="sng" algn="ctr">
                <a:solidFill>
                  <a:schemeClr val="accent1"/>
                </a:solidFill>
                <a:prstDash val="solid"/>
                <a:miter lim="800000"/>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1765" dirty="0" err="1">
                  <a:solidFill>
                    <a:srgbClr val="505050"/>
                  </a:solidFill>
                  <a:latin typeface="Segoe UI"/>
                </a:endParaRPr>
              </a:p>
            </p:txBody>
          </p:sp>
          <p:grpSp>
            <p:nvGrpSpPr>
              <p:cNvPr id="112" name="Group 111">
                <a:extLst>
                  <a:ext uri="{FF2B5EF4-FFF2-40B4-BE49-F238E27FC236}">
                    <a16:creationId xmlns:a16="http://schemas.microsoft.com/office/drawing/2014/main" id="{78C8714F-B107-4CEA-81E5-09922A8B73E7}"/>
                  </a:ext>
                </a:extLst>
              </p:cNvPr>
              <p:cNvGrpSpPr/>
              <p:nvPr/>
            </p:nvGrpSpPr>
            <p:grpSpPr>
              <a:xfrm>
                <a:off x="2335822" y="3352886"/>
                <a:ext cx="614689" cy="357386"/>
                <a:chOff x="2287826" y="3273109"/>
                <a:chExt cx="713251" cy="414691"/>
              </a:xfrm>
            </p:grpSpPr>
            <p:sp>
              <p:nvSpPr>
                <p:cNvPr id="113" name="Freeform 2015">
                  <a:extLst>
                    <a:ext uri="{FF2B5EF4-FFF2-40B4-BE49-F238E27FC236}">
                      <a16:creationId xmlns:a16="http://schemas.microsoft.com/office/drawing/2014/main" id="{41D95376-A47F-4A77-9996-DCCB1E957611}"/>
                    </a:ext>
                  </a:extLst>
                </p:cNvPr>
                <p:cNvSpPr>
                  <a:spLocks noEditPoints="1"/>
                </p:cNvSpPr>
                <p:nvPr/>
              </p:nvSpPr>
              <p:spPr bwMode="auto">
                <a:xfrm>
                  <a:off x="2287826" y="3380219"/>
                  <a:ext cx="503434" cy="307581"/>
                </a:xfrm>
                <a:custGeom>
                  <a:avLst/>
                  <a:gdLst>
                    <a:gd name="T0" fmla="*/ 86 w 162"/>
                    <a:gd name="T1" fmla="*/ 8 h 99"/>
                    <a:gd name="T2" fmla="*/ 112 w 162"/>
                    <a:gd name="T3" fmla="*/ 31 h 99"/>
                    <a:gd name="T4" fmla="*/ 123 w 162"/>
                    <a:gd name="T5" fmla="*/ 28 h 99"/>
                    <a:gd name="T6" fmla="*/ 144 w 162"/>
                    <a:gd name="T7" fmla="*/ 49 h 99"/>
                    <a:gd name="T8" fmla="*/ 142 w 162"/>
                    <a:gd name="T9" fmla="*/ 56 h 99"/>
                    <a:gd name="T10" fmla="*/ 154 w 162"/>
                    <a:gd name="T11" fmla="*/ 73 h 99"/>
                    <a:gd name="T12" fmla="*/ 136 w 162"/>
                    <a:gd name="T13" fmla="*/ 91 h 99"/>
                    <a:gd name="T14" fmla="*/ 133 w 162"/>
                    <a:gd name="T15" fmla="*/ 91 h 99"/>
                    <a:gd name="T16" fmla="*/ 133 w 162"/>
                    <a:gd name="T17" fmla="*/ 91 h 99"/>
                    <a:gd name="T18" fmla="*/ 29 w 162"/>
                    <a:gd name="T19" fmla="*/ 91 h 99"/>
                    <a:gd name="T20" fmla="*/ 8 w 162"/>
                    <a:gd name="T21" fmla="*/ 70 h 99"/>
                    <a:gd name="T22" fmla="*/ 29 w 162"/>
                    <a:gd name="T23" fmla="*/ 49 h 99"/>
                    <a:gd name="T24" fmla="*/ 32 w 162"/>
                    <a:gd name="T25" fmla="*/ 50 h 99"/>
                    <a:gd name="T26" fmla="*/ 51 w 162"/>
                    <a:gd name="T27" fmla="*/ 39 h 99"/>
                    <a:gd name="T28" fmla="*/ 62 w 162"/>
                    <a:gd name="T29" fmla="*/ 42 h 99"/>
                    <a:gd name="T30" fmla="*/ 60 w 162"/>
                    <a:gd name="T31" fmla="*/ 34 h 99"/>
                    <a:gd name="T32" fmla="*/ 86 w 162"/>
                    <a:gd name="T33" fmla="*/ 8 h 99"/>
                    <a:gd name="T34" fmla="*/ 86 w 162"/>
                    <a:gd name="T35" fmla="*/ 0 h 99"/>
                    <a:gd name="T36" fmla="*/ 52 w 162"/>
                    <a:gd name="T37" fmla="*/ 31 h 99"/>
                    <a:gd name="T38" fmla="*/ 51 w 162"/>
                    <a:gd name="T39" fmla="*/ 31 h 99"/>
                    <a:gd name="T40" fmla="*/ 28 w 162"/>
                    <a:gd name="T41" fmla="*/ 41 h 99"/>
                    <a:gd name="T42" fmla="*/ 0 w 162"/>
                    <a:gd name="T43" fmla="*/ 70 h 99"/>
                    <a:gd name="T44" fmla="*/ 29 w 162"/>
                    <a:gd name="T45" fmla="*/ 99 h 99"/>
                    <a:gd name="T46" fmla="*/ 133 w 162"/>
                    <a:gd name="T47" fmla="*/ 99 h 99"/>
                    <a:gd name="T48" fmla="*/ 136 w 162"/>
                    <a:gd name="T49" fmla="*/ 99 h 99"/>
                    <a:gd name="T50" fmla="*/ 162 w 162"/>
                    <a:gd name="T51" fmla="*/ 73 h 99"/>
                    <a:gd name="T52" fmla="*/ 151 w 162"/>
                    <a:gd name="T53" fmla="*/ 52 h 99"/>
                    <a:gd name="T54" fmla="*/ 152 w 162"/>
                    <a:gd name="T55" fmla="*/ 49 h 99"/>
                    <a:gd name="T56" fmla="*/ 123 w 162"/>
                    <a:gd name="T57" fmla="*/ 20 h 99"/>
                    <a:gd name="T58" fmla="*/ 118 w 162"/>
                    <a:gd name="T59" fmla="*/ 21 h 99"/>
                    <a:gd name="T60" fmla="*/ 86 w 162"/>
                    <a:gd name="T61"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2" h="99">
                      <a:moveTo>
                        <a:pt x="86" y="8"/>
                      </a:moveTo>
                      <a:cubicBezTo>
                        <a:pt x="100" y="8"/>
                        <a:pt x="111" y="18"/>
                        <a:pt x="112" y="31"/>
                      </a:cubicBezTo>
                      <a:cubicBezTo>
                        <a:pt x="115" y="30"/>
                        <a:pt x="119" y="28"/>
                        <a:pt x="123" y="28"/>
                      </a:cubicBezTo>
                      <a:cubicBezTo>
                        <a:pt x="134" y="28"/>
                        <a:pt x="144" y="38"/>
                        <a:pt x="144" y="49"/>
                      </a:cubicBezTo>
                      <a:cubicBezTo>
                        <a:pt x="144" y="52"/>
                        <a:pt x="143" y="54"/>
                        <a:pt x="142" y="56"/>
                      </a:cubicBezTo>
                      <a:cubicBezTo>
                        <a:pt x="149" y="58"/>
                        <a:pt x="154" y="65"/>
                        <a:pt x="154" y="73"/>
                      </a:cubicBezTo>
                      <a:cubicBezTo>
                        <a:pt x="154" y="83"/>
                        <a:pt x="146" y="91"/>
                        <a:pt x="136" y="91"/>
                      </a:cubicBezTo>
                      <a:cubicBezTo>
                        <a:pt x="133" y="91"/>
                        <a:pt x="133" y="91"/>
                        <a:pt x="133" y="91"/>
                      </a:cubicBezTo>
                      <a:cubicBezTo>
                        <a:pt x="133" y="91"/>
                        <a:pt x="133" y="91"/>
                        <a:pt x="133" y="91"/>
                      </a:cubicBezTo>
                      <a:cubicBezTo>
                        <a:pt x="29" y="91"/>
                        <a:pt x="29" y="91"/>
                        <a:pt x="29" y="91"/>
                      </a:cubicBezTo>
                      <a:cubicBezTo>
                        <a:pt x="17" y="91"/>
                        <a:pt x="8" y="82"/>
                        <a:pt x="8" y="70"/>
                      </a:cubicBezTo>
                      <a:cubicBezTo>
                        <a:pt x="8" y="59"/>
                        <a:pt x="17" y="49"/>
                        <a:pt x="29" y="49"/>
                      </a:cubicBezTo>
                      <a:cubicBezTo>
                        <a:pt x="30" y="49"/>
                        <a:pt x="31" y="49"/>
                        <a:pt x="32" y="50"/>
                      </a:cubicBezTo>
                      <a:cubicBezTo>
                        <a:pt x="36" y="43"/>
                        <a:pt x="43" y="39"/>
                        <a:pt x="51" y="39"/>
                      </a:cubicBezTo>
                      <a:cubicBezTo>
                        <a:pt x="55" y="39"/>
                        <a:pt x="58" y="40"/>
                        <a:pt x="62" y="42"/>
                      </a:cubicBezTo>
                      <a:cubicBezTo>
                        <a:pt x="61" y="39"/>
                        <a:pt x="60" y="36"/>
                        <a:pt x="60" y="34"/>
                      </a:cubicBezTo>
                      <a:cubicBezTo>
                        <a:pt x="60" y="19"/>
                        <a:pt x="72" y="8"/>
                        <a:pt x="86" y="8"/>
                      </a:cubicBezTo>
                      <a:moveTo>
                        <a:pt x="86" y="0"/>
                      </a:moveTo>
                      <a:cubicBezTo>
                        <a:pt x="68" y="0"/>
                        <a:pt x="54" y="13"/>
                        <a:pt x="52" y="31"/>
                      </a:cubicBezTo>
                      <a:cubicBezTo>
                        <a:pt x="52" y="31"/>
                        <a:pt x="51" y="31"/>
                        <a:pt x="51" y="31"/>
                      </a:cubicBezTo>
                      <a:cubicBezTo>
                        <a:pt x="42" y="31"/>
                        <a:pt x="34" y="35"/>
                        <a:pt x="28" y="41"/>
                      </a:cubicBezTo>
                      <a:cubicBezTo>
                        <a:pt x="13" y="42"/>
                        <a:pt x="0" y="54"/>
                        <a:pt x="0" y="70"/>
                      </a:cubicBezTo>
                      <a:cubicBezTo>
                        <a:pt x="0" y="86"/>
                        <a:pt x="13" y="99"/>
                        <a:pt x="29" y="99"/>
                      </a:cubicBezTo>
                      <a:cubicBezTo>
                        <a:pt x="133" y="99"/>
                        <a:pt x="133" y="99"/>
                        <a:pt x="133" y="99"/>
                      </a:cubicBezTo>
                      <a:cubicBezTo>
                        <a:pt x="136" y="99"/>
                        <a:pt x="136" y="99"/>
                        <a:pt x="136" y="99"/>
                      </a:cubicBezTo>
                      <a:cubicBezTo>
                        <a:pt x="150" y="99"/>
                        <a:pt x="162" y="87"/>
                        <a:pt x="162" y="73"/>
                      </a:cubicBezTo>
                      <a:cubicBezTo>
                        <a:pt x="162" y="64"/>
                        <a:pt x="158" y="57"/>
                        <a:pt x="151" y="52"/>
                      </a:cubicBezTo>
                      <a:cubicBezTo>
                        <a:pt x="152" y="51"/>
                        <a:pt x="152" y="50"/>
                        <a:pt x="152" y="49"/>
                      </a:cubicBezTo>
                      <a:cubicBezTo>
                        <a:pt x="152" y="33"/>
                        <a:pt x="139" y="20"/>
                        <a:pt x="123" y="20"/>
                      </a:cubicBezTo>
                      <a:cubicBezTo>
                        <a:pt x="121" y="20"/>
                        <a:pt x="119" y="21"/>
                        <a:pt x="118" y="21"/>
                      </a:cubicBezTo>
                      <a:cubicBezTo>
                        <a:pt x="113" y="8"/>
                        <a:pt x="101" y="0"/>
                        <a:pt x="86" y="0"/>
                      </a:cubicBezTo>
                    </a:path>
                  </a:pathLst>
                </a:custGeom>
                <a:solidFill>
                  <a:schemeClr val="accent1"/>
                </a:solid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114" name="Rounded Rectangle 461">
                  <a:extLst>
                    <a:ext uri="{FF2B5EF4-FFF2-40B4-BE49-F238E27FC236}">
                      <a16:creationId xmlns:a16="http://schemas.microsoft.com/office/drawing/2014/main" id="{A71862EB-EC61-45A0-8B4C-B5C8689C017D}"/>
                    </a:ext>
                  </a:extLst>
                </p:cNvPr>
                <p:cNvSpPr/>
                <p:nvPr/>
              </p:nvSpPr>
              <p:spPr bwMode="auto">
                <a:xfrm>
                  <a:off x="2634382" y="3307252"/>
                  <a:ext cx="319432" cy="204276"/>
                </a:xfrm>
                <a:prstGeom prst="roundRect">
                  <a:avLst>
                    <a:gd name="adj" fmla="val 6065"/>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347" tIns="51176" rIns="51176" bIns="102347" numCol="1" spcCol="0" rtlCol="0" fromWordArt="0" anchor="b" anchorCtr="0" forceAA="0" compatLnSpc="1">
                  <a:prstTxWarp prst="textNoShape">
                    <a:avLst/>
                  </a:prstTxWarp>
                  <a:noAutofit/>
                </a:bodyPr>
                <a:lstStyle/>
                <a:p>
                  <a:pPr defTabSz="1023000" fontAlgn="base">
                    <a:spcBef>
                      <a:spcPct val="0"/>
                    </a:spcBef>
                    <a:spcAft>
                      <a:spcPct val="0"/>
                    </a:spcAft>
                    <a:defRPr/>
                  </a:pPr>
                  <a:endParaRPr lang="en-US" sz="1799" kern="0" spc="-56"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115" name="Group 114">
                  <a:extLst>
                    <a:ext uri="{FF2B5EF4-FFF2-40B4-BE49-F238E27FC236}">
                      <a16:creationId xmlns:a16="http://schemas.microsoft.com/office/drawing/2014/main" id="{129F325A-7D80-4731-B556-354048EE6551}"/>
                    </a:ext>
                  </a:extLst>
                </p:cNvPr>
                <p:cNvGrpSpPr/>
                <p:nvPr/>
              </p:nvGrpSpPr>
              <p:grpSpPr>
                <a:xfrm>
                  <a:off x="2626421" y="3273109"/>
                  <a:ext cx="374656" cy="236321"/>
                  <a:chOff x="7580524" y="2019430"/>
                  <a:chExt cx="208928" cy="131785"/>
                </a:xfrm>
                <a:solidFill>
                  <a:schemeClr val="accent1"/>
                </a:solidFill>
              </p:grpSpPr>
              <p:sp>
                <p:nvSpPr>
                  <p:cNvPr id="116" name="Freeform 2219">
                    <a:extLst>
                      <a:ext uri="{FF2B5EF4-FFF2-40B4-BE49-F238E27FC236}">
                        <a16:creationId xmlns:a16="http://schemas.microsoft.com/office/drawing/2014/main" id="{0CC7906D-AB19-4D2E-B000-11010B659B05}"/>
                      </a:ext>
                    </a:extLst>
                  </p:cNvPr>
                  <p:cNvSpPr>
                    <a:spLocks noEditPoints="1"/>
                  </p:cNvSpPr>
                  <p:nvPr/>
                </p:nvSpPr>
                <p:spPr bwMode="auto">
                  <a:xfrm>
                    <a:off x="7580524" y="2019430"/>
                    <a:ext cx="208928" cy="131785"/>
                  </a:xfrm>
                  <a:custGeom>
                    <a:avLst/>
                    <a:gdLst>
                      <a:gd name="T0" fmla="*/ 260 w 260"/>
                      <a:gd name="T1" fmla="*/ 164 h 164"/>
                      <a:gd name="T2" fmla="*/ 0 w 260"/>
                      <a:gd name="T3" fmla="*/ 164 h 164"/>
                      <a:gd name="T4" fmla="*/ 0 w 260"/>
                      <a:gd name="T5" fmla="*/ 0 h 164"/>
                      <a:gd name="T6" fmla="*/ 260 w 260"/>
                      <a:gd name="T7" fmla="*/ 0 h 164"/>
                      <a:gd name="T8" fmla="*/ 260 w 260"/>
                      <a:gd name="T9" fmla="*/ 164 h 164"/>
                      <a:gd name="T10" fmla="*/ 19 w 260"/>
                      <a:gd name="T11" fmla="*/ 145 h 164"/>
                      <a:gd name="T12" fmla="*/ 241 w 260"/>
                      <a:gd name="T13" fmla="*/ 145 h 164"/>
                      <a:gd name="T14" fmla="*/ 241 w 260"/>
                      <a:gd name="T15" fmla="*/ 19 h 164"/>
                      <a:gd name="T16" fmla="*/ 19 w 260"/>
                      <a:gd name="T17" fmla="*/ 19 h 164"/>
                      <a:gd name="T18" fmla="*/ 19 w 260"/>
                      <a:gd name="T19" fmla="*/ 145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0" h="164">
                        <a:moveTo>
                          <a:pt x="260" y="164"/>
                        </a:moveTo>
                        <a:lnTo>
                          <a:pt x="0" y="164"/>
                        </a:lnTo>
                        <a:lnTo>
                          <a:pt x="0" y="0"/>
                        </a:lnTo>
                        <a:lnTo>
                          <a:pt x="260" y="0"/>
                        </a:lnTo>
                        <a:lnTo>
                          <a:pt x="260" y="164"/>
                        </a:lnTo>
                        <a:close/>
                        <a:moveTo>
                          <a:pt x="19" y="145"/>
                        </a:moveTo>
                        <a:lnTo>
                          <a:pt x="241" y="145"/>
                        </a:lnTo>
                        <a:lnTo>
                          <a:pt x="241" y="19"/>
                        </a:lnTo>
                        <a:lnTo>
                          <a:pt x="19" y="19"/>
                        </a:lnTo>
                        <a:lnTo>
                          <a:pt x="19" y="145"/>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grpSp>
                <p:nvGrpSpPr>
                  <p:cNvPr id="117" name="Group 116">
                    <a:extLst>
                      <a:ext uri="{FF2B5EF4-FFF2-40B4-BE49-F238E27FC236}">
                        <a16:creationId xmlns:a16="http://schemas.microsoft.com/office/drawing/2014/main" id="{047A1F74-DA4F-4492-9A20-E7C51D3A7D36}"/>
                      </a:ext>
                    </a:extLst>
                  </p:cNvPr>
                  <p:cNvGrpSpPr/>
                  <p:nvPr/>
                </p:nvGrpSpPr>
                <p:grpSpPr>
                  <a:xfrm>
                    <a:off x="7619096" y="2038716"/>
                    <a:ext cx="113303" cy="91607"/>
                    <a:chOff x="7619096" y="2038716"/>
                    <a:chExt cx="113303" cy="91607"/>
                  </a:xfrm>
                  <a:grpFill/>
                </p:grpSpPr>
                <p:sp>
                  <p:nvSpPr>
                    <p:cNvPr id="118" name="Freeform 2226">
                      <a:extLst>
                        <a:ext uri="{FF2B5EF4-FFF2-40B4-BE49-F238E27FC236}">
                          <a16:creationId xmlns:a16="http://schemas.microsoft.com/office/drawing/2014/main" id="{3F83E893-BEB6-4EC4-944A-B3CADF1BA3AE}"/>
                        </a:ext>
                      </a:extLst>
                    </p:cNvPr>
                    <p:cNvSpPr>
                      <a:spLocks noEditPoints="1"/>
                    </p:cNvSpPr>
                    <p:nvPr/>
                  </p:nvSpPr>
                  <p:spPr bwMode="auto">
                    <a:xfrm>
                      <a:off x="7630346" y="2049966"/>
                      <a:ext cx="43393" cy="44196"/>
                    </a:xfrm>
                    <a:custGeom>
                      <a:avLst/>
                      <a:gdLst>
                        <a:gd name="T0" fmla="*/ 12 w 23"/>
                        <a:gd name="T1" fmla="*/ 23 h 23"/>
                        <a:gd name="T2" fmla="*/ 0 w 23"/>
                        <a:gd name="T3" fmla="*/ 12 h 23"/>
                        <a:gd name="T4" fmla="*/ 12 w 23"/>
                        <a:gd name="T5" fmla="*/ 0 h 23"/>
                        <a:gd name="T6" fmla="*/ 23 w 23"/>
                        <a:gd name="T7" fmla="*/ 12 h 23"/>
                        <a:gd name="T8" fmla="*/ 12 w 23"/>
                        <a:gd name="T9" fmla="*/ 23 h 23"/>
                        <a:gd name="T10" fmla="*/ 12 w 23"/>
                        <a:gd name="T11" fmla="*/ 4 h 23"/>
                        <a:gd name="T12" fmla="*/ 4 w 23"/>
                        <a:gd name="T13" fmla="*/ 12 h 23"/>
                        <a:gd name="T14" fmla="*/ 12 w 23"/>
                        <a:gd name="T15" fmla="*/ 20 h 23"/>
                        <a:gd name="T16" fmla="*/ 20 w 23"/>
                        <a:gd name="T17" fmla="*/ 12 h 23"/>
                        <a:gd name="T18" fmla="*/ 12 w 23"/>
                        <a:gd name="T19" fmla="*/ 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7" y="4"/>
                            <a:pt x="4" y="7"/>
                            <a:pt x="4" y="12"/>
                          </a:cubicBezTo>
                          <a:cubicBezTo>
                            <a:pt x="4" y="16"/>
                            <a:pt x="7" y="20"/>
                            <a:pt x="12" y="20"/>
                          </a:cubicBezTo>
                          <a:cubicBezTo>
                            <a:pt x="16" y="20"/>
                            <a:pt x="20" y="16"/>
                            <a:pt x="20" y="12"/>
                          </a:cubicBezTo>
                          <a:cubicBezTo>
                            <a:pt x="20" y="7"/>
                            <a:pt x="16" y="4"/>
                            <a:pt x="12" y="4"/>
                          </a:cubicBez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119" name="Freeform 2227">
                      <a:extLst>
                        <a:ext uri="{FF2B5EF4-FFF2-40B4-BE49-F238E27FC236}">
                          <a16:creationId xmlns:a16="http://schemas.microsoft.com/office/drawing/2014/main" id="{B683373C-961D-4052-8DFD-09757FF70C18}"/>
                        </a:ext>
                      </a:extLst>
                    </p:cNvPr>
                    <p:cNvSpPr>
                      <a:spLocks/>
                    </p:cNvSpPr>
                    <p:nvPr/>
                  </p:nvSpPr>
                  <p:spPr bwMode="auto">
                    <a:xfrm>
                      <a:off x="7637578" y="2038716"/>
                      <a:ext cx="11250" cy="15268"/>
                    </a:xfrm>
                    <a:custGeom>
                      <a:avLst/>
                      <a:gdLst>
                        <a:gd name="T0" fmla="*/ 7 w 14"/>
                        <a:gd name="T1" fmla="*/ 19 h 19"/>
                        <a:gd name="T2" fmla="*/ 0 w 14"/>
                        <a:gd name="T3" fmla="*/ 5 h 19"/>
                        <a:gd name="T4" fmla="*/ 7 w 14"/>
                        <a:gd name="T5" fmla="*/ 0 h 19"/>
                        <a:gd name="T6" fmla="*/ 14 w 14"/>
                        <a:gd name="T7" fmla="*/ 17 h 19"/>
                        <a:gd name="T8" fmla="*/ 7 w 14"/>
                        <a:gd name="T9" fmla="*/ 19 h 19"/>
                      </a:gdLst>
                      <a:ahLst/>
                      <a:cxnLst>
                        <a:cxn ang="0">
                          <a:pos x="T0" y="T1"/>
                        </a:cxn>
                        <a:cxn ang="0">
                          <a:pos x="T2" y="T3"/>
                        </a:cxn>
                        <a:cxn ang="0">
                          <a:pos x="T4" y="T5"/>
                        </a:cxn>
                        <a:cxn ang="0">
                          <a:pos x="T6" y="T7"/>
                        </a:cxn>
                        <a:cxn ang="0">
                          <a:pos x="T8" y="T9"/>
                        </a:cxn>
                      </a:cxnLst>
                      <a:rect l="0" t="0" r="r" b="b"/>
                      <a:pathLst>
                        <a:path w="14" h="19">
                          <a:moveTo>
                            <a:pt x="7" y="19"/>
                          </a:moveTo>
                          <a:lnTo>
                            <a:pt x="0" y="5"/>
                          </a:lnTo>
                          <a:lnTo>
                            <a:pt x="7" y="0"/>
                          </a:lnTo>
                          <a:lnTo>
                            <a:pt x="14" y="17"/>
                          </a:lnTo>
                          <a:lnTo>
                            <a:pt x="7" y="19"/>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120" name="Freeform 2228">
                      <a:extLst>
                        <a:ext uri="{FF2B5EF4-FFF2-40B4-BE49-F238E27FC236}">
                          <a16:creationId xmlns:a16="http://schemas.microsoft.com/office/drawing/2014/main" id="{8E107915-AABB-4177-A644-02EEC518A88C}"/>
                        </a:ext>
                      </a:extLst>
                    </p:cNvPr>
                    <p:cNvSpPr>
                      <a:spLocks/>
                    </p:cNvSpPr>
                    <p:nvPr/>
                  </p:nvSpPr>
                  <p:spPr bwMode="auto">
                    <a:xfrm>
                      <a:off x="7672131" y="2076484"/>
                      <a:ext cx="12857" cy="12054"/>
                    </a:xfrm>
                    <a:custGeom>
                      <a:avLst/>
                      <a:gdLst>
                        <a:gd name="T0" fmla="*/ 14 w 16"/>
                        <a:gd name="T1" fmla="*/ 15 h 15"/>
                        <a:gd name="T2" fmla="*/ 0 w 16"/>
                        <a:gd name="T3" fmla="*/ 7 h 15"/>
                        <a:gd name="T4" fmla="*/ 2 w 16"/>
                        <a:gd name="T5" fmla="*/ 0 h 15"/>
                        <a:gd name="T6" fmla="*/ 16 w 16"/>
                        <a:gd name="T7" fmla="*/ 7 h 15"/>
                        <a:gd name="T8" fmla="*/ 14 w 16"/>
                        <a:gd name="T9" fmla="*/ 15 h 15"/>
                      </a:gdLst>
                      <a:ahLst/>
                      <a:cxnLst>
                        <a:cxn ang="0">
                          <a:pos x="T0" y="T1"/>
                        </a:cxn>
                        <a:cxn ang="0">
                          <a:pos x="T2" y="T3"/>
                        </a:cxn>
                        <a:cxn ang="0">
                          <a:pos x="T4" y="T5"/>
                        </a:cxn>
                        <a:cxn ang="0">
                          <a:pos x="T6" y="T7"/>
                        </a:cxn>
                        <a:cxn ang="0">
                          <a:pos x="T8" y="T9"/>
                        </a:cxn>
                      </a:cxnLst>
                      <a:rect l="0" t="0" r="r" b="b"/>
                      <a:pathLst>
                        <a:path w="16" h="15">
                          <a:moveTo>
                            <a:pt x="14" y="15"/>
                          </a:moveTo>
                          <a:lnTo>
                            <a:pt x="0" y="7"/>
                          </a:lnTo>
                          <a:lnTo>
                            <a:pt x="2" y="0"/>
                          </a:lnTo>
                          <a:lnTo>
                            <a:pt x="16" y="7"/>
                          </a:lnTo>
                          <a:lnTo>
                            <a:pt x="14" y="15"/>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121" name="Freeform 2229">
                      <a:extLst>
                        <a:ext uri="{FF2B5EF4-FFF2-40B4-BE49-F238E27FC236}">
                          <a16:creationId xmlns:a16="http://schemas.microsoft.com/office/drawing/2014/main" id="{71A36C62-4D49-47BA-AAED-FAE0CB080615}"/>
                        </a:ext>
                      </a:extLst>
                    </p:cNvPr>
                    <p:cNvSpPr>
                      <a:spLocks/>
                    </p:cNvSpPr>
                    <p:nvPr/>
                  </p:nvSpPr>
                  <p:spPr bwMode="auto">
                    <a:xfrm>
                      <a:off x="7672131" y="2058001"/>
                      <a:ext cx="12857" cy="11250"/>
                    </a:xfrm>
                    <a:custGeom>
                      <a:avLst/>
                      <a:gdLst>
                        <a:gd name="T0" fmla="*/ 2 w 16"/>
                        <a:gd name="T1" fmla="*/ 14 h 14"/>
                        <a:gd name="T2" fmla="*/ 0 w 16"/>
                        <a:gd name="T3" fmla="*/ 7 h 14"/>
                        <a:gd name="T4" fmla="*/ 14 w 16"/>
                        <a:gd name="T5" fmla="*/ 0 h 14"/>
                        <a:gd name="T6" fmla="*/ 16 w 16"/>
                        <a:gd name="T7" fmla="*/ 7 h 14"/>
                        <a:gd name="T8" fmla="*/ 2 w 16"/>
                        <a:gd name="T9" fmla="*/ 14 h 14"/>
                      </a:gdLst>
                      <a:ahLst/>
                      <a:cxnLst>
                        <a:cxn ang="0">
                          <a:pos x="T0" y="T1"/>
                        </a:cxn>
                        <a:cxn ang="0">
                          <a:pos x="T2" y="T3"/>
                        </a:cxn>
                        <a:cxn ang="0">
                          <a:pos x="T4" y="T5"/>
                        </a:cxn>
                        <a:cxn ang="0">
                          <a:pos x="T6" y="T7"/>
                        </a:cxn>
                        <a:cxn ang="0">
                          <a:pos x="T8" y="T9"/>
                        </a:cxn>
                      </a:cxnLst>
                      <a:rect l="0" t="0" r="r" b="b"/>
                      <a:pathLst>
                        <a:path w="16" h="14">
                          <a:moveTo>
                            <a:pt x="2" y="14"/>
                          </a:moveTo>
                          <a:lnTo>
                            <a:pt x="0" y="7"/>
                          </a:lnTo>
                          <a:lnTo>
                            <a:pt x="14" y="0"/>
                          </a:lnTo>
                          <a:lnTo>
                            <a:pt x="16" y="7"/>
                          </a:lnTo>
                          <a:lnTo>
                            <a:pt x="2" y="14"/>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122" name="Freeform 2230">
                      <a:extLst>
                        <a:ext uri="{FF2B5EF4-FFF2-40B4-BE49-F238E27FC236}">
                          <a16:creationId xmlns:a16="http://schemas.microsoft.com/office/drawing/2014/main" id="{B15EEB4F-975A-49D0-8A8F-ED57488311DD}"/>
                        </a:ext>
                      </a:extLst>
                    </p:cNvPr>
                    <p:cNvSpPr>
                      <a:spLocks/>
                    </p:cNvSpPr>
                    <p:nvPr/>
                  </p:nvSpPr>
                  <p:spPr bwMode="auto">
                    <a:xfrm>
                      <a:off x="7637578" y="2091751"/>
                      <a:ext cx="11250" cy="13661"/>
                    </a:xfrm>
                    <a:custGeom>
                      <a:avLst/>
                      <a:gdLst>
                        <a:gd name="T0" fmla="*/ 7 w 14"/>
                        <a:gd name="T1" fmla="*/ 17 h 17"/>
                        <a:gd name="T2" fmla="*/ 0 w 14"/>
                        <a:gd name="T3" fmla="*/ 14 h 17"/>
                        <a:gd name="T4" fmla="*/ 7 w 14"/>
                        <a:gd name="T5" fmla="*/ 0 h 17"/>
                        <a:gd name="T6" fmla="*/ 14 w 14"/>
                        <a:gd name="T7" fmla="*/ 3 h 17"/>
                        <a:gd name="T8" fmla="*/ 7 w 14"/>
                        <a:gd name="T9" fmla="*/ 17 h 17"/>
                      </a:gdLst>
                      <a:ahLst/>
                      <a:cxnLst>
                        <a:cxn ang="0">
                          <a:pos x="T0" y="T1"/>
                        </a:cxn>
                        <a:cxn ang="0">
                          <a:pos x="T2" y="T3"/>
                        </a:cxn>
                        <a:cxn ang="0">
                          <a:pos x="T4" y="T5"/>
                        </a:cxn>
                        <a:cxn ang="0">
                          <a:pos x="T6" y="T7"/>
                        </a:cxn>
                        <a:cxn ang="0">
                          <a:pos x="T8" y="T9"/>
                        </a:cxn>
                      </a:cxnLst>
                      <a:rect l="0" t="0" r="r" b="b"/>
                      <a:pathLst>
                        <a:path w="14" h="17">
                          <a:moveTo>
                            <a:pt x="7" y="17"/>
                          </a:moveTo>
                          <a:lnTo>
                            <a:pt x="0" y="14"/>
                          </a:lnTo>
                          <a:lnTo>
                            <a:pt x="7" y="0"/>
                          </a:lnTo>
                          <a:lnTo>
                            <a:pt x="14" y="3"/>
                          </a:lnTo>
                          <a:lnTo>
                            <a:pt x="7" y="17"/>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123" name="Freeform 2231">
                      <a:extLst>
                        <a:ext uri="{FF2B5EF4-FFF2-40B4-BE49-F238E27FC236}">
                          <a16:creationId xmlns:a16="http://schemas.microsoft.com/office/drawing/2014/main" id="{0E2664B1-4836-48A6-B2C5-06226E57B60A}"/>
                        </a:ext>
                      </a:extLst>
                    </p:cNvPr>
                    <p:cNvSpPr>
                      <a:spLocks/>
                    </p:cNvSpPr>
                    <p:nvPr/>
                  </p:nvSpPr>
                  <p:spPr bwMode="auto">
                    <a:xfrm>
                      <a:off x="7656863" y="2091751"/>
                      <a:ext cx="11250" cy="13661"/>
                    </a:xfrm>
                    <a:custGeom>
                      <a:avLst/>
                      <a:gdLst>
                        <a:gd name="T0" fmla="*/ 7 w 14"/>
                        <a:gd name="T1" fmla="*/ 17 h 17"/>
                        <a:gd name="T2" fmla="*/ 0 w 14"/>
                        <a:gd name="T3" fmla="*/ 3 h 17"/>
                        <a:gd name="T4" fmla="*/ 7 w 14"/>
                        <a:gd name="T5" fmla="*/ 0 h 17"/>
                        <a:gd name="T6" fmla="*/ 14 w 14"/>
                        <a:gd name="T7" fmla="*/ 14 h 17"/>
                        <a:gd name="T8" fmla="*/ 7 w 14"/>
                        <a:gd name="T9" fmla="*/ 17 h 17"/>
                      </a:gdLst>
                      <a:ahLst/>
                      <a:cxnLst>
                        <a:cxn ang="0">
                          <a:pos x="T0" y="T1"/>
                        </a:cxn>
                        <a:cxn ang="0">
                          <a:pos x="T2" y="T3"/>
                        </a:cxn>
                        <a:cxn ang="0">
                          <a:pos x="T4" y="T5"/>
                        </a:cxn>
                        <a:cxn ang="0">
                          <a:pos x="T6" y="T7"/>
                        </a:cxn>
                        <a:cxn ang="0">
                          <a:pos x="T8" y="T9"/>
                        </a:cxn>
                      </a:cxnLst>
                      <a:rect l="0" t="0" r="r" b="b"/>
                      <a:pathLst>
                        <a:path w="14" h="17">
                          <a:moveTo>
                            <a:pt x="7" y="17"/>
                          </a:moveTo>
                          <a:lnTo>
                            <a:pt x="0" y="3"/>
                          </a:lnTo>
                          <a:lnTo>
                            <a:pt x="7" y="0"/>
                          </a:lnTo>
                          <a:lnTo>
                            <a:pt x="14" y="14"/>
                          </a:lnTo>
                          <a:lnTo>
                            <a:pt x="7" y="17"/>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124" name="Freeform 2232">
                      <a:extLst>
                        <a:ext uri="{FF2B5EF4-FFF2-40B4-BE49-F238E27FC236}">
                          <a16:creationId xmlns:a16="http://schemas.microsoft.com/office/drawing/2014/main" id="{1BD68577-9AFE-4902-B6DF-BFBF6D7B1C5D}"/>
                        </a:ext>
                      </a:extLst>
                    </p:cNvPr>
                    <p:cNvSpPr>
                      <a:spLocks/>
                    </p:cNvSpPr>
                    <p:nvPr/>
                  </p:nvSpPr>
                  <p:spPr bwMode="auto">
                    <a:xfrm>
                      <a:off x="7619096" y="2058001"/>
                      <a:ext cx="15268" cy="11250"/>
                    </a:xfrm>
                    <a:custGeom>
                      <a:avLst/>
                      <a:gdLst>
                        <a:gd name="T0" fmla="*/ 16 w 19"/>
                        <a:gd name="T1" fmla="*/ 14 h 14"/>
                        <a:gd name="T2" fmla="*/ 0 w 19"/>
                        <a:gd name="T3" fmla="*/ 7 h 14"/>
                        <a:gd name="T4" fmla="*/ 4 w 19"/>
                        <a:gd name="T5" fmla="*/ 0 h 14"/>
                        <a:gd name="T6" fmla="*/ 19 w 19"/>
                        <a:gd name="T7" fmla="*/ 7 h 14"/>
                        <a:gd name="T8" fmla="*/ 16 w 19"/>
                        <a:gd name="T9" fmla="*/ 14 h 14"/>
                      </a:gdLst>
                      <a:ahLst/>
                      <a:cxnLst>
                        <a:cxn ang="0">
                          <a:pos x="T0" y="T1"/>
                        </a:cxn>
                        <a:cxn ang="0">
                          <a:pos x="T2" y="T3"/>
                        </a:cxn>
                        <a:cxn ang="0">
                          <a:pos x="T4" y="T5"/>
                        </a:cxn>
                        <a:cxn ang="0">
                          <a:pos x="T6" y="T7"/>
                        </a:cxn>
                        <a:cxn ang="0">
                          <a:pos x="T8" y="T9"/>
                        </a:cxn>
                      </a:cxnLst>
                      <a:rect l="0" t="0" r="r" b="b"/>
                      <a:pathLst>
                        <a:path w="19" h="14">
                          <a:moveTo>
                            <a:pt x="16" y="14"/>
                          </a:moveTo>
                          <a:lnTo>
                            <a:pt x="0" y="7"/>
                          </a:lnTo>
                          <a:lnTo>
                            <a:pt x="4" y="0"/>
                          </a:lnTo>
                          <a:lnTo>
                            <a:pt x="19" y="7"/>
                          </a:lnTo>
                          <a:lnTo>
                            <a:pt x="16" y="14"/>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125" name="Freeform 2233">
                      <a:extLst>
                        <a:ext uri="{FF2B5EF4-FFF2-40B4-BE49-F238E27FC236}">
                          <a16:creationId xmlns:a16="http://schemas.microsoft.com/office/drawing/2014/main" id="{A90BC339-5D48-4C85-A7D6-4AE3A29795FB}"/>
                        </a:ext>
                      </a:extLst>
                    </p:cNvPr>
                    <p:cNvSpPr>
                      <a:spLocks/>
                    </p:cNvSpPr>
                    <p:nvPr/>
                  </p:nvSpPr>
                  <p:spPr bwMode="auto">
                    <a:xfrm>
                      <a:off x="7619096" y="2076484"/>
                      <a:ext cx="15268" cy="12054"/>
                    </a:xfrm>
                    <a:custGeom>
                      <a:avLst/>
                      <a:gdLst>
                        <a:gd name="T0" fmla="*/ 4 w 19"/>
                        <a:gd name="T1" fmla="*/ 15 h 15"/>
                        <a:gd name="T2" fmla="*/ 0 w 19"/>
                        <a:gd name="T3" fmla="*/ 7 h 15"/>
                        <a:gd name="T4" fmla="*/ 16 w 19"/>
                        <a:gd name="T5" fmla="*/ 0 h 15"/>
                        <a:gd name="T6" fmla="*/ 19 w 19"/>
                        <a:gd name="T7" fmla="*/ 7 h 15"/>
                        <a:gd name="T8" fmla="*/ 4 w 19"/>
                        <a:gd name="T9" fmla="*/ 15 h 15"/>
                      </a:gdLst>
                      <a:ahLst/>
                      <a:cxnLst>
                        <a:cxn ang="0">
                          <a:pos x="T0" y="T1"/>
                        </a:cxn>
                        <a:cxn ang="0">
                          <a:pos x="T2" y="T3"/>
                        </a:cxn>
                        <a:cxn ang="0">
                          <a:pos x="T4" y="T5"/>
                        </a:cxn>
                        <a:cxn ang="0">
                          <a:pos x="T6" y="T7"/>
                        </a:cxn>
                        <a:cxn ang="0">
                          <a:pos x="T8" y="T9"/>
                        </a:cxn>
                      </a:cxnLst>
                      <a:rect l="0" t="0" r="r" b="b"/>
                      <a:pathLst>
                        <a:path w="19" h="15">
                          <a:moveTo>
                            <a:pt x="4" y="15"/>
                          </a:moveTo>
                          <a:lnTo>
                            <a:pt x="0" y="7"/>
                          </a:lnTo>
                          <a:lnTo>
                            <a:pt x="16" y="0"/>
                          </a:lnTo>
                          <a:lnTo>
                            <a:pt x="19" y="7"/>
                          </a:lnTo>
                          <a:lnTo>
                            <a:pt x="4" y="15"/>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126" name="Freeform 2234">
                      <a:extLst>
                        <a:ext uri="{FF2B5EF4-FFF2-40B4-BE49-F238E27FC236}">
                          <a16:creationId xmlns:a16="http://schemas.microsoft.com/office/drawing/2014/main" id="{C2C53601-8D7E-48DB-9811-A71549DE33F3}"/>
                        </a:ext>
                      </a:extLst>
                    </p:cNvPr>
                    <p:cNvSpPr>
                      <a:spLocks/>
                    </p:cNvSpPr>
                    <p:nvPr/>
                  </p:nvSpPr>
                  <p:spPr bwMode="auto">
                    <a:xfrm>
                      <a:off x="7656863" y="2038716"/>
                      <a:ext cx="11250" cy="15268"/>
                    </a:xfrm>
                    <a:custGeom>
                      <a:avLst/>
                      <a:gdLst>
                        <a:gd name="T0" fmla="*/ 7 w 14"/>
                        <a:gd name="T1" fmla="*/ 19 h 19"/>
                        <a:gd name="T2" fmla="*/ 0 w 14"/>
                        <a:gd name="T3" fmla="*/ 17 h 19"/>
                        <a:gd name="T4" fmla="*/ 7 w 14"/>
                        <a:gd name="T5" fmla="*/ 0 h 19"/>
                        <a:gd name="T6" fmla="*/ 14 w 14"/>
                        <a:gd name="T7" fmla="*/ 5 h 19"/>
                        <a:gd name="T8" fmla="*/ 7 w 14"/>
                        <a:gd name="T9" fmla="*/ 19 h 19"/>
                      </a:gdLst>
                      <a:ahLst/>
                      <a:cxnLst>
                        <a:cxn ang="0">
                          <a:pos x="T0" y="T1"/>
                        </a:cxn>
                        <a:cxn ang="0">
                          <a:pos x="T2" y="T3"/>
                        </a:cxn>
                        <a:cxn ang="0">
                          <a:pos x="T4" y="T5"/>
                        </a:cxn>
                        <a:cxn ang="0">
                          <a:pos x="T6" y="T7"/>
                        </a:cxn>
                        <a:cxn ang="0">
                          <a:pos x="T8" y="T9"/>
                        </a:cxn>
                      </a:cxnLst>
                      <a:rect l="0" t="0" r="r" b="b"/>
                      <a:pathLst>
                        <a:path w="14" h="19">
                          <a:moveTo>
                            <a:pt x="7" y="19"/>
                          </a:moveTo>
                          <a:lnTo>
                            <a:pt x="0" y="17"/>
                          </a:lnTo>
                          <a:lnTo>
                            <a:pt x="7" y="0"/>
                          </a:lnTo>
                          <a:lnTo>
                            <a:pt x="14" y="5"/>
                          </a:lnTo>
                          <a:lnTo>
                            <a:pt x="7" y="19"/>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127" name="Freeform 2235">
                      <a:extLst>
                        <a:ext uri="{FF2B5EF4-FFF2-40B4-BE49-F238E27FC236}">
                          <a16:creationId xmlns:a16="http://schemas.microsoft.com/office/drawing/2014/main" id="{8498EF91-96AE-4AC9-BB36-E603CF23F4C5}"/>
                        </a:ext>
                      </a:extLst>
                    </p:cNvPr>
                    <p:cNvSpPr>
                      <a:spLocks noEditPoints="1"/>
                    </p:cNvSpPr>
                    <p:nvPr/>
                  </p:nvSpPr>
                  <p:spPr bwMode="auto">
                    <a:xfrm>
                      <a:off x="7690613" y="2088537"/>
                      <a:ext cx="32946" cy="32143"/>
                    </a:xfrm>
                    <a:custGeom>
                      <a:avLst/>
                      <a:gdLst>
                        <a:gd name="T0" fmla="*/ 9 w 17"/>
                        <a:gd name="T1" fmla="*/ 17 h 17"/>
                        <a:gd name="T2" fmla="*/ 0 w 17"/>
                        <a:gd name="T3" fmla="*/ 9 h 17"/>
                        <a:gd name="T4" fmla="*/ 9 w 17"/>
                        <a:gd name="T5" fmla="*/ 0 h 17"/>
                        <a:gd name="T6" fmla="*/ 17 w 17"/>
                        <a:gd name="T7" fmla="*/ 9 h 17"/>
                        <a:gd name="T8" fmla="*/ 9 w 17"/>
                        <a:gd name="T9" fmla="*/ 17 h 17"/>
                        <a:gd name="T10" fmla="*/ 9 w 17"/>
                        <a:gd name="T11" fmla="*/ 3 h 17"/>
                        <a:gd name="T12" fmla="*/ 3 w 17"/>
                        <a:gd name="T13" fmla="*/ 9 h 17"/>
                        <a:gd name="T14" fmla="*/ 9 w 17"/>
                        <a:gd name="T15" fmla="*/ 15 h 17"/>
                        <a:gd name="T16" fmla="*/ 15 w 17"/>
                        <a:gd name="T17" fmla="*/ 9 h 17"/>
                        <a:gd name="T18" fmla="*/ 9 w 17"/>
                        <a:gd name="T19"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7">
                          <a:moveTo>
                            <a:pt x="9" y="17"/>
                          </a:moveTo>
                          <a:cubicBezTo>
                            <a:pt x="4" y="17"/>
                            <a:pt x="0" y="13"/>
                            <a:pt x="0" y="9"/>
                          </a:cubicBezTo>
                          <a:cubicBezTo>
                            <a:pt x="0" y="4"/>
                            <a:pt x="4" y="0"/>
                            <a:pt x="9" y="0"/>
                          </a:cubicBezTo>
                          <a:cubicBezTo>
                            <a:pt x="14" y="0"/>
                            <a:pt x="17" y="4"/>
                            <a:pt x="17" y="9"/>
                          </a:cubicBezTo>
                          <a:cubicBezTo>
                            <a:pt x="17" y="13"/>
                            <a:pt x="14" y="17"/>
                            <a:pt x="9" y="17"/>
                          </a:cubicBezTo>
                          <a:close/>
                          <a:moveTo>
                            <a:pt x="9" y="3"/>
                          </a:moveTo>
                          <a:cubicBezTo>
                            <a:pt x="6" y="3"/>
                            <a:pt x="3" y="5"/>
                            <a:pt x="3" y="9"/>
                          </a:cubicBezTo>
                          <a:cubicBezTo>
                            <a:pt x="3" y="12"/>
                            <a:pt x="6" y="15"/>
                            <a:pt x="9" y="15"/>
                          </a:cubicBezTo>
                          <a:cubicBezTo>
                            <a:pt x="12" y="15"/>
                            <a:pt x="15" y="12"/>
                            <a:pt x="15" y="9"/>
                          </a:cubicBezTo>
                          <a:cubicBezTo>
                            <a:pt x="15" y="5"/>
                            <a:pt x="12" y="3"/>
                            <a:pt x="9" y="3"/>
                          </a:cubicBez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128" name="Freeform 2236">
                      <a:extLst>
                        <a:ext uri="{FF2B5EF4-FFF2-40B4-BE49-F238E27FC236}">
                          <a16:creationId xmlns:a16="http://schemas.microsoft.com/office/drawing/2014/main" id="{CD26FF8F-2FF5-49C0-85D9-5631DCBA8DE8}"/>
                        </a:ext>
                      </a:extLst>
                    </p:cNvPr>
                    <p:cNvSpPr>
                      <a:spLocks/>
                    </p:cNvSpPr>
                    <p:nvPr/>
                  </p:nvSpPr>
                  <p:spPr bwMode="auto">
                    <a:xfrm>
                      <a:off x="7697042" y="2080501"/>
                      <a:ext cx="8839" cy="11250"/>
                    </a:xfrm>
                    <a:custGeom>
                      <a:avLst/>
                      <a:gdLst>
                        <a:gd name="T0" fmla="*/ 4 w 11"/>
                        <a:gd name="T1" fmla="*/ 14 h 14"/>
                        <a:gd name="T2" fmla="*/ 0 w 11"/>
                        <a:gd name="T3" fmla="*/ 2 h 14"/>
                        <a:gd name="T4" fmla="*/ 7 w 11"/>
                        <a:gd name="T5" fmla="*/ 0 h 14"/>
                        <a:gd name="T6" fmla="*/ 11 w 11"/>
                        <a:gd name="T7" fmla="*/ 12 h 14"/>
                        <a:gd name="T8" fmla="*/ 4 w 11"/>
                        <a:gd name="T9" fmla="*/ 14 h 14"/>
                      </a:gdLst>
                      <a:ahLst/>
                      <a:cxnLst>
                        <a:cxn ang="0">
                          <a:pos x="T0" y="T1"/>
                        </a:cxn>
                        <a:cxn ang="0">
                          <a:pos x="T2" y="T3"/>
                        </a:cxn>
                        <a:cxn ang="0">
                          <a:pos x="T4" y="T5"/>
                        </a:cxn>
                        <a:cxn ang="0">
                          <a:pos x="T6" y="T7"/>
                        </a:cxn>
                        <a:cxn ang="0">
                          <a:pos x="T8" y="T9"/>
                        </a:cxn>
                      </a:cxnLst>
                      <a:rect l="0" t="0" r="r" b="b"/>
                      <a:pathLst>
                        <a:path w="11" h="14">
                          <a:moveTo>
                            <a:pt x="4" y="14"/>
                          </a:moveTo>
                          <a:lnTo>
                            <a:pt x="0" y="2"/>
                          </a:lnTo>
                          <a:lnTo>
                            <a:pt x="7" y="0"/>
                          </a:lnTo>
                          <a:lnTo>
                            <a:pt x="11" y="12"/>
                          </a:lnTo>
                          <a:lnTo>
                            <a:pt x="4" y="14"/>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21" name="Freeform 2237">
                      <a:extLst>
                        <a:ext uri="{FF2B5EF4-FFF2-40B4-BE49-F238E27FC236}">
                          <a16:creationId xmlns:a16="http://schemas.microsoft.com/office/drawing/2014/main" id="{20F69598-DC73-4456-8C69-2FB74060E706}"/>
                        </a:ext>
                      </a:extLst>
                    </p:cNvPr>
                    <p:cNvSpPr>
                      <a:spLocks/>
                    </p:cNvSpPr>
                    <p:nvPr/>
                  </p:nvSpPr>
                  <p:spPr bwMode="auto">
                    <a:xfrm>
                      <a:off x="7721149" y="2107019"/>
                      <a:ext cx="11250" cy="9643"/>
                    </a:xfrm>
                    <a:custGeom>
                      <a:avLst/>
                      <a:gdLst>
                        <a:gd name="T0" fmla="*/ 12 w 14"/>
                        <a:gd name="T1" fmla="*/ 12 h 12"/>
                        <a:gd name="T2" fmla="*/ 0 w 14"/>
                        <a:gd name="T3" fmla="*/ 7 h 12"/>
                        <a:gd name="T4" fmla="*/ 3 w 14"/>
                        <a:gd name="T5" fmla="*/ 0 h 12"/>
                        <a:gd name="T6" fmla="*/ 14 w 14"/>
                        <a:gd name="T7" fmla="*/ 5 h 12"/>
                        <a:gd name="T8" fmla="*/ 12 w 14"/>
                        <a:gd name="T9" fmla="*/ 12 h 12"/>
                      </a:gdLst>
                      <a:ahLst/>
                      <a:cxnLst>
                        <a:cxn ang="0">
                          <a:pos x="T0" y="T1"/>
                        </a:cxn>
                        <a:cxn ang="0">
                          <a:pos x="T2" y="T3"/>
                        </a:cxn>
                        <a:cxn ang="0">
                          <a:pos x="T4" y="T5"/>
                        </a:cxn>
                        <a:cxn ang="0">
                          <a:pos x="T6" y="T7"/>
                        </a:cxn>
                        <a:cxn ang="0">
                          <a:pos x="T8" y="T9"/>
                        </a:cxn>
                      </a:cxnLst>
                      <a:rect l="0" t="0" r="r" b="b"/>
                      <a:pathLst>
                        <a:path w="14" h="12">
                          <a:moveTo>
                            <a:pt x="12" y="12"/>
                          </a:moveTo>
                          <a:lnTo>
                            <a:pt x="0" y="7"/>
                          </a:lnTo>
                          <a:lnTo>
                            <a:pt x="3" y="0"/>
                          </a:lnTo>
                          <a:lnTo>
                            <a:pt x="14" y="5"/>
                          </a:lnTo>
                          <a:lnTo>
                            <a:pt x="12" y="12"/>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22" name="Freeform 2238">
                      <a:extLst>
                        <a:ext uri="{FF2B5EF4-FFF2-40B4-BE49-F238E27FC236}">
                          <a16:creationId xmlns:a16="http://schemas.microsoft.com/office/drawing/2014/main" id="{68A63219-4D2E-4101-8A3B-4CF84996F786}"/>
                        </a:ext>
                      </a:extLst>
                    </p:cNvPr>
                    <p:cNvSpPr>
                      <a:spLocks/>
                    </p:cNvSpPr>
                    <p:nvPr/>
                  </p:nvSpPr>
                  <p:spPr bwMode="auto">
                    <a:xfrm>
                      <a:off x="7721149" y="2094162"/>
                      <a:ext cx="11250" cy="7232"/>
                    </a:xfrm>
                    <a:custGeom>
                      <a:avLst/>
                      <a:gdLst>
                        <a:gd name="T0" fmla="*/ 3 w 14"/>
                        <a:gd name="T1" fmla="*/ 9 h 9"/>
                        <a:gd name="T2" fmla="*/ 0 w 14"/>
                        <a:gd name="T3" fmla="*/ 4 h 9"/>
                        <a:gd name="T4" fmla="*/ 12 w 14"/>
                        <a:gd name="T5" fmla="*/ 0 h 9"/>
                        <a:gd name="T6" fmla="*/ 14 w 14"/>
                        <a:gd name="T7" fmla="*/ 4 h 9"/>
                        <a:gd name="T8" fmla="*/ 3 w 14"/>
                        <a:gd name="T9" fmla="*/ 9 h 9"/>
                      </a:gdLst>
                      <a:ahLst/>
                      <a:cxnLst>
                        <a:cxn ang="0">
                          <a:pos x="T0" y="T1"/>
                        </a:cxn>
                        <a:cxn ang="0">
                          <a:pos x="T2" y="T3"/>
                        </a:cxn>
                        <a:cxn ang="0">
                          <a:pos x="T4" y="T5"/>
                        </a:cxn>
                        <a:cxn ang="0">
                          <a:pos x="T6" y="T7"/>
                        </a:cxn>
                        <a:cxn ang="0">
                          <a:pos x="T8" y="T9"/>
                        </a:cxn>
                      </a:cxnLst>
                      <a:rect l="0" t="0" r="r" b="b"/>
                      <a:pathLst>
                        <a:path w="14" h="9">
                          <a:moveTo>
                            <a:pt x="3" y="9"/>
                          </a:moveTo>
                          <a:lnTo>
                            <a:pt x="0" y="4"/>
                          </a:lnTo>
                          <a:lnTo>
                            <a:pt x="12" y="0"/>
                          </a:lnTo>
                          <a:lnTo>
                            <a:pt x="14" y="4"/>
                          </a:lnTo>
                          <a:lnTo>
                            <a:pt x="3" y="9"/>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23" name="Freeform 2239">
                      <a:extLst>
                        <a:ext uri="{FF2B5EF4-FFF2-40B4-BE49-F238E27FC236}">
                          <a16:creationId xmlns:a16="http://schemas.microsoft.com/office/drawing/2014/main" id="{5C118604-5CD5-4C2B-A0F3-0F9564695004}"/>
                        </a:ext>
                      </a:extLst>
                    </p:cNvPr>
                    <p:cNvSpPr>
                      <a:spLocks/>
                    </p:cNvSpPr>
                    <p:nvPr/>
                  </p:nvSpPr>
                  <p:spPr bwMode="auto">
                    <a:xfrm>
                      <a:off x="7697042" y="2118269"/>
                      <a:ext cx="8839" cy="12054"/>
                    </a:xfrm>
                    <a:custGeom>
                      <a:avLst/>
                      <a:gdLst>
                        <a:gd name="T0" fmla="*/ 7 w 11"/>
                        <a:gd name="T1" fmla="*/ 15 h 15"/>
                        <a:gd name="T2" fmla="*/ 0 w 11"/>
                        <a:gd name="T3" fmla="*/ 12 h 15"/>
                        <a:gd name="T4" fmla="*/ 4 w 11"/>
                        <a:gd name="T5" fmla="*/ 0 h 15"/>
                        <a:gd name="T6" fmla="*/ 11 w 11"/>
                        <a:gd name="T7" fmla="*/ 3 h 15"/>
                        <a:gd name="T8" fmla="*/ 7 w 11"/>
                        <a:gd name="T9" fmla="*/ 15 h 15"/>
                      </a:gdLst>
                      <a:ahLst/>
                      <a:cxnLst>
                        <a:cxn ang="0">
                          <a:pos x="T0" y="T1"/>
                        </a:cxn>
                        <a:cxn ang="0">
                          <a:pos x="T2" y="T3"/>
                        </a:cxn>
                        <a:cxn ang="0">
                          <a:pos x="T4" y="T5"/>
                        </a:cxn>
                        <a:cxn ang="0">
                          <a:pos x="T6" y="T7"/>
                        </a:cxn>
                        <a:cxn ang="0">
                          <a:pos x="T8" y="T9"/>
                        </a:cxn>
                      </a:cxnLst>
                      <a:rect l="0" t="0" r="r" b="b"/>
                      <a:pathLst>
                        <a:path w="11" h="15">
                          <a:moveTo>
                            <a:pt x="7" y="15"/>
                          </a:moveTo>
                          <a:lnTo>
                            <a:pt x="0" y="12"/>
                          </a:lnTo>
                          <a:lnTo>
                            <a:pt x="4" y="0"/>
                          </a:lnTo>
                          <a:lnTo>
                            <a:pt x="11" y="3"/>
                          </a:lnTo>
                          <a:lnTo>
                            <a:pt x="7" y="15"/>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24" name="Freeform 2240">
                      <a:extLst>
                        <a:ext uri="{FF2B5EF4-FFF2-40B4-BE49-F238E27FC236}">
                          <a16:creationId xmlns:a16="http://schemas.microsoft.com/office/drawing/2014/main" id="{311AA700-370A-42A9-9A47-0614644E61EC}"/>
                        </a:ext>
                      </a:extLst>
                    </p:cNvPr>
                    <p:cNvSpPr>
                      <a:spLocks/>
                    </p:cNvSpPr>
                    <p:nvPr/>
                  </p:nvSpPr>
                  <p:spPr bwMode="auto">
                    <a:xfrm>
                      <a:off x="7709899" y="2118269"/>
                      <a:ext cx="9643" cy="12054"/>
                    </a:xfrm>
                    <a:custGeom>
                      <a:avLst/>
                      <a:gdLst>
                        <a:gd name="T0" fmla="*/ 5 w 12"/>
                        <a:gd name="T1" fmla="*/ 15 h 15"/>
                        <a:gd name="T2" fmla="*/ 0 w 12"/>
                        <a:gd name="T3" fmla="*/ 3 h 15"/>
                        <a:gd name="T4" fmla="*/ 7 w 12"/>
                        <a:gd name="T5" fmla="*/ 0 h 15"/>
                        <a:gd name="T6" fmla="*/ 12 w 12"/>
                        <a:gd name="T7" fmla="*/ 12 h 15"/>
                        <a:gd name="T8" fmla="*/ 5 w 12"/>
                        <a:gd name="T9" fmla="*/ 15 h 15"/>
                      </a:gdLst>
                      <a:ahLst/>
                      <a:cxnLst>
                        <a:cxn ang="0">
                          <a:pos x="T0" y="T1"/>
                        </a:cxn>
                        <a:cxn ang="0">
                          <a:pos x="T2" y="T3"/>
                        </a:cxn>
                        <a:cxn ang="0">
                          <a:pos x="T4" y="T5"/>
                        </a:cxn>
                        <a:cxn ang="0">
                          <a:pos x="T6" y="T7"/>
                        </a:cxn>
                        <a:cxn ang="0">
                          <a:pos x="T8" y="T9"/>
                        </a:cxn>
                      </a:cxnLst>
                      <a:rect l="0" t="0" r="r" b="b"/>
                      <a:pathLst>
                        <a:path w="12" h="15">
                          <a:moveTo>
                            <a:pt x="5" y="15"/>
                          </a:moveTo>
                          <a:lnTo>
                            <a:pt x="0" y="3"/>
                          </a:lnTo>
                          <a:lnTo>
                            <a:pt x="7" y="0"/>
                          </a:lnTo>
                          <a:lnTo>
                            <a:pt x="12" y="12"/>
                          </a:lnTo>
                          <a:lnTo>
                            <a:pt x="5" y="15"/>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25" name="Freeform 2241">
                      <a:extLst>
                        <a:ext uri="{FF2B5EF4-FFF2-40B4-BE49-F238E27FC236}">
                          <a16:creationId xmlns:a16="http://schemas.microsoft.com/office/drawing/2014/main" id="{846CAAA5-2B46-4789-9245-B45E66B1078F}"/>
                        </a:ext>
                      </a:extLst>
                    </p:cNvPr>
                    <p:cNvSpPr>
                      <a:spLocks/>
                    </p:cNvSpPr>
                    <p:nvPr/>
                  </p:nvSpPr>
                  <p:spPr bwMode="auto">
                    <a:xfrm>
                      <a:off x="7683381" y="2094162"/>
                      <a:ext cx="11250" cy="7232"/>
                    </a:xfrm>
                    <a:custGeom>
                      <a:avLst/>
                      <a:gdLst>
                        <a:gd name="T0" fmla="*/ 12 w 14"/>
                        <a:gd name="T1" fmla="*/ 9 h 9"/>
                        <a:gd name="T2" fmla="*/ 0 w 14"/>
                        <a:gd name="T3" fmla="*/ 4 h 9"/>
                        <a:gd name="T4" fmla="*/ 2 w 14"/>
                        <a:gd name="T5" fmla="*/ 0 h 9"/>
                        <a:gd name="T6" fmla="*/ 14 w 14"/>
                        <a:gd name="T7" fmla="*/ 4 h 9"/>
                        <a:gd name="T8" fmla="*/ 12 w 14"/>
                        <a:gd name="T9" fmla="*/ 9 h 9"/>
                      </a:gdLst>
                      <a:ahLst/>
                      <a:cxnLst>
                        <a:cxn ang="0">
                          <a:pos x="T0" y="T1"/>
                        </a:cxn>
                        <a:cxn ang="0">
                          <a:pos x="T2" y="T3"/>
                        </a:cxn>
                        <a:cxn ang="0">
                          <a:pos x="T4" y="T5"/>
                        </a:cxn>
                        <a:cxn ang="0">
                          <a:pos x="T6" y="T7"/>
                        </a:cxn>
                        <a:cxn ang="0">
                          <a:pos x="T8" y="T9"/>
                        </a:cxn>
                      </a:cxnLst>
                      <a:rect l="0" t="0" r="r" b="b"/>
                      <a:pathLst>
                        <a:path w="14" h="9">
                          <a:moveTo>
                            <a:pt x="12" y="9"/>
                          </a:moveTo>
                          <a:lnTo>
                            <a:pt x="0" y="4"/>
                          </a:lnTo>
                          <a:lnTo>
                            <a:pt x="2" y="0"/>
                          </a:lnTo>
                          <a:lnTo>
                            <a:pt x="14" y="4"/>
                          </a:lnTo>
                          <a:lnTo>
                            <a:pt x="12" y="9"/>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26" name="Freeform 2242">
                      <a:extLst>
                        <a:ext uri="{FF2B5EF4-FFF2-40B4-BE49-F238E27FC236}">
                          <a16:creationId xmlns:a16="http://schemas.microsoft.com/office/drawing/2014/main" id="{F8B71D31-0A54-45C6-85A4-5F8B970F4332}"/>
                        </a:ext>
                      </a:extLst>
                    </p:cNvPr>
                    <p:cNvSpPr>
                      <a:spLocks/>
                    </p:cNvSpPr>
                    <p:nvPr/>
                  </p:nvSpPr>
                  <p:spPr bwMode="auto">
                    <a:xfrm>
                      <a:off x="7683381" y="2107019"/>
                      <a:ext cx="11250" cy="9643"/>
                    </a:xfrm>
                    <a:custGeom>
                      <a:avLst/>
                      <a:gdLst>
                        <a:gd name="T0" fmla="*/ 2 w 14"/>
                        <a:gd name="T1" fmla="*/ 12 h 12"/>
                        <a:gd name="T2" fmla="*/ 0 w 14"/>
                        <a:gd name="T3" fmla="*/ 5 h 12"/>
                        <a:gd name="T4" fmla="*/ 12 w 14"/>
                        <a:gd name="T5" fmla="*/ 0 h 12"/>
                        <a:gd name="T6" fmla="*/ 14 w 14"/>
                        <a:gd name="T7" fmla="*/ 7 h 12"/>
                        <a:gd name="T8" fmla="*/ 2 w 14"/>
                        <a:gd name="T9" fmla="*/ 12 h 12"/>
                      </a:gdLst>
                      <a:ahLst/>
                      <a:cxnLst>
                        <a:cxn ang="0">
                          <a:pos x="T0" y="T1"/>
                        </a:cxn>
                        <a:cxn ang="0">
                          <a:pos x="T2" y="T3"/>
                        </a:cxn>
                        <a:cxn ang="0">
                          <a:pos x="T4" y="T5"/>
                        </a:cxn>
                        <a:cxn ang="0">
                          <a:pos x="T6" y="T7"/>
                        </a:cxn>
                        <a:cxn ang="0">
                          <a:pos x="T8" y="T9"/>
                        </a:cxn>
                      </a:cxnLst>
                      <a:rect l="0" t="0" r="r" b="b"/>
                      <a:pathLst>
                        <a:path w="14" h="12">
                          <a:moveTo>
                            <a:pt x="2" y="12"/>
                          </a:moveTo>
                          <a:lnTo>
                            <a:pt x="0" y="5"/>
                          </a:lnTo>
                          <a:lnTo>
                            <a:pt x="12" y="0"/>
                          </a:lnTo>
                          <a:lnTo>
                            <a:pt x="14" y="7"/>
                          </a:lnTo>
                          <a:lnTo>
                            <a:pt x="2" y="12"/>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27" name="Freeform 2243">
                      <a:extLst>
                        <a:ext uri="{FF2B5EF4-FFF2-40B4-BE49-F238E27FC236}">
                          <a16:creationId xmlns:a16="http://schemas.microsoft.com/office/drawing/2014/main" id="{26E37D07-AFDF-43A9-B6EE-AEBF2404F067}"/>
                        </a:ext>
                      </a:extLst>
                    </p:cNvPr>
                    <p:cNvSpPr>
                      <a:spLocks/>
                    </p:cNvSpPr>
                    <p:nvPr/>
                  </p:nvSpPr>
                  <p:spPr bwMode="auto">
                    <a:xfrm>
                      <a:off x="7709899" y="2080501"/>
                      <a:ext cx="9643" cy="11250"/>
                    </a:xfrm>
                    <a:custGeom>
                      <a:avLst/>
                      <a:gdLst>
                        <a:gd name="T0" fmla="*/ 7 w 12"/>
                        <a:gd name="T1" fmla="*/ 14 h 14"/>
                        <a:gd name="T2" fmla="*/ 0 w 12"/>
                        <a:gd name="T3" fmla="*/ 12 h 14"/>
                        <a:gd name="T4" fmla="*/ 5 w 12"/>
                        <a:gd name="T5" fmla="*/ 0 h 14"/>
                        <a:gd name="T6" fmla="*/ 12 w 12"/>
                        <a:gd name="T7" fmla="*/ 2 h 14"/>
                        <a:gd name="T8" fmla="*/ 7 w 12"/>
                        <a:gd name="T9" fmla="*/ 14 h 14"/>
                      </a:gdLst>
                      <a:ahLst/>
                      <a:cxnLst>
                        <a:cxn ang="0">
                          <a:pos x="T0" y="T1"/>
                        </a:cxn>
                        <a:cxn ang="0">
                          <a:pos x="T2" y="T3"/>
                        </a:cxn>
                        <a:cxn ang="0">
                          <a:pos x="T4" y="T5"/>
                        </a:cxn>
                        <a:cxn ang="0">
                          <a:pos x="T6" y="T7"/>
                        </a:cxn>
                        <a:cxn ang="0">
                          <a:pos x="T8" y="T9"/>
                        </a:cxn>
                      </a:cxnLst>
                      <a:rect l="0" t="0" r="r" b="b"/>
                      <a:pathLst>
                        <a:path w="12" h="14">
                          <a:moveTo>
                            <a:pt x="7" y="14"/>
                          </a:moveTo>
                          <a:lnTo>
                            <a:pt x="0" y="12"/>
                          </a:lnTo>
                          <a:lnTo>
                            <a:pt x="5" y="0"/>
                          </a:lnTo>
                          <a:lnTo>
                            <a:pt x="12" y="2"/>
                          </a:lnTo>
                          <a:lnTo>
                            <a:pt x="7" y="14"/>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grpSp>
            </p:grpSp>
          </p:grpSp>
        </p:grpSp>
        <p:grpSp>
          <p:nvGrpSpPr>
            <p:cNvPr id="228" name="Group 227">
              <a:extLst>
                <a:ext uri="{FF2B5EF4-FFF2-40B4-BE49-F238E27FC236}">
                  <a16:creationId xmlns:a16="http://schemas.microsoft.com/office/drawing/2014/main" id="{8FE0F430-483B-4313-A529-EDBF809E3B12}"/>
                </a:ext>
              </a:extLst>
            </p:cNvPr>
            <p:cNvGrpSpPr/>
            <p:nvPr/>
          </p:nvGrpSpPr>
          <p:grpSpPr>
            <a:xfrm>
              <a:off x="4861624" y="3881273"/>
              <a:ext cx="904324" cy="904324"/>
              <a:chOff x="2191004" y="4621621"/>
              <a:chExt cx="904324" cy="904324"/>
            </a:xfrm>
          </p:grpSpPr>
          <p:sp>
            <p:nvSpPr>
              <p:cNvPr id="229" name="Oval 228">
                <a:extLst>
                  <a:ext uri="{FF2B5EF4-FFF2-40B4-BE49-F238E27FC236}">
                    <a16:creationId xmlns:a16="http://schemas.microsoft.com/office/drawing/2014/main" id="{8493D5BC-B910-41FC-9F15-8320D2F53E81}"/>
                  </a:ext>
                </a:extLst>
              </p:cNvPr>
              <p:cNvSpPr/>
              <p:nvPr/>
            </p:nvSpPr>
            <p:spPr bwMode="auto">
              <a:xfrm>
                <a:off x="2191004" y="4621621"/>
                <a:ext cx="904324" cy="904324"/>
              </a:xfrm>
              <a:prstGeom prst="ellipse">
                <a:avLst/>
              </a:prstGeom>
              <a:solidFill>
                <a:schemeClr val="bg1"/>
              </a:solidFill>
              <a:ln w="57150" cap="flat" cmpd="sng" algn="ctr">
                <a:solidFill>
                  <a:srgbClr val="0078D7"/>
                </a:solidFill>
                <a:prstDash val="solid"/>
                <a:miter lim="800000"/>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1765" dirty="0" err="1">
                  <a:solidFill>
                    <a:srgbClr val="505050"/>
                  </a:solidFill>
                  <a:latin typeface="Segoe UI"/>
                </a:endParaRPr>
              </a:p>
            </p:txBody>
          </p:sp>
          <p:grpSp>
            <p:nvGrpSpPr>
              <p:cNvPr id="230" name="Group 229">
                <a:extLst>
                  <a:ext uri="{FF2B5EF4-FFF2-40B4-BE49-F238E27FC236}">
                    <a16:creationId xmlns:a16="http://schemas.microsoft.com/office/drawing/2014/main" id="{EF587958-B6F7-4E6E-AC53-DDD873E2E01D}"/>
                  </a:ext>
                </a:extLst>
              </p:cNvPr>
              <p:cNvGrpSpPr/>
              <p:nvPr/>
            </p:nvGrpSpPr>
            <p:grpSpPr>
              <a:xfrm>
                <a:off x="2448350" y="4880404"/>
                <a:ext cx="389632" cy="386758"/>
                <a:chOff x="2431479" y="4545420"/>
                <a:chExt cx="389632" cy="386758"/>
              </a:xfrm>
            </p:grpSpPr>
            <p:grpSp>
              <p:nvGrpSpPr>
                <p:cNvPr id="231" name="Group 230">
                  <a:extLst>
                    <a:ext uri="{FF2B5EF4-FFF2-40B4-BE49-F238E27FC236}">
                      <a16:creationId xmlns:a16="http://schemas.microsoft.com/office/drawing/2014/main" id="{C3A03316-5031-4DFB-9F3E-F3A4E9009B59}"/>
                    </a:ext>
                  </a:extLst>
                </p:cNvPr>
                <p:cNvGrpSpPr/>
                <p:nvPr/>
              </p:nvGrpSpPr>
              <p:grpSpPr>
                <a:xfrm>
                  <a:off x="2431479" y="4545420"/>
                  <a:ext cx="272749" cy="362864"/>
                  <a:chOff x="4564769" y="4449956"/>
                  <a:chExt cx="204644" cy="272258"/>
                </a:xfrm>
                <a:solidFill>
                  <a:schemeClr val="accent6"/>
                </a:solidFill>
              </p:grpSpPr>
              <p:sp>
                <p:nvSpPr>
                  <p:cNvPr id="235" name="Freeform 1824">
                    <a:extLst>
                      <a:ext uri="{FF2B5EF4-FFF2-40B4-BE49-F238E27FC236}">
                        <a16:creationId xmlns:a16="http://schemas.microsoft.com/office/drawing/2014/main" id="{1ED8C26B-C858-4DE7-8FD1-27D3A30437B0}"/>
                      </a:ext>
                    </a:extLst>
                  </p:cNvPr>
                  <p:cNvSpPr>
                    <a:spLocks/>
                  </p:cNvSpPr>
                  <p:nvPr/>
                </p:nvSpPr>
                <p:spPr bwMode="auto">
                  <a:xfrm>
                    <a:off x="4564769" y="4449956"/>
                    <a:ext cx="204644" cy="272258"/>
                  </a:xfrm>
                  <a:custGeom>
                    <a:avLst/>
                    <a:gdLst>
                      <a:gd name="T0" fmla="*/ 123 w 227"/>
                      <a:gd name="T1" fmla="*/ 302 h 302"/>
                      <a:gd name="T2" fmla="*/ 0 w 227"/>
                      <a:gd name="T3" fmla="*/ 302 h 302"/>
                      <a:gd name="T4" fmla="*/ 0 w 227"/>
                      <a:gd name="T5" fmla="*/ 0 h 302"/>
                      <a:gd name="T6" fmla="*/ 126 w 227"/>
                      <a:gd name="T7" fmla="*/ 0 h 302"/>
                      <a:gd name="T8" fmla="*/ 227 w 227"/>
                      <a:gd name="T9" fmla="*/ 99 h 302"/>
                      <a:gd name="T10" fmla="*/ 227 w 227"/>
                      <a:gd name="T11" fmla="*/ 191 h 302"/>
                      <a:gd name="T12" fmla="*/ 208 w 227"/>
                      <a:gd name="T13" fmla="*/ 191 h 302"/>
                      <a:gd name="T14" fmla="*/ 208 w 227"/>
                      <a:gd name="T15" fmla="*/ 108 h 302"/>
                      <a:gd name="T16" fmla="*/ 118 w 227"/>
                      <a:gd name="T17" fmla="*/ 18 h 302"/>
                      <a:gd name="T18" fmla="*/ 19 w 227"/>
                      <a:gd name="T19" fmla="*/ 18 h 302"/>
                      <a:gd name="T20" fmla="*/ 19 w 227"/>
                      <a:gd name="T21" fmla="*/ 283 h 302"/>
                      <a:gd name="T22" fmla="*/ 123 w 227"/>
                      <a:gd name="T23" fmla="*/ 283 h 302"/>
                      <a:gd name="T24" fmla="*/ 123 w 227"/>
                      <a:gd name="T25"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302">
                        <a:moveTo>
                          <a:pt x="123" y="302"/>
                        </a:moveTo>
                        <a:lnTo>
                          <a:pt x="0" y="302"/>
                        </a:lnTo>
                        <a:lnTo>
                          <a:pt x="0" y="0"/>
                        </a:lnTo>
                        <a:lnTo>
                          <a:pt x="126" y="0"/>
                        </a:lnTo>
                        <a:lnTo>
                          <a:pt x="227" y="99"/>
                        </a:lnTo>
                        <a:lnTo>
                          <a:pt x="227" y="191"/>
                        </a:lnTo>
                        <a:lnTo>
                          <a:pt x="208" y="191"/>
                        </a:lnTo>
                        <a:lnTo>
                          <a:pt x="208" y="108"/>
                        </a:lnTo>
                        <a:lnTo>
                          <a:pt x="118" y="18"/>
                        </a:lnTo>
                        <a:lnTo>
                          <a:pt x="19" y="18"/>
                        </a:lnTo>
                        <a:lnTo>
                          <a:pt x="19" y="283"/>
                        </a:lnTo>
                        <a:lnTo>
                          <a:pt x="123" y="283"/>
                        </a:lnTo>
                        <a:lnTo>
                          <a:pt x="123" y="302"/>
                        </a:lnTo>
                        <a:close/>
                      </a:path>
                    </a:pathLst>
                  </a:custGeom>
                  <a:solidFill>
                    <a:schemeClr val="accent1"/>
                  </a:solid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36" name="Freeform 1825">
                    <a:extLst>
                      <a:ext uri="{FF2B5EF4-FFF2-40B4-BE49-F238E27FC236}">
                        <a16:creationId xmlns:a16="http://schemas.microsoft.com/office/drawing/2014/main" id="{61F49730-9A0E-4BBD-B4C8-62DB80C6A24E}"/>
                      </a:ext>
                    </a:extLst>
                  </p:cNvPr>
                  <p:cNvSpPr>
                    <a:spLocks/>
                  </p:cNvSpPr>
                  <p:nvPr/>
                </p:nvSpPr>
                <p:spPr bwMode="auto">
                  <a:xfrm>
                    <a:off x="4667541" y="4458070"/>
                    <a:ext cx="93758" cy="93758"/>
                  </a:xfrm>
                  <a:custGeom>
                    <a:avLst/>
                    <a:gdLst>
                      <a:gd name="T0" fmla="*/ 104 w 104"/>
                      <a:gd name="T1" fmla="*/ 104 h 104"/>
                      <a:gd name="T2" fmla="*/ 0 w 104"/>
                      <a:gd name="T3" fmla="*/ 104 h 104"/>
                      <a:gd name="T4" fmla="*/ 0 w 104"/>
                      <a:gd name="T5" fmla="*/ 0 h 104"/>
                      <a:gd name="T6" fmla="*/ 19 w 104"/>
                      <a:gd name="T7" fmla="*/ 0 h 104"/>
                      <a:gd name="T8" fmla="*/ 19 w 104"/>
                      <a:gd name="T9" fmla="*/ 85 h 104"/>
                      <a:gd name="T10" fmla="*/ 104 w 104"/>
                      <a:gd name="T11" fmla="*/ 85 h 104"/>
                      <a:gd name="T12" fmla="*/ 104 w 104"/>
                      <a:gd name="T13" fmla="*/ 104 h 104"/>
                    </a:gdLst>
                    <a:ahLst/>
                    <a:cxnLst>
                      <a:cxn ang="0">
                        <a:pos x="T0" y="T1"/>
                      </a:cxn>
                      <a:cxn ang="0">
                        <a:pos x="T2" y="T3"/>
                      </a:cxn>
                      <a:cxn ang="0">
                        <a:pos x="T4" y="T5"/>
                      </a:cxn>
                      <a:cxn ang="0">
                        <a:pos x="T6" y="T7"/>
                      </a:cxn>
                      <a:cxn ang="0">
                        <a:pos x="T8" y="T9"/>
                      </a:cxn>
                      <a:cxn ang="0">
                        <a:pos x="T10" y="T11"/>
                      </a:cxn>
                      <a:cxn ang="0">
                        <a:pos x="T12" y="T13"/>
                      </a:cxn>
                    </a:cxnLst>
                    <a:rect l="0" t="0" r="r" b="b"/>
                    <a:pathLst>
                      <a:path w="104" h="104">
                        <a:moveTo>
                          <a:pt x="104" y="104"/>
                        </a:moveTo>
                        <a:lnTo>
                          <a:pt x="0" y="104"/>
                        </a:lnTo>
                        <a:lnTo>
                          <a:pt x="0" y="0"/>
                        </a:lnTo>
                        <a:lnTo>
                          <a:pt x="19" y="0"/>
                        </a:lnTo>
                        <a:lnTo>
                          <a:pt x="19" y="85"/>
                        </a:lnTo>
                        <a:lnTo>
                          <a:pt x="104" y="85"/>
                        </a:lnTo>
                        <a:lnTo>
                          <a:pt x="104" y="104"/>
                        </a:lnTo>
                        <a:close/>
                      </a:path>
                    </a:pathLst>
                  </a:custGeom>
                  <a:solidFill>
                    <a:schemeClr val="accent1"/>
                  </a:solid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grpSp>
            <p:grpSp>
              <p:nvGrpSpPr>
                <p:cNvPr id="232" name="Group 231">
                  <a:extLst>
                    <a:ext uri="{FF2B5EF4-FFF2-40B4-BE49-F238E27FC236}">
                      <a16:creationId xmlns:a16="http://schemas.microsoft.com/office/drawing/2014/main" id="{7AA50606-4120-4346-B78C-6DE82EE2872F}"/>
                    </a:ext>
                  </a:extLst>
                </p:cNvPr>
                <p:cNvGrpSpPr/>
                <p:nvPr/>
              </p:nvGrpSpPr>
              <p:grpSpPr>
                <a:xfrm>
                  <a:off x="2578433" y="4765035"/>
                  <a:ext cx="242678" cy="167143"/>
                  <a:chOff x="5463921" y="2566661"/>
                  <a:chExt cx="242678" cy="167143"/>
                </a:xfrm>
                <a:solidFill>
                  <a:schemeClr val="accent6"/>
                </a:solidFill>
              </p:grpSpPr>
              <p:sp>
                <p:nvSpPr>
                  <p:cNvPr id="233" name="Freeform 2153">
                    <a:extLst>
                      <a:ext uri="{FF2B5EF4-FFF2-40B4-BE49-F238E27FC236}">
                        <a16:creationId xmlns:a16="http://schemas.microsoft.com/office/drawing/2014/main" id="{C84637EF-E563-4D3D-900F-9B8FA719E67E}"/>
                      </a:ext>
                    </a:extLst>
                  </p:cNvPr>
                  <p:cNvSpPr>
                    <a:spLocks noEditPoints="1"/>
                  </p:cNvSpPr>
                  <p:nvPr/>
                </p:nvSpPr>
                <p:spPr bwMode="auto">
                  <a:xfrm>
                    <a:off x="5463921" y="2566661"/>
                    <a:ext cx="242678" cy="167143"/>
                  </a:xfrm>
                  <a:custGeom>
                    <a:avLst/>
                    <a:gdLst>
                      <a:gd name="T0" fmla="*/ 283 w 302"/>
                      <a:gd name="T1" fmla="*/ 189 h 208"/>
                      <a:gd name="T2" fmla="*/ 19 w 302"/>
                      <a:gd name="T3" fmla="*/ 189 h 208"/>
                      <a:gd name="T4" fmla="*/ 19 w 302"/>
                      <a:gd name="T5" fmla="*/ 19 h 208"/>
                      <a:gd name="T6" fmla="*/ 283 w 302"/>
                      <a:gd name="T7" fmla="*/ 19 h 208"/>
                      <a:gd name="T8" fmla="*/ 283 w 302"/>
                      <a:gd name="T9" fmla="*/ 189 h 208"/>
                      <a:gd name="T10" fmla="*/ 302 w 302"/>
                      <a:gd name="T11" fmla="*/ 0 h 208"/>
                      <a:gd name="T12" fmla="*/ 0 w 302"/>
                      <a:gd name="T13" fmla="*/ 0 h 208"/>
                      <a:gd name="T14" fmla="*/ 0 w 302"/>
                      <a:gd name="T15" fmla="*/ 208 h 208"/>
                      <a:gd name="T16" fmla="*/ 302 w 302"/>
                      <a:gd name="T17" fmla="*/ 208 h 208"/>
                      <a:gd name="T18" fmla="*/ 302 w 302"/>
                      <a:gd name="T1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2" h="208">
                        <a:moveTo>
                          <a:pt x="283" y="189"/>
                        </a:moveTo>
                        <a:lnTo>
                          <a:pt x="19" y="189"/>
                        </a:lnTo>
                        <a:lnTo>
                          <a:pt x="19" y="19"/>
                        </a:lnTo>
                        <a:lnTo>
                          <a:pt x="283" y="19"/>
                        </a:lnTo>
                        <a:lnTo>
                          <a:pt x="283" y="189"/>
                        </a:lnTo>
                        <a:close/>
                        <a:moveTo>
                          <a:pt x="302" y="0"/>
                        </a:moveTo>
                        <a:lnTo>
                          <a:pt x="0" y="0"/>
                        </a:lnTo>
                        <a:lnTo>
                          <a:pt x="0" y="208"/>
                        </a:lnTo>
                        <a:lnTo>
                          <a:pt x="302" y="208"/>
                        </a:lnTo>
                        <a:lnTo>
                          <a:pt x="302" y="0"/>
                        </a:lnTo>
                        <a:close/>
                      </a:path>
                    </a:pathLst>
                  </a:custGeom>
                  <a:solidFill>
                    <a:schemeClr val="accent1"/>
                  </a:solid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34" name="Freeform 2154">
                    <a:extLst>
                      <a:ext uri="{FF2B5EF4-FFF2-40B4-BE49-F238E27FC236}">
                        <a16:creationId xmlns:a16="http://schemas.microsoft.com/office/drawing/2014/main" id="{63D6C4E1-374F-4DF0-8189-43348626D0EB}"/>
                      </a:ext>
                    </a:extLst>
                  </p:cNvPr>
                  <p:cNvSpPr>
                    <a:spLocks/>
                  </p:cNvSpPr>
                  <p:nvPr/>
                </p:nvSpPr>
                <p:spPr bwMode="auto">
                  <a:xfrm>
                    <a:off x="5467135" y="2566661"/>
                    <a:ext cx="237857" cy="91607"/>
                  </a:xfrm>
                  <a:custGeom>
                    <a:avLst/>
                    <a:gdLst>
                      <a:gd name="T0" fmla="*/ 147 w 296"/>
                      <a:gd name="T1" fmla="*/ 114 h 114"/>
                      <a:gd name="T2" fmla="*/ 0 w 296"/>
                      <a:gd name="T3" fmla="*/ 17 h 114"/>
                      <a:gd name="T4" fmla="*/ 12 w 296"/>
                      <a:gd name="T5" fmla="*/ 0 h 114"/>
                      <a:gd name="T6" fmla="*/ 147 w 296"/>
                      <a:gd name="T7" fmla="*/ 92 h 114"/>
                      <a:gd name="T8" fmla="*/ 284 w 296"/>
                      <a:gd name="T9" fmla="*/ 0 h 114"/>
                      <a:gd name="T10" fmla="*/ 296 w 296"/>
                      <a:gd name="T11" fmla="*/ 17 h 114"/>
                      <a:gd name="T12" fmla="*/ 147 w 296"/>
                      <a:gd name="T13" fmla="*/ 114 h 114"/>
                    </a:gdLst>
                    <a:ahLst/>
                    <a:cxnLst>
                      <a:cxn ang="0">
                        <a:pos x="T0" y="T1"/>
                      </a:cxn>
                      <a:cxn ang="0">
                        <a:pos x="T2" y="T3"/>
                      </a:cxn>
                      <a:cxn ang="0">
                        <a:pos x="T4" y="T5"/>
                      </a:cxn>
                      <a:cxn ang="0">
                        <a:pos x="T6" y="T7"/>
                      </a:cxn>
                      <a:cxn ang="0">
                        <a:pos x="T8" y="T9"/>
                      </a:cxn>
                      <a:cxn ang="0">
                        <a:pos x="T10" y="T11"/>
                      </a:cxn>
                      <a:cxn ang="0">
                        <a:pos x="T12" y="T13"/>
                      </a:cxn>
                    </a:cxnLst>
                    <a:rect l="0" t="0" r="r" b="b"/>
                    <a:pathLst>
                      <a:path w="296" h="114">
                        <a:moveTo>
                          <a:pt x="147" y="114"/>
                        </a:moveTo>
                        <a:lnTo>
                          <a:pt x="0" y="17"/>
                        </a:lnTo>
                        <a:lnTo>
                          <a:pt x="12" y="0"/>
                        </a:lnTo>
                        <a:lnTo>
                          <a:pt x="147" y="92"/>
                        </a:lnTo>
                        <a:lnTo>
                          <a:pt x="284" y="0"/>
                        </a:lnTo>
                        <a:lnTo>
                          <a:pt x="296" y="17"/>
                        </a:lnTo>
                        <a:lnTo>
                          <a:pt x="147" y="114"/>
                        </a:lnTo>
                        <a:close/>
                      </a:path>
                    </a:pathLst>
                  </a:custGeom>
                  <a:solidFill>
                    <a:schemeClr val="accent1"/>
                  </a:solid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grpSp>
          </p:grpSp>
        </p:grpSp>
      </p:grpSp>
      <p:sp>
        <p:nvSpPr>
          <p:cNvPr id="106" name="Rectangle 105">
            <a:extLst>
              <a:ext uri="{FF2B5EF4-FFF2-40B4-BE49-F238E27FC236}">
                <a16:creationId xmlns:a16="http://schemas.microsoft.com/office/drawing/2014/main" id="{6D776358-B9E3-4232-B21B-6D8069651174}"/>
              </a:ext>
            </a:extLst>
          </p:cNvPr>
          <p:cNvSpPr/>
          <p:nvPr/>
        </p:nvSpPr>
        <p:spPr bwMode="auto">
          <a:xfrm>
            <a:off x="7763514" y="1785977"/>
            <a:ext cx="2689274" cy="2177555"/>
          </a:xfrm>
          <a:prstGeom prst="rect">
            <a:avLst/>
          </a:prstGeom>
          <a:solidFill>
            <a:srgbClr val="F8F8F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367">
              <a:lnSpc>
                <a:spcPct val="90000"/>
              </a:lnSpc>
              <a:spcAft>
                <a:spcPts val="588"/>
              </a:spcAft>
              <a:defRPr/>
            </a:pPr>
            <a:r>
              <a:rPr lang="en-US" sz="1765" b="1" dirty="0">
                <a:gradFill>
                  <a:gsLst>
                    <a:gs pos="2917">
                      <a:srgbClr val="505050"/>
                    </a:gs>
                    <a:gs pos="30000">
                      <a:srgbClr val="505050"/>
                    </a:gs>
                  </a:gsLst>
                  <a:lin ang="5400000" scaled="0"/>
                </a:gradFill>
                <a:latin typeface="Segoe UI"/>
              </a:rPr>
              <a:t>Windows E5</a:t>
            </a:r>
          </a:p>
        </p:txBody>
      </p:sp>
      <p:grpSp>
        <p:nvGrpSpPr>
          <p:cNvPr id="243" name="Group 242">
            <a:extLst>
              <a:ext uri="{FF2B5EF4-FFF2-40B4-BE49-F238E27FC236}">
                <a16:creationId xmlns:a16="http://schemas.microsoft.com/office/drawing/2014/main" id="{EE32BF12-2CE1-4317-A8C0-F50EC7B54280}"/>
              </a:ext>
            </a:extLst>
          </p:cNvPr>
          <p:cNvGrpSpPr/>
          <p:nvPr/>
        </p:nvGrpSpPr>
        <p:grpSpPr>
          <a:xfrm>
            <a:off x="8667162" y="2441731"/>
            <a:ext cx="886547" cy="886547"/>
            <a:chOff x="4238322" y="3283361"/>
            <a:chExt cx="904324" cy="904324"/>
          </a:xfrm>
        </p:grpSpPr>
        <p:sp>
          <p:nvSpPr>
            <p:cNvPr id="244" name="Oval 243">
              <a:extLst>
                <a:ext uri="{FF2B5EF4-FFF2-40B4-BE49-F238E27FC236}">
                  <a16:creationId xmlns:a16="http://schemas.microsoft.com/office/drawing/2014/main" id="{EFA1FFDA-0185-484C-9FB2-39DD09D27A59}"/>
                </a:ext>
              </a:extLst>
            </p:cNvPr>
            <p:cNvSpPr/>
            <p:nvPr/>
          </p:nvSpPr>
          <p:spPr bwMode="auto">
            <a:xfrm>
              <a:off x="4238322" y="3283361"/>
              <a:ext cx="904324" cy="904324"/>
            </a:xfrm>
            <a:prstGeom prst="ellipse">
              <a:avLst/>
            </a:prstGeom>
            <a:solidFill>
              <a:schemeClr val="bg1"/>
            </a:solidFill>
            <a:ln w="57150" cap="flat" cmpd="sng" algn="ctr">
              <a:solidFill>
                <a:schemeClr val="accent1"/>
              </a:solidFill>
              <a:prstDash val="solid"/>
              <a:miter lim="800000"/>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400"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245" name="Group 244">
              <a:extLst>
                <a:ext uri="{FF2B5EF4-FFF2-40B4-BE49-F238E27FC236}">
                  <a16:creationId xmlns:a16="http://schemas.microsoft.com/office/drawing/2014/main" id="{358EB3E4-25A5-4CF1-80B3-BEDFBF3D31A8}"/>
                </a:ext>
              </a:extLst>
            </p:cNvPr>
            <p:cNvGrpSpPr/>
            <p:nvPr/>
          </p:nvGrpSpPr>
          <p:grpSpPr>
            <a:xfrm>
              <a:off x="4379202" y="3530304"/>
              <a:ext cx="620863" cy="410084"/>
              <a:chOff x="9627677" y="1273017"/>
              <a:chExt cx="390357" cy="257833"/>
            </a:xfrm>
            <a:solidFill>
              <a:schemeClr val="accent1"/>
            </a:solidFill>
          </p:grpSpPr>
          <p:sp>
            <p:nvSpPr>
              <p:cNvPr id="246" name="Rectangle 1760">
                <a:extLst>
                  <a:ext uri="{FF2B5EF4-FFF2-40B4-BE49-F238E27FC236}">
                    <a16:creationId xmlns:a16="http://schemas.microsoft.com/office/drawing/2014/main" id="{4029E19C-54E9-451A-8561-22FB3D617671}"/>
                  </a:ext>
                </a:extLst>
              </p:cNvPr>
              <p:cNvSpPr>
                <a:spLocks noChangeArrowheads="1"/>
              </p:cNvSpPr>
              <p:nvPr/>
            </p:nvSpPr>
            <p:spPr bwMode="auto">
              <a:xfrm>
                <a:off x="9772821" y="1438896"/>
                <a:ext cx="17129" cy="34258"/>
              </a:xfrm>
              <a:prstGeom prst="rect">
                <a:avLst/>
              </a:pr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47" name="Rectangle 1761">
                <a:extLst>
                  <a:ext uri="{FF2B5EF4-FFF2-40B4-BE49-F238E27FC236}">
                    <a16:creationId xmlns:a16="http://schemas.microsoft.com/office/drawing/2014/main" id="{5F933943-4650-4197-9F3F-CA6F8FEBA84A}"/>
                  </a:ext>
                </a:extLst>
              </p:cNvPr>
              <p:cNvSpPr>
                <a:spLocks noChangeArrowheads="1"/>
              </p:cNvSpPr>
              <p:nvPr/>
            </p:nvSpPr>
            <p:spPr bwMode="auto">
              <a:xfrm>
                <a:off x="9738564" y="1460532"/>
                <a:ext cx="84742" cy="17129"/>
              </a:xfrm>
              <a:prstGeom prst="rect">
                <a:avLst/>
              </a:pr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48" name="Freeform 1762">
                <a:extLst>
                  <a:ext uri="{FF2B5EF4-FFF2-40B4-BE49-F238E27FC236}">
                    <a16:creationId xmlns:a16="http://schemas.microsoft.com/office/drawing/2014/main" id="{102CBDEA-52C9-4E07-B741-D843DFCF40BD}"/>
                  </a:ext>
                </a:extLst>
              </p:cNvPr>
              <p:cNvSpPr>
                <a:spLocks/>
              </p:cNvSpPr>
              <p:nvPr/>
            </p:nvSpPr>
            <p:spPr bwMode="auto">
              <a:xfrm>
                <a:off x="9644806" y="1273017"/>
                <a:ext cx="272258" cy="128015"/>
              </a:xfrm>
              <a:custGeom>
                <a:avLst/>
                <a:gdLst>
                  <a:gd name="T0" fmla="*/ 19 w 302"/>
                  <a:gd name="T1" fmla="*/ 142 h 142"/>
                  <a:gd name="T2" fmla="*/ 0 w 302"/>
                  <a:gd name="T3" fmla="*/ 142 h 142"/>
                  <a:gd name="T4" fmla="*/ 0 w 302"/>
                  <a:gd name="T5" fmla="*/ 0 h 142"/>
                  <a:gd name="T6" fmla="*/ 302 w 302"/>
                  <a:gd name="T7" fmla="*/ 0 h 142"/>
                  <a:gd name="T8" fmla="*/ 302 w 302"/>
                  <a:gd name="T9" fmla="*/ 104 h 142"/>
                  <a:gd name="T10" fmla="*/ 284 w 302"/>
                  <a:gd name="T11" fmla="*/ 104 h 142"/>
                  <a:gd name="T12" fmla="*/ 284 w 302"/>
                  <a:gd name="T13" fmla="*/ 19 h 142"/>
                  <a:gd name="T14" fmla="*/ 19 w 302"/>
                  <a:gd name="T15" fmla="*/ 19 h 142"/>
                  <a:gd name="T16" fmla="*/ 19 w 302"/>
                  <a:gd name="T17" fmla="*/ 14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 h="142">
                    <a:moveTo>
                      <a:pt x="19" y="142"/>
                    </a:moveTo>
                    <a:lnTo>
                      <a:pt x="0" y="142"/>
                    </a:lnTo>
                    <a:lnTo>
                      <a:pt x="0" y="0"/>
                    </a:lnTo>
                    <a:lnTo>
                      <a:pt x="302" y="0"/>
                    </a:lnTo>
                    <a:lnTo>
                      <a:pt x="302" y="104"/>
                    </a:lnTo>
                    <a:lnTo>
                      <a:pt x="284" y="104"/>
                    </a:lnTo>
                    <a:lnTo>
                      <a:pt x="284" y="19"/>
                    </a:lnTo>
                    <a:lnTo>
                      <a:pt x="19" y="19"/>
                    </a:lnTo>
                    <a:lnTo>
                      <a:pt x="19" y="142"/>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49" name="Rectangle 1763">
                <a:extLst>
                  <a:ext uri="{FF2B5EF4-FFF2-40B4-BE49-F238E27FC236}">
                    <a16:creationId xmlns:a16="http://schemas.microsoft.com/office/drawing/2014/main" id="{909B2435-52A1-42A0-8556-8D2BB8CD82D8}"/>
                  </a:ext>
                </a:extLst>
              </p:cNvPr>
              <p:cNvSpPr>
                <a:spLocks noChangeArrowheads="1"/>
              </p:cNvSpPr>
              <p:nvPr/>
            </p:nvSpPr>
            <p:spPr bwMode="auto">
              <a:xfrm>
                <a:off x="9706109" y="1426275"/>
                <a:ext cx="113591" cy="17129"/>
              </a:xfrm>
              <a:prstGeom prst="rect">
                <a:avLst/>
              </a:pr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50" name="Freeform 1764">
                <a:extLst>
                  <a:ext uri="{FF2B5EF4-FFF2-40B4-BE49-F238E27FC236}">
                    <a16:creationId xmlns:a16="http://schemas.microsoft.com/office/drawing/2014/main" id="{E1313D94-B29F-4415-B259-2D72B2D33A1B}"/>
                  </a:ext>
                </a:extLst>
              </p:cNvPr>
              <p:cNvSpPr>
                <a:spLocks noEditPoints="1"/>
              </p:cNvSpPr>
              <p:nvPr/>
            </p:nvSpPr>
            <p:spPr bwMode="auto">
              <a:xfrm>
                <a:off x="9627677" y="1392017"/>
                <a:ext cx="87447" cy="138833"/>
              </a:xfrm>
              <a:custGeom>
                <a:avLst/>
                <a:gdLst>
                  <a:gd name="T0" fmla="*/ 36 w 41"/>
                  <a:gd name="T1" fmla="*/ 65 h 65"/>
                  <a:gd name="T2" fmla="*/ 5 w 41"/>
                  <a:gd name="T3" fmla="*/ 65 h 65"/>
                  <a:gd name="T4" fmla="*/ 0 w 41"/>
                  <a:gd name="T5" fmla="*/ 60 h 65"/>
                  <a:gd name="T6" fmla="*/ 0 w 41"/>
                  <a:gd name="T7" fmla="*/ 5 h 65"/>
                  <a:gd name="T8" fmla="*/ 5 w 41"/>
                  <a:gd name="T9" fmla="*/ 0 h 65"/>
                  <a:gd name="T10" fmla="*/ 36 w 41"/>
                  <a:gd name="T11" fmla="*/ 0 h 65"/>
                  <a:gd name="T12" fmla="*/ 41 w 41"/>
                  <a:gd name="T13" fmla="*/ 5 h 65"/>
                  <a:gd name="T14" fmla="*/ 41 w 41"/>
                  <a:gd name="T15" fmla="*/ 60 h 65"/>
                  <a:gd name="T16" fmla="*/ 36 w 41"/>
                  <a:gd name="T17" fmla="*/ 65 h 65"/>
                  <a:gd name="T18" fmla="*/ 6 w 41"/>
                  <a:gd name="T19" fmla="*/ 59 h 65"/>
                  <a:gd name="T20" fmla="*/ 35 w 41"/>
                  <a:gd name="T21" fmla="*/ 59 h 65"/>
                  <a:gd name="T22" fmla="*/ 35 w 41"/>
                  <a:gd name="T23" fmla="*/ 6 h 65"/>
                  <a:gd name="T24" fmla="*/ 6 w 41"/>
                  <a:gd name="T25" fmla="*/ 6 h 65"/>
                  <a:gd name="T26" fmla="*/ 6 w 41"/>
                  <a:gd name="T27" fmla="*/ 5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1" h="65">
                    <a:moveTo>
                      <a:pt x="36" y="65"/>
                    </a:moveTo>
                    <a:cubicBezTo>
                      <a:pt x="5" y="65"/>
                      <a:pt x="5" y="65"/>
                      <a:pt x="5" y="65"/>
                    </a:cubicBezTo>
                    <a:cubicBezTo>
                      <a:pt x="3" y="65"/>
                      <a:pt x="0" y="62"/>
                      <a:pt x="0" y="60"/>
                    </a:cubicBezTo>
                    <a:cubicBezTo>
                      <a:pt x="0" y="5"/>
                      <a:pt x="0" y="5"/>
                      <a:pt x="0" y="5"/>
                    </a:cubicBezTo>
                    <a:cubicBezTo>
                      <a:pt x="0" y="2"/>
                      <a:pt x="3" y="0"/>
                      <a:pt x="5" y="0"/>
                    </a:cubicBezTo>
                    <a:cubicBezTo>
                      <a:pt x="36" y="0"/>
                      <a:pt x="36" y="0"/>
                      <a:pt x="36" y="0"/>
                    </a:cubicBezTo>
                    <a:cubicBezTo>
                      <a:pt x="39" y="0"/>
                      <a:pt x="41" y="2"/>
                      <a:pt x="41" y="5"/>
                    </a:cubicBezTo>
                    <a:cubicBezTo>
                      <a:pt x="41" y="60"/>
                      <a:pt x="41" y="60"/>
                      <a:pt x="41" y="60"/>
                    </a:cubicBezTo>
                    <a:cubicBezTo>
                      <a:pt x="41" y="62"/>
                      <a:pt x="39" y="65"/>
                      <a:pt x="36" y="65"/>
                    </a:cubicBezTo>
                    <a:close/>
                    <a:moveTo>
                      <a:pt x="6" y="59"/>
                    </a:moveTo>
                    <a:cubicBezTo>
                      <a:pt x="35" y="59"/>
                      <a:pt x="35" y="59"/>
                      <a:pt x="35" y="59"/>
                    </a:cubicBezTo>
                    <a:cubicBezTo>
                      <a:pt x="35" y="6"/>
                      <a:pt x="35" y="6"/>
                      <a:pt x="35" y="6"/>
                    </a:cubicBezTo>
                    <a:cubicBezTo>
                      <a:pt x="6" y="6"/>
                      <a:pt x="6" y="6"/>
                      <a:pt x="6" y="6"/>
                    </a:cubicBezTo>
                    <a:lnTo>
                      <a:pt x="6" y="59"/>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51" name="Rectangle 1765">
                <a:extLst>
                  <a:ext uri="{FF2B5EF4-FFF2-40B4-BE49-F238E27FC236}">
                    <a16:creationId xmlns:a16="http://schemas.microsoft.com/office/drawing/2014/main" id="{681AC38A-1B8D-4ED5-9212-3B55A16F5C77}"/>
                  </a:ext>
                </a:extLst>
              </p:cNvPr>
              <p:cNvSpPr>
                <a:spLocks noChangeArrowheads="1"/>
              </p:cNvSpPr>
              <p:nvPr/>
            </p:nvSpPr>
            <p:spPr bwMode="auto">
              <a:xfrm>
                <a:off x="9663738" y="1494790"/>
                <a:ext cx="17129" cy="8114"/>
              </a:xfrm>
              <a:prstGeom prst="rect">
                <a:avLst/>
              </a:pr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52" name="Freeform 1766">
                <a:extLst>
                  <a:ext uri="{FF2B5EF4-FFF2-40B4-BE49-F238E27FC236}">
                    <a16:creationId xmlns:a16="http://schemas.microsoft.com/office/drawing/2014/main" id="{602BA623-7F04-443E-A8C2-307BFAE6384D}"/>
                  </a:ext>
                </a:extLst>
              </p:cNvPr>
              <p:cNvSpPr>
                <a:spLocks noEditPoints="1"/>
              </p:cNvSpPr>
              <p:nvPr/>
            </p:nvSpPr>
            <p:spPr bwMode="auto">
              <a:xfrm>
                <a:off x="9813390" y="1360464"/>
                <a:ext cx="204644" cy="155061"/>
              </a:xfrm>
              <a:custGeom>
                <a:avLst/>
                <a:gdLst>
                  <a:gd name="T0" fmla="*/ 87 w 96"/>
                  <a:gd name="T1" fmla="*/ 73 h 73"/>
                  <a:gd name="T2" fmla="*/ 9 w 96"/>
                  <a:gd name="T3" fmla="*/ 73 h 73"/>
                  <a:gd name="T4" fmla="*/ 0 w 96"/>
                  <a:gd name="T5" fmla="*/ 64 h 73"/>
                  <a:gd name="T6" fmla="*/ 0 w 96"/>
                  <a:gd name="T7" fmla="*/ 9 h 73"/>
                  <a:gd name="T8" fmla="*/ 9 w 96"/>
                  <a:gd name="T9" fmla="*/ 0 h 73"/>
                  <a:gd name="T10" fmla="*/ 87 w 96"/>
                  <a:gd name="T11" fmla="*/ 0 h 73"/>
                  <a:gd name="T12" fmla="*/ 96 w 96"/>
                  <a:gd name="T13" fmla="*/ 9 h 73"/>
                  <a:gd name="T14" fmla="*/ 96 w 96"/>
                  <a:gd name="T15" fmla="*/ 64 h 73"/>
                  <a:gd name="T16" fmla="*/ 87 w 96"/>
                  <a:gd name="T17" fmla="*/ 73 h 73"/>
                  <a:gd name="T18" fmla="*/ 9 w 96"/>
                  <a:gd name="T19" fmla="*/ 8 h 73"/>
                  <a:gd name="T20" fmla="*/ 8 w 96"/>
                  <a:gd name="T21" fmla="*/ 9 h 73"/>
                  <a:gd name="T22" fmla="*/ 8 w 96"/>
                  <a:gd name="T23" fmla="*/ 64 h 73"/>
                  <a:gd name="T24" fmla="*/ 9 w 96"/>
                  <a:gd name="T25" fmla="*/ 65 h 73"/>
                  <a:gd name="T26" fmla="*/ 87 w 96"/>
                  <a:gd name="T27" fmla="*/ 65 h 73"/>
                  <a:gd name="T28" fmla="*/ 88 w 96"/>
                  <a:gd name="T29" fmla="*/ 64 h 73"/>
                  <a:gd name="T30" fmla="*/ 88 w 96"/>
                  <a:gd name="T31" fmla="*/ 9 h 73"/>
                  <a:gd name="T32" fmla="*/ 87 w 96"/>
                  <a:gd name="T33" fmla="*/ 8 h 73"/>
                  <a:gd name="T34" fmla="*/ 9 w 96"/>
                  <a:gd name="T35" fmla="*/ 8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73">
                    <a:moveTo>
                      <a:pt x="87" y="73"/>
                    </a:moveTo>
                    <a:cubicBezTo>
                      <a:pt x="9" y="73"/>
                      <a:pt x="9" y="73"/>
                      <a:pt x="9" y="73"/>
                    </a:cubicBezTo>
                    <a:cubicBezTo>
                      <a:pt x="4" y="73"/>
                      <a:pt x="0" y="69"/>
                      <a:pt x="0" y="64"/>
                    </a:cubicBezTo>
                    <a:cubicBezTo>
                      <a:pt x="0" y="9"/>
                      <a:pt x="0" y="9"/>
                      <a:pt x="0" y="9"/>
                    </a:cubicBezTo>
                    <a:cubicBezTo>
                      <a:pt x="0" y="4"/>
                      <a:pt x="4" y="0"/>
                      <a:pt x="9" y="0"/>
                    </a:cubicBezTo>
                    <a:cubicBezTo>
                      <a:pt x="87" y="0"/>
                      <a:pt x="87" y="0"/>
                      <a:pt x="87" y="0"/>
                    </a:cubicBezTo>
                    <a:cubicBezTo>
                      <a:pt x="92" y="0"/>
                      <a:pt x="96" y="4"/>
                      <a:pt x="96" y="9"/>
                    </a:cubicBezTo>
                    <a:cubicBezTo>
                      <a:pt x="96" y="64"/>
                      <a:pt x="96" y="64"/>
                      <a:pt x="96" y="64"/>
                    </a:cubicBezTo>
                    <a:cubicBezTo>
                      <a:pt x="96" y="69"/>
                      <a:pt x="92" y="73"/>
                      <a:pt x="87" y="73"/>
                    </a:cubicBezTo>
                    <a:close/>
                    <a:moveTo>
                      <a:pt x="9" y="8"/>
                    </a:moveTo>
                    <a:cubicBezTo>
                      <a:pt x="8" y="8"/>
                      <a:pt x="8" y="9"/>
                      <a:pt x="8" y="9"/>
                    </a:cubicBezTo>
                    <a:cubicBezTo>
                      <a:pt x="8" y="64"/>
                      <a:pt x="8" y="64"/>
                      <a:pt x="8" y="64"/>
                    </a:cubicBezTo>
                    <a:cubicBezTo>
                      <a:pt x="8" y="64"/>
                      <a:pt x="8" y="65"/>
                      <a:pt x="9" y="65"/>
                    </a:cubicBezTo>
                    <a:cubicBezTo>
                      <a:pt x="87" y="65"/>
                      <a:pt x="87" y="65"/>
                      <a:pt x="87" y="65"/>
                    </a:cubicBezTo>
                    <a:cubicBezTo>
                      <a:pt x="87" y="65"/>
                      <a:pt x="88" y="64"/>
                      <a:pt x="88" y="64"/>
                    </a:cubicBezTo>
                    <a:cubicBezTo>
                      <a:pt x="88" y="9"/>
                      <a:pt x="88" y="9"/>
                      <a:pt x="88" y="9"/>
                    </a:cubicBezTo>
                    <a:cubicBezTo>
                      <a:pt x="88" y="9"/>
                      <a:pt x="87" y="8"/>
                      <a:pt x="87" y="8"/>
                    </a:cubicBezTo>
                    <a:lnTo>
                      <a:pt x="9" y="8"/>
                    </a:ln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dirty="0">
                  <a:solidFill>
                    <a:srgbClr val="505050"/>
                  </a:solidFill>
                  <a:latin typeface="Segoe UI"/>
                </a:endParaRPr>
              </a:p>
            </p:txBody>
          </p:sp>
          <p:sp>
            <p:nvSpPr>
              <p:cNvPr id="253" name="Rectangle 1767">
                <a:extLst>
                  <a:ext uri="{FF2B5EF4-FFF2-40B4-BE49-F238E27FC236}">
                    <a16:creationId xmlns:a16="http://schemas.microsoft.com/office/drawing/2014/main" id="{5D051198-171E-477A-9053-67152BA7FDD1}"/>
                  </a:ext>
                </a:extLst>
              </p:cNvPr>
              <p:cNvSpPr>
                <a:spLocks noChangeArrowheads="1"/>
              </p:cNvSpPr>
              <p:nvPr/>
            </p:nvSpPr>
            <p:spPr bwMode="auto">
              <a:xfrm>
                <a:off x="9902639" y="1473154"/>
                <a:ext cx="25242" cy="17129"/>
              </a:xfrm>
              <a:prstGeom prst="rect">
                <a:avLst/>
              </a:pr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grpSp>
      </p:grpSp>
      <p:sp>
        <p:nvSpPr>
          <p:cNvPr id="2" name="Rectangle 1">
            <a:extLst>
              <a:ext uri="{FF2B5EF4-FFF2-40B4-BE49-F238E27FC236}">
                <a16:creationId xmlns:a16="http://schemas.microsoft.com/office/drawing/2014/main" id="{AF5CAB21-7CAB-4A18-B767-E8496D44892C}"/>
              </a:ext>
            </a:extLst>
          </p:cNvPr>
          <p:cNvSpPr/>
          <p:nvPr/>
        </p:nvSpPr>
        <p:spPr bwMode="auto">
          <a:xfrm>
            <a:off x="2080413" y="1785977"/>
            <a:ext cx="2689274" cy="2177555"/>
          </a:xfrm>
          <a:prstGeom prst="rect">
            <a:avLst/>
          </a:prstGeom>
          <a:solidFill>
            <a:srgbClr val="F8F8F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367" fontAlgn="base">
              <a:lnSpc>
                <a:spcPct val="90000"/>
              </a:lnSpc>
              <a:spcBef>
                <a:spcPct val="0"/>
              </a:spcBef>
              <a:spcAft>
                <a:spcPts val="588"/>
              </a:spcAft>
              <a:defRPr/>
            </a:pPr>
            <a:r>
              <a:rPr lang="en-US" sz="1765" b="1" dirty="0">
                <a:gradFill>
                  <a:gsLst>
                    <a:gs pos="2917">
                      <a:srgbClr val="505050"/>
                    </a:gs>
                    <a:gs pos="30000">
                      <a:srgbClr val="505050"/>
                    </a:gs>
                  </a:gsLst>
                  <a:lin ang="5400000" scaled="0"/>
                </a:gradFill>
                <a:latin typeface="Segoe UI"/>
              </a:rPr>
              <a:t>EMS E5</a:t>
            </a:r>
          </a:p>
        </p:txBody>
      </p:sp>
      <p:grpSp>
        <p:nvGrpSpPr>
          <p:cNvPr id="7" name="Group 6">
            <a:extLst>
              <a:ext uri="{FF2B5EF4-FFF2-40B4-BE49-F238E27FC236}">
                <a16:creationId xmlns:a16="http://schemas.microsoft.com/office/drawing/2014/main" id="{E5499E56-C975-4830-A841-3961ACF12F8A}"/>
              </a:ext>
            </a:extLst>
          </p:cNvPr>
          <p:cNvGrpSpPr/>
          <p:nvPr/>
        </p:nvGrpSpPr>
        <p:grpSpPr>
          <a:xfrm>
            <a:off x="2973844" y="2441731"/>
            <a:ext cx="906979" cy="906979"/>
            <a:chOff x="1159544" y="4022277"/>
            <a:chExt cx="925166" cy="925166"/>
          </a:xfrm>
        </p:grpSpPr>
        <p:sp>
          <p:nvSpPr>
            <p:cNvPr id="274" name="Oval 273">
              <a:extLst>
                <a:ext uri="{FF2B5EF4-FFF2-40B4-BE49-F238E27FC236}">
                  <a16:creationId xmlns:a16="http://schemas.microsoft.com/office/drawing/2014/main" id="{F6CAAB0C-89FC-4CFF-A683-AAD017407B45}"/>
                </a:ext>
              </a:extLst>
            </p:cNvPr>
            <p:cNvSpPr/>
            <p:nvPr/>
          </p:nvSpPr>
          <p:spPr bwMode="auto">
            <a:xfrm>
              <a:off x="1159544" y="4022277"/>
              <a:ext cx="925166" cy="925166"/>
            </a:xfrm>
            <a:prstGeom prst="ellipse">
              <a:avLst/>
            </a:prstGeom>
            <a:solidFill>
              <a:schemeClr val="bg1"/>
            </a:solidFill>
            <a:ln w="57150" cap="flat" cmpd="sng" algn="ctr">
              <a:solidFill>
                <a:schemeClr val="accent1"/>
              </a:solidFill>
              <a:prstDash val="solid"/>
              <a:miter lim="800000"/>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1765" dirty="0" err="1">
                <a:solidFill>
                  <a:srgbClr val="505050"/>
                </a:solidFill>
                <a:latin typeface="Segoe UI"/>
              </a:endParaRPr>
            </a:p>
          </p:txBody>
        </p:sp>
        <p:grpSp>
          <p:nvGrpSpPr>
            <p:cNvPr id="275" name="Group 274">
              <a:extLst>
                <a:ext uri="{FF2B5EF4-FFF2-40B4-BE49-F238E27FC236}">
                  <a16:creationId xmlns:a16="http://schemas.microsoft.com/office/drawing/2014/main" id="{9512F03E-264A-4829-8C37-ED1E41DAF050}"/>
                </a:ext>
              </a:extLst>
            </p:cNvPr>
            <p:cNvGrpSpPr/>
            <p:nvPr/>
          </p:nvGrpSpPr>
          <p:grpSpPr>
            <a:xfrm>
              <a:off x="1261231" y="4152799"/>
              <a:ext cx="424964" cy="421764"/>
              <a:chOff x="5554663" y="1069975"/>
              <a:chExt cx="2530475" cy="2511425"/>
            </a:xfrm>
            <a:solidFill>
              <a:schemeClr val="tx2"/>
            </a:solidFill>
          </p:grpSpPr>
          <p:sp>
            <p:nvSpPr>
              <p:cNvPr id="299" name="Freeform 6">
                <a:extLst>
                  <a:ext uri="{FF2B5EF4-FFF2-40B4-BE49-F238E27FC236}">
                    <a16:creationId xmlns:a16="http://schemas.microsoft.com/office/drawing/2014/main" id="{703CC750-138F-4735-8FF5-32E0FAC6D25A}"/>
                  </a:ext>
                </a:extLst>
              </p:cNvPr>
              <p:cNvSpPr>
                <a:spLocks noEditPoints="1"/>
              </p:cNvSpPr>
              <p:nvPr/>
            </p:nvSpPr>
            <p:spPr bwMode="auto">
              <a:xfrm>
                <a:off x="5554663" y="1069975"/>
                <a:ext cx="2530475" cy="2511425"/>
              </a:xfrm>
              <a:custGeom>
                <a:avLst/>
                <a:gdLst>
                  <a:gd name="T0" fmla="*/ 212 w 428"/>
                  <a:gd name="T1" fmla="*/ 37 h 425"/>
                  <a:gd name="T2" fmla="*/ 393 w 428"/>
                  <a:gd name="T3" fmla="*/ 247 h 425"/>
                  <a:gd name="T4" fmla="*/ 212 w 428"/>
                  <a:gd name="T5" fmla="*/ 394 h 425"/>
                  <a:gd name="T6" fmla="*/ 34 w 428"/>
                  <a:gd name="T7" fmla="*/ 247 h 425"/>
                  <a:gd name="T8" fmla="*/ 212 w 428"/>
                  <a:gd name="T9" fmla="*/ 37 h 425"/>
                  <a:gd name="T10" fmla="*/ 212 w 428"/>
                  <a:gd name="T11" fmla="*/ 0 h 425"/>
                  <a:gd name="T12" fmla="*/ 194 w 428"/>
                  <a:gd name="T13" fmla="*/ 22 h 425"/>
                  <a:gd name="T14" fmla="*/ 16 w 428"/>
                  <a:gd name="T15" fmla="*/ 232 h 425"/>
                  <a:gd name="T16" fmla="*/ 0 w 428"/>
                  <a:gd name="T17" fmla="*/ 250 h 425"/>
                  <a:gd name="T18" fmla="*/ 19 w 428"/>
                  <a:gd name="T19" fmla="*/ 266 h 425"/>
                  <a:gd name="T20" fmla="*/ 197 w 428"/>
                  <a:gd name="T21" fmla="*/ 413 h 425"/>
                  <a:gd name="T22" fmla="*/ 212 w 428"/>
                  <a:gd name="T23" fmla="*/ 425 h 425"/>
                  <a:gd name="T24" fmla="*/ 227 w 428"/>
                  <a:gd name="T25" fmla="*/ 413 h 425"/>
                  <a:gd name="T26" fmla="*/ 408 w 428"/>
                  <a:gd name="T27" fmla="*/ 266 h 425"/>
                  <a:gd name="T28" fmla="*/ 428 w 428"/>
                  <a:gd name="T29" fmla="*/ 251 h 425"/>
                  <a:gd name="T30" fmla="*/ 411 w 428"/>
                  <a:gd name="T31" fmla="*/ 232 h 425"/>
                  <a:gd name="T32" fmla="*/ 230 w 428"/>
                  <a:gd name="T33" fmla="*/ 22 h 425"/>
                  <a:gd name="T34" fmla="*/ 212 w 428"/>
                  <a:gd name="T35" fmla="*/ 0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8" h="425">
                    <a:moveTo>
                      <a:pt x="212" y="37"/>
                    </a:moveTo>
                    <a:cubicBezTo>
                      <a:pt x="393" y="247"/>
                      <a:pt x="393" y="247"/>
                      <a:pt x="393" y="247"/>
                    </a:cubicBezTo>
                    <a:cubicBezTo>
                      <a:pt x="393" y="247"/>
                      <a:pt x="393" y="247"/>
                      <a:pt x="212" y="394"/>
                    </a:cubicBezTo>
                    <a:cubicBezTo>
                      <a:pt x="212" y="394"/>
                      <a:pt x="212" y="394"/>
                      <a:pt x="34" y="247"/>
                    </a:cubicBezTo>
                    <a:cubicBezTo>
                      <a:pt x="34" y="247"/>
                      <a:pt x="34" y="247"/>
                      <a:pt x="212" y="37"/>
                    </a:cubicBezTo>
                    <a:moveTo>
                      <a:pt x="212" y="0"/>
                    </a:moveTo>
                    <a:cubicBezTo>
                      <a:pt x="194" y="22"/>
                      <a:pt x="194" y="22"/>
                      <a:pt x="194" y="22"/>
                    </a:cubicBezTo>
                    <a:cubicBezTo>
                      <a:pt x="16" y="232"/>
                      <a:pt x="16" y="232"/>
                      <a:pt x="16" y="232"/>
                    </a:cubicBezTo>
                    <a:cubicBezTo>
                      <a:pt x="0" y="250"/>
                      <a:pt x="0" y="250"/>
                      <a:pt x="0" y="250"/>
                    </a:cubicBezTo>
                    <a:cubicBezTo>
                      <a:pt x="19" y="266"/>
                      <a:pt x="19" y="266"/>
                      <a:pt x="19" y="266"/>
                    </a:cubicBezTo>
                    <a:cubicBezTo>
                      <a:pt x="197" y="413"/>
                      <a:pt x="197" y="413"/>
                      <a:pt x="197" y="413"/>
                    </a:cubicBezTo>
                    <a:cubicBezTo>
                      <a:pt x="212" y="425"/>
                      <a:pt x="212" y="425"/>
                      <a:pt x="212" y="425"/>
                    </a:cubicBezTo>
                    <a:cubicBezTo>
                      <a:pt x="227" y="413"/>
                      <a:pt x="227" y="413"/>
                      <a:pt x="227" y="413"/>
                    </a:cubicBezTo>
                    <a:cubicBezTo>
                      <a:pt x="408" y="266"/>
                      <a:pt x="408" y="266"/>
                      <a:pt x="408" y="266"/>
                    </a:cubicBezTo>
                    <a:cubicBezTo>
                      <a:pt x="428" y="251"/>
                      <a:pt x="428" y="251"/>
                      <a:pt x="428" y="251"/>
                    </a:cubicBezTo>
                    <a:cubicBezTo>
                      <a:pt x="411" y="232"/>
                      <a:pt x="411" y="232"/>
                      <a:pt x="411" y="232"/>
                    </a:cubicBezTo>
                    <a:cubicBezTo>
                      <a:pt x="230" y="22"/>
                      <a:pt x="230" y="22"/>
                      <a:pt x="230" y="22"/>
                    </a:cubicBezTo>
                    <a:cubicBezTo>
                      <a:pt x="212" y="0"/>
                      <a:pt x="212" y="0"/>
                      <a:pt x="2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67">
                  <a:defRPr/>
                </a:pPr>
                <a:endParaRPr lang="en-US" sz="1765" dirty="0">
                  <a:solidFill>
                    <a:srgbClr val="505050"/>
                  </a:solidFill>
                  <a:latin typeface="Segoe UI"/>
                </a:endParaRPr>
              </a:p>
            </p:txBody>
          </p:sp>
          <p:sp>
            <p:nvSpPr>
              <p:cNvPr id="300" name="Freeform 10">
                <a:extLst>
                  <a:ext uri="{FF2B5EF4-FFF2-40B4-BE49-F238E27FC236}">
                    <a16:creationId xmlns:a16="http://schemas.microsoft.com/office/drawing/2014/main" id="{BF72D4AD-3255-45C8-BCB1-0C13F7A28AB4}"/>
                  </a:ext>
                </a:extLst>
              </p:cNvPr>
              <p:cNvSpPr>
                <a:spLocks noEditPoints="1"/>
              </p:cNvSpPr>
              <p:nvPr/>
            </p:nvSpPr>
            <p:spPr bwMode="auto">
              <a:xfrm>
                <a:off x="6069013" y="1738313"/>
                <a:ext cx="738188" cy="1341438"/>
              </a:xfrm>
              <a:custGeom>
                <a:avLst/>
                <a:gdLst>
                  <a:gd name="T0" fmla="*/ 115 w 125"/>
                  <a:gd name="T1" fmla="*/ 60 h 227"/>
                  <a:gd name="T2" fmla="*/ 55 w 125"/>
                  <a:gd name="T3" fmla="*/ 117 h 227"/>
                  <a:gd name="T4" fmla="*/ 57 w 125"/>
                  <a:gd name="T5" fmla="*/ 129 h 227"/>
                  <a:gd name="T6" fmla="*/ 56 w 125"/>
                  <a:gd name="T7" fmla="*/ 136 h 227"/>
                  <a:gd name="T8" fmla="*/ 117 w 125"/>
                  <a:gd name="T9" fmla="*/ 170 h 227"/>
                  <a:gd name="T10" fmla="*/ 117 w 125"/>
                  <a:gd name="T11" fmla="*/ 60 h 227"/>
                  <a:gd name="T12" fmla="*/ 115 w 125"/>
                  <a:gd name="T13" fmla="*/ 60 h 227"/>
                  <a:gd name="T14" fmla="*/ 49 w 125"/>
                  <a:gd name="T15" fmla="*/ 149 h 227"/>
                  <a:gd name="T16" fmla="*/ 29 w 125"/>
                  <a:gd name="T17" fmla="*/ 158 h 227"/>
                  <a:gd name="T18" fmla="*/ 0 w 125"/>
                  <a:gd name="T19" fmla="*/ 129 h 227"/>
                  <a:gd name="T20" fmla="*/ 29 w 125"/>
                  <a:gd name="T21" fmla="*/ 100 h 227"/>
                  <a:gd name="T22" fmla="*/ 43 w 125"/>
                  <a:gd name="T23" fmla="*/ 104 h 227"/>
                  <a:gd name="T24" fmla="*/ 101 w 125"/>
                  <a:gd name="T25" fmla="*/ 49 h 227"/>
                  <a:gd name="T26" fmla="*/ 96 w 125"/>
                  <a:gd name="T27" fmla="*/ 31 h 227"/>
                  <a:gd name="T28" fmla="*/ 125 w 125"/>
                  <a:gd name="T29" fmla="*/ 0 h 227"/>
                  <a:gd name="T30" fmla="*/ 125 w 125"/>
                  <a:gd name="T31" fmla="*/ 227 h 227"/>
                  <a:gd name="T32" fmla="*/ 99 w 125"/>
                  <a:gd name="T33" fmla="*/ 198 h 227"/>
                  <a:gd name="T34" fmla="*/ 105 w 125"/>
                  <a:gd name="T35" fmla="*/ 181 h 227"/>
                  <a:gd name="T36" fmla="*/ 49 w 125"/>
                  <a:gd name="T37" fmla="*/ 149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5" h="227">
                    <a:moveTo>
                      <a:pt x="115" y="60"/>
                    </a:moveTo>
                    <a:cubicBezTo>
                      <a:pt x="55" y="117"/>
                      <a:pt x="55" y="117"/>
                      <a:pt x="55" y="117"/>
                    </a:cubicBezTo>
                    <a:cubicBezTo>
                      <a:pt x="56" y="121"/>
                      <a:pt x="57" y="125"/>
                      <a:pt x="57" y="129"/>
                    </a:cubicBezTo>
                    <a:cubicBezTo>
                      <a:pt x="57" y="131"/>
                      <a:pt x="57" y="134"/>
                      <a:pt x="56" y="136"/>
                    </a:cubicBezTo>
                    <a:cubicBezTo>
                      <a:pt x="117" y="170"/>
                      <a:pt x="117" y="170"/>
                      <a:pt x="117" y="170"/>
                    </a:cubicBezTo>
                    <a:cubicBezTo>
                      <a:pt x="117" y="60"/>
                      <a:pt x="117" y="60"/>
                      <a:pt x="117" y="60"/>
                    </a:cubicBezTo>
                    <a:cubicBezTo>
                      <a:pt x="116" y="60"/>
                      <a:pt x="116" y="60"/>
                      <a:pt x="115" y="60"/>
                    </a:cubicBezTo>
                    <a:close/>
                    <a:moveTo>
                      <a:pt x="49" y="149"/>
                    </a:moveTo>
                    <a:cubicBezTo>
                      <a:pt x="43" y="154"/>
                      <a:pt x="36" y="158"/>
                      <a:pt x="29" y="158"/>
                    </a:cubicBezTo>
                    <a:cubicBezTo>
                      <a:pt x="13" y="158"/>
                      <a:pt x="0" y="145"/>
                      <a:pt x="0" y="129"/>
                    </a:cubicBezTo>
                    <a:cubicBezTo>
                      <a:pt x="0" y="112"/>
                      <a:pt x="13" y="100"/>
                      <a:pt x="29" y="100"/>
                    </a:cubicBezTo>
                    <a:cubicBezTo>
                      <a:pt x="34" y="100"/>
                      <a:pt x="39" y="101"/>
                      <a:pt x="43" y="104"/>
                    </a:cubicBezTo>
                    <a:cubicBezTo>
                      <a:pt x="101" y="49"/>
                      <a:pt x="101" y="49"/>
                      <a:pt x="101" y="49"/>
                    </a:cubicBezTo>
                    <a:cubicBezTo>
                      <a:pt x="98" y="44"/>
                      <a:pt x="96" y="38"/>
                      <a:pt x="96" y="31"/>
                    </a:cubicBezTo>
                    <a:cubicBezTo>
                      <a:pt x="96" y="14"/>
                      <a:pt x="109" y="1"/>
                      <a:pt x="125" y="0"/>
                    </a:cubicBezTo>
                    <a:cubicBezTo>
                      <a:pt x="125" y="227"/>
                      <a:pt x="125" y="227"/>
                      <a:pt x="125" y="227"/>
                    </a:cubicBezTo>
                    <a:cubicBezTo>
                      <a:pt x="110" y="226"/>
                      <a:pt x="99" y="213"/>
                      <a:pt x="99" y="198"/>
                    </a:cubicBezTo>
                    <a:cubicBezTo>
                      <a:pt x="99" y="191"/>
                      <a:pt x="101" y="185"/>
                      <a:pt x="105" y="181"/>
                    </a:cubicBezTo>
                    <a:cubicBezTo>
                      <a:pt x="49" y="149"/>
                      <a:pt x="49" y="149"/>
                      <a:pt x="49" y="149"/>
                    </a:cubicBez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301" name="Freeform 12">
                <a:extLst>
                  <a:ext uri="{FF2B5EF4-FFF2-40B4-BE49-F238E27FC236}">
                    <a16:creationId xmlns:a16="http://schemas.microsoft.com/office/drawing/2014/main" id="{010DC48F-59BA-45E7-94D2-E00A496F65E2}"/>
                  </a:ext>
                </a:extLst>
              </p:cNvPr>
              <p:cNvSpPr>
                <a:spLocks noEditPoints="1"/>
              </p:cNvSpPr>
              <p:nvPr/>
            </p:nvSpPr>
            <p:spPr bwMode="auto">
              <a:xfrm>
                <a:off x="6807201" y="1738313"/>
                <a:ext cx="744538" cy="1341438"/>
              </a:xfrm>
              <a:custGeom>
                <a:avLst/>
                <a:gdLst>
                  <a:gd name="T0" fmla="*/ 7 w 126"/>
                  <a:gd name="T1" fmla="*/ 62 h 227"/>
                  <a:gd name="T2" fmla="*/ 7 w 126"/>
                  <a:gd name="T3" fmla="*/ 170 h 227"/>
                  <a:gd name="T4" fmla="*/ 8 w 126"/>
                  <a:gd name="T5" fmla="*/ 170 h 227"/>
                  <a:gd name="T6" fmla="*/ 68 w 126"/>
                  <a:gd name="T7" fmla="*/ 131 h 227"/>
                  <a:gd name="T8" fmla="*/ 68 w 126"/>
                  <a:gd name="T9" fmla="*/ 129 h 227"/>
                  <a:gd name="T10" fmla="*/ 69 w 126"/>
                  <a:gd name="T11" fmla="*/ 122 h 227"/>
                  <a:gd name="T12" fmla="*/ 17 w 126"/>
                  <a:gd name="T13" fmla="*/ 58 h 227"/>
                  <a:gd name="T14" fmla="*/ 7 w 126"/>
                  <a:gd name="T15" fmla="*/ 62 h 227"/>
                  <a:gd name="T16" fmla="*/ 31 w 126"/>
                  <a:gd name="T17" fmla="*/ 198 h 227"/>
                  <a:gd name="T18" fmla="*/ 2 w 126"/>
                  <a:gd name="T19" fmla="*/ 227 h 227"/>
                  <a:gd name="T20" fmla="*/ 0 w 126"/>
                  <a:gd name="T21" fmla="*/ 227 h 227"/>
                  <a:gd name="T22" fmla="*/ 0 w 126"/>
                  <a:gd name="T23" fmla="*/ 0 h 227"/>
                  <a:gd name="T24" fmla="*/ 2 w 126"/>
                  <a:gd name="T25" fmla="*/ 0 h 227"/>
                  <a:gd name="T26" fmla="*/ 34 w 126"/>
                  <a:gd name="T27" fmla="*/ 31 h 227"/>
                  <a:gd name="T28" fmla="*/ 30 w 126"/>
                  <a:gd name="T29" fmla="*/ 46 h 227"/>
                  <a:gd name="T30" fmla="*/ 79 w 126"/>
                  <a:gd name="T31" fmla="*/ 107 h 227"/>
                  <a:gd name="T32" fmla="*/ 97 w 126"/>
                  <a:gd name="T33" fmla="*/ 100 h 227"/>
                  <a:gd name="T34" fmla="*/ 126 w 126"/>
                  <a:gd name="T35" fmla="*/ 129 h 227"/>
                  <a:gd name="T36" fmla="*/ 97 w 126"/>
                  <a:gd name="T37" fmla="*/ 158 h 227"/>
                  <a:gd name="T38" fmla="*/ 76 w 126"/>
                  <a:gd name="T39" fmla="*/ 148 h 227"/>
                  <a:gd name="T40" fmla="*/ 26 w 126"/>
                  <a:gd name="T41" fmla="*/ 181 h 227"/>
                  <a:gd name="T42" fmla="*/ 31 w 126"/>
                  <a:gd name="T43" fmla="*/ 198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6" h="227">
                    <a:moveTo>
                      <a:pt x="7" y="62"/>
                    </a:moveTo>
                    <a:cubicBezTo>
                      <a:pt x="7" y="170"/>
                      <a:pt x="7" y="170"/>
                      <a:pt x="7" y="170"/>
                    </a:cubicBezTo>
                    <a:cubicBezTo>
                      <a:pt x="7" y="170"/>
                      <a:pt x="8" y="170"/>
                      <a:pt x="8" y="170"/>
                    </a:cubicBezTo>
                    <a:cubicBezTo>
                      <a:pt x="68" y="131"/>
                      <a:pt x="68" y="131"/>
                      <a:pt x="68" y="131"/>
                    </a:cubicBezTo>
                    <a:cubicBezTo>
                      <a:pt x="68" y="130"/>
                      <a:pt x="68" y="129"/>
                      <a:pt x="68" y="129"/>
                    </a:cubicBezTo>
                    <a:cubicBezTo>
                      <a:pt x="68" y="127"/>
                      <a:pt x="69" y="125"/>
                      <a:pt x="69" y="122"/>
                    </a:cubicBezTo>
                    <a:cubicBezTo>
                      <a:pt x="17" y="58"/>
                      <a:pt x="17" y="58"/>
                      <a:pt x="17" y="58"/>
                    </a:cubicBezTo>
                    <a:cubicBezTo>
                      <a:pt x="14" y="60"/>
                      <a:pt x="10" y="61"/>
                      <a:pt x="7" y="62"/>
                    </a:cubicBezTo>
                    <a:close/>
                    <a:moveTo>
                      <a:pt x="31" y="198"/>
                    </a:moveTo>
                    <a:cubicBezTo>
                      <a:pt x="31" y="214"/>
                      <a:pt x="18" y="227"/>
                      <a:pt x="2" y="227"/>
                    </a:cubicBezTo>
                    <a:cubicBezTo>
                      <a:pt x="1" y="227"/>
                      <a:pt x="1" y="227"/>
                      <a:pt x="0" y="227"/>
                    </a:cubicBezTo>
                    <a:cubicBezTo>
                      <a:pt x="0" y="0"/>
                      <a:pt x="0" y="0"/>
                      <a:pt x="0" y="0"/>
                    </a:cubicBezTo>
                    <a:cubicBezTo>
                      <a:pt x="1" y="0"/>
                      <a:pt x="1" y="0"/>
                      <a:pt x="2" y="0"/>
                    </a:cubicBezTo>
                    <a:cubicBezTo>
                      <a:pt x="19" y="0"/>
                      <a:pt x="34" y="14"/>
                      <a:pt x="34" y="31"/>
                    </a:cubicBezTo>
                    <a:cubicBezTo>
                      <a:pt x="34" y="36"/>
                      <a:pt x="32" y="41"/>
                      <a:pt x="30" y="46"/>
                    </a:cubicBezTo>
                    <a:cubicBezTo>
                      <a:pt x="79" y="107"/>
                      <a:pt x="79" y="107"/>
                      <a:pt x="79" y="107"/>
                    </a:cubicBezTo>
                    <a:cubicBezTo>
                      <a:pt x="84" y="102"/>
                      <a:pt x="90" y="100"/>
                      <a:pt x="97" y="100"/>
                    </a:cubicBezTo>
                    <a:cubicBezTo>
                      <a:pt x="113" y="100"/>
                      <a:pt x="126" y="112"/>
                      <a:pt x="126" y="129"/>
                    </a:cubicBezTo>
                    <a:cubicBezTo>
                      <a:pt x="126" y="145"/>
                      <a:pt x="113" y="158"/>
                      <a:pt x="97" y="158"/>
                    </a:cubicBezTo>
                    <a:cubicBezTo>
                      <a:pt x="89" y="158"/>
                      <a:pt x="81" y="154"/>
                      <a:pt x="76" y="148"/>
                    </a:cubicBezTo>
                    <a:cubicBezTo>
                      <a:pt x="26" y="181"/>
                      <a:pt x="26" y="181"/>
                      <a:pt x="26" y="181"/>
                    </a:cubicBezTo>
                    <a:cubicBezTo>
                      <a:pt x="29" y="186"/>
                      <a:pt x="31" y="192"/>
                      <a:pt x="31" y="198"/>
                    </a:cubicBezTo>
                    <a:close/>
                  </a:path>
                </a:pathLst>
              </a:custGeom>
              <a:grpFill/>
              <a:ln>
                <a:noFill/>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grpSp>
        <p:grpSp>
          <p:nvGrpSpPr>
            <p:cNvPr id="276" name="Group 275">
              <a:extLst>
                <a:ext uri="{FF2B5EF4-FFF2-40B4-BE49-F238E27FC236}">
                  <a16:creationId xmlns:a16="http://schemas.microsoft.com/office/drawing/2014/main" id="{260168AF-F174-478E-BEF0-A064A6162860}"/>
                </a:ext>
              </a:extLst>
            </p:cNvPr>
            <p:cNvGrpSpPr/>
            <p:nvPr/>
          </p:nvGrpSpPr>
          <p:grpSpPr>
            <a:xfrm>
              <a:off x="1513722" y="4404761"/>
              <a:ext cx="453918" cy="305896"/>
              <a:chOff x="7146929" y="5186363"/>
              <a:chExt cx="2925764" cy="1971675"/>
            </a:xfrm>
            <a:solidFill>
              <a:schemeClr val="tx2"/>
            </a:solidFill>
          </p:grpSpPr>
          <p:sp>
            <p:nvSpPr>
              <p:cNvPr id="277" name="Freeform 16">
                <a:extLst>
                  <a:ext uri="{FF2B5EF4-FFF2-40B4-BE49-F238E27FC236}">
                    <a16:creationId xmlns:a16="http://schemas.microsoft.com/office/drawing/2014/main" id="{11B8E081-40A3-44C5-8F0E-B333662E875D}"/>
                  </a:ext>
                </a:extLst>
              </p:cNvPr>
              <p:cNvSpPr>
                <a:spLocks/>
              </p:cNvSpPr>
              <p:nvPr/>
            </p:nvSpPr>
            <p:spPr bwMode="auto">
              <a:xfrm>
                <a:off x="7146929" y="5187951"/>
                <a:ext cx="2925764" cy="1968499"/>
              </a:xfrm>
              <a:custGeom>
                <a:avLst/>
                <a:gdLst>
                  <a:gd name="T0" fmla="*/ 0 w 1843"/>
                  <a:gd name="T1" fmla="*/ 1067 h 1240"/>
                  <a:gd name="T2" fmla="*/ 926 w 1843"/>
                  <a:gd name="T3" fmla="*/ 0 h 1240"/>
                  <a:gd name="T4" fmla="*/ 1843 w 1843"/>
                  <a:gd name="T5" fmla="*/ 1067 h 1240"/>
                  <a:gd name="T6" fmla="*/ 921 w 1843"/>
                  <a:gd name="T7" fmla="*/ 1240 h 1240"/>
                  <a:gd name="T8" fmla="*/ 0 w 1843"/>
                  <a:gd name="T9" fmla="*/ 1067 h 1240"/>
                </a:gdLst>
                <a:ahLst/>
                <a:cxnLst>
                  <a:cxn ang="0">
                    <a:pos x="T0" y="T1"/>
                  </a:cxn>
                  <a:cxn ang="0">
                    <a:pos x="T2" y="T3"/>
                  </a:cxn>
                  <a:cxn ang="0">
                    <a:pos x="T4" y="T5"/>
                  </a:cxn>
                  <a:cxn ang="0">
                    <a:pos x="T6" y="T7"/>
                  </a:cxn>
                  <a:cxn ang="0">
                    <a:pos x="T8" y="T9"/>
                  </a:cxn>
                </a:cxnLst>
                <a:rect l="0" t="0" r="r" b="b"/>
                <a:pathLst>
                  <a:path w="1843" h="1240">
                    <a:moveTo>
                      <a:pt x="0" y="1067"/>
                    </a:moveTo>
                    <a:lnTo>
                      <a:pt x="926" y="0"/>
                    </a:lnTo>
                    <a:lnTo>
                      <a:pt x="1843" y="1067"/>
                    </a:lnTo>
                    <a:lnTo>
                      <a:pt x="921" y="1240"/>
                    </a:lnTo>
                    <a:lnTo>
                      <a:pt x="0" y="1067"/>
                    </a:lnTo>
                    <a:close/>
                  </a:path>
                </a:pathLst>
              </a:custGeom>
              <a:noFill/>
              <a:ln w="12700" cap="rnd">
                <a:solidFill>
                  <a:schemeClr val="accent1"/>
                </a:solidFill>
                <a:prstDash val="solid"/>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78" name="Line 17">
                <a:extLst>
                  <a:ext uri="{FF2B5EF4-FFF2-40B4-BE49-F238E27FC236}">
                    <a16:creationId xmlns:a16="http://schemas.microsoft.com/office/drawing/2014/main" id="{9F79D36C-0FCF-49CF-923E-B8F73F51EC50}"/>
                  </a:ext>
                </a:extLst>
              </p:cNvPr>
              <p:cNvSpPr>
                <a:spLocks noChangeShapeType="1"/>
              </p:cNvSpPr>
              <p:nvPr/>
            </p:nvSpPr>
            <p:spPr bwMode="auto">
              <a:xfrm>
                <a:off x="8612188" y="5186363"/>
                <a:ext cx="0" cy="1971675"/>
              </a:xfrm>
              <a:prstGeom prst="line">
                <a:avLst/>
              </a:prstGeom>
              <a:grpFill/>
              <a:ln w="12700" cap="rnd">
                <a:solidFill>
                  <a:schemeClr val="accent1"/>
                </a:solidFill>
                <a:prstDash val="solid"/>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79" name="Freeform 18">
                <a:extLst>
                  <a:ext uri="{FF2B5EF4-FFF2-40B4-BE49-F238E27FC236}">
                    <a16:creationId xmlns:a16="http://schemas.microsoft.com/office/drawing/2014/main" id="{5B030077-3771-45F3-8D53-1BD63AC88799}"/>
                  </a:ext>
                </a:extLst>
              </p:cNvPr>
              <p:cNvSpPr>
                <a:spLocks/>
              </p:cNvSpPr>
              <p:nvPr/>
            </p:nvSpPr>
            <p:spPr bwMode="auto">
              <a:xfrm>
                <a:off x="8378826" y="5805488"/>
                <a:ext cx="414338" cy="954088"/>
              </a:xfrm>
              <a:custGeom>
                <a:avLst/>
                <a:gdLst>
                  <a:gd name="T0" fmla="*/ 192 w 192"/>
                  <a:gd name="T1" fmla="*/ 1 h 442"/>
                  <a:gd name="T2" fmla="*/ 0 w 192"/>
                  <a:gd name="T3" fmla="*/ 0 h 442"/>
                  <a:gd name="T4" fmla="*/ 0 w 192"/>
                  <a:gd name="T5" fmla="*/ 442 h 442"/>
                </a:gdLst>
                <a:ahLst/>
                <a:cxnLst>
                  <a:cxn ang="0">
                    <a:pos x="T0" y="T1"/>
                  </a:cxn>
                  <a:cxn ang="0">
                    <a:pos x="T2" y="T3"/>
                  </a:cxn>
                  <a:cxn ang="0">
                    <a:pos x="T4" y="T5"/>
                  </a:cxn>
                </a:cxnLst>
                <a:rect l="0" t="0" r="r" b="b"/>
                <a:pathLst>
                  <a:path w="192" h="442">
                    <a:moveTo>
                      <a:pt x="192" y="1"/>
                    </a:moveTo>
                    <a:cubicBezTo>
                      <a:pt x="80" y="109"/>
                      <a:pt x="0" y="0"/>
                      <a:pt x="0" y="0"/>
                    </a:cubicBezTo>
                    <a:cubicBezTo>
                      <a:pt x="0" y="442"/>
                      <a:pt x="0" y="442"/>
                      <a:pt x="0" y="442"/>
                    </a:cubicBezTo>
                  </a:path>
                </a:pathLst>
              </a:custGeom>
              <a:noFill/>
              <a:ln w="12700" cap="rnd">
                <a:solidFill>
                  <a:schemeClr val="accent1"/>
                </a:solidFill>
                <a:prstDash val="solid"/>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80" name="Line 19">
                <a:extLst>
                  <a:ext uri="{FF2B5EF4-FFF2-40B4-BE49-F238E27FC236}">
                    <a16:creationId xmlns:a16="http://schemas.microsoft.com/office/drawing/2014/main" id="{82F8EE1D-22A4-46D6-8D83-B67586C52C68}"/>
                  </a:ext>
                </a:extLst>
              </p:cNvPr>
              <p:cNvSpPr>
                <a:spLocks noChangeShapeType="1"/>
              </p:cNvSpPr>
              <p:nvPr/>
            </p:nvSpPr>
            <p:spPr bwMode="auto">
              <a:xfrm>
                <a:off x="8888413" y="5805488"/>
                <a:ext cx="742950" cy="828675"/>
              </a:xfrm>
              <a:prstGeom prst="line">
                <a:avLst/>
              </a:prstGeom>
              <a:grpFill/>
              <a:ln w="12700" cap="rnd">
                <a:solidFill>
                  <a:schemeClr val="accent1"/>
                </a:solidFill>
                <a:prstDash val="solid"/>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81" name="Line 20">
                <a:extLst>
                  <a:ext uri="{FF2B5EF4-FFF2-40B4-BE49-F238E27FC236}">
                    <a16:creationId xmlns:a16="http://schemas.microsoft.com/office/drawing/2014/main" id="{5647BA0B-8DE7-469C-A6F2-FE38C1B67B7E}"/>
                  </a:ext>
                </a:extLst>
              </p:cNvPr>
              <p:cNvSpPr>
                <a:spLocks noChangeShapeType="1"/>
              </p:cNvSpPr>
              <p:nvPr/>
            </p:nvSpPr>
            <p:spPr bwMode="auto">
              <a:xfrm>
                <a:off x="8836026" y="5843588"/>
                <a:ext cx="0" cy="900113"/>
              </a:xfrm>
              <a:prstGeom prst="line">
                <a:avLst/>
              </a:prstGeom>
              <a:grpFill/>
              <a:ln w="12700" cap="rnd">
                <a:solidFill>
                  <a:schemeClr val="accent1"/>
                </a:solidFill>
                <a:prstDash val="solid"/>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82" name="Line 21">
                <a:extLst>
                  <a:ext uri="{FF2B5EF4-FFF2-40B4-BE49-F238E27FC236}">
                    <a16:creationId xmlns:a16="http://schemas.microsoft.com/office/drawing/2014/main" id="{FEB29930-E028-4AF7-B810-09944ADCC9D5}"/>
                  </a:ext>
                </a:extLst>
              </p:cNvPr>
              <p:cNvSpPr>
                <a:spLocks noChangeShapeType="1"/>
              </p:cNvSpPr>
              <p:nvPr/>
            </p:nvSpPr>
            <p:spPr bwMode="auto">
              <a:xfrm flipV="1">
                <a:off x="7604126" y="5805488"/>
                <a:ext cx="752475" cy="828675"/>
              </a:xfrm>
              <a:prstGeom prst="line">
                <a:avLst/>
              </a:prstGeom>
              <a:grpFill/>
              <a:ln w="12700" cap="rnd">
                <a:solidFill>
                  <a:schemeClr val="accent1"/>
                </a:solidFill>
                <a:prstDash val="solid"/>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83" name="Line 22">
                <a:extLst>
                  <a:ext uri="{FF2B5EF4-FFF2-40B4-BE49-F238E27FC236}">
                    <a16:creationId xmlns:a16="http://schemas.microsoft.com/office/drawing/2014/main" id="{016E300E-8D2E-45D9-81C6-D851157A0E00}"/>
                  </a:ext>
                </a:extLst>
              </p:cNvPr>
              <p:cNvSpPr>
                <a:spLocks noChangeShapeType="1"/>
              </p:cNvSpPr>
              <p:nvPr/>
            </p:nvSpPr>
            <p:spPr bwMode="auto">
              <a:xfrm flipV="1">
                <a:off x="8027988" y="6249988"/>
                <a:ext cx="303213" cy="384175"/>
              </a:xfrm>
              <a:prstGeom prst="line">
                <a:avLst/>
              </a:prstGeom>
              <a:grpFill/>
              <a:ln w="12700" cap="rnd">
                <a:solidFill>
                  <a:schemeClr val="accent1"/>
                </a:solidFill>
                <a:prstDash val="solid"/>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84" name="Line 23">
                <a:extLst>
                  <a:ext uri="{FF2B5EF4-FFF2-40B4-BE49-F238E27FC236}">
                    <a16:creationId xmlns:a16="http://schemas.microsoft.com/office/drawing/2014/main" id="{2F24AE26-DC92-4F0E-8FB7-16FF31E7D421}"/>
                  </a:ext>
                </a:extLst>
              </p:cNvPr>
              <p:cNvSpPr>
                <a:spLocks noChangeShapeType="1"/>
              </p:cNvSpPr>
              <p:nvPr/>
            </p:nvSpPr>
            <p:spPr bwMode="auto">
              <a:xfrm>
                <a:off x="8888413" y="6249988"/>
                <a:ext cx="346075" cy="441325"/>
              </a:xfrm>
              <a:prstGeom prst="line">
                <a:avLst/>
              </a:prstGeom>
              <a:grpFill/>
              <a:ln w="12700" cap="rnd">
                <a:solidFill>
                  <a:schemeClr val="accent1"/>
                </a:solidFill>
                <a:prstDash val="solid"/>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85" name="Freeform 24">
                <a:extLst>
                  <a:ext uri="{FF2B5EF4-FFF2-40B4-BE49-F238E27FC236}">
                    <a16:creationId xmlns:a16="http://schemas.microsoft.com/office/drawing/2014/main" id="{50795FE8-87FE-4551-9022-9FEA19ADCE74}"/>
                  </a:ext>
                </a:extLst>
              </p:cNvPr>
              <p:cNvSpPr>
                <a:spLocks/>
              </p:cNvSpPr>
              <p:nvPr/>
            </p:nvSpPr>
            <p:spPr bwMode="auto">
              <a:xfrm>
                <a:off x="8413751" y="6254751"/>
                <a:ext cx="203200" cy="384175"/>
              </a:xfrm>
              <a:custGeom>
                <a:avLst/>
                <a:gdLst>
                  <a:gd name="T0" fmla="*/ 8 w 94"/>
                  <a:gd name="T1" fmla="*/ 0 h 178"/>
                  <a:gd name="T2" fmla="*/ 94 w 94"/>
                  <a:gd name="T3" fmla="*/ 178 h 178"/>
                  <a:gd name="T4" fmla="*/ 8 w 94"/>
                  <a:gd name="T5" fmla="*/ 178 h 178"/>
                </a:gdLst>
                <a:ahLst/>
                <a:cxnLst>
                  <a:cxn ang="0">
                    <a:pos x="T0" y="T1"/>
                  </a:cxn>
                  <a:cxn ang="0">
                    <a:pos x="T2" y="T3"/>
                  </a:cxn>
                  <a:cxn ang="0">
                    <a:pos x="T4" y="T5"/>
                  </a:cxn>
                </a:cxnLst>
                <a:rect l="0" t="0" r="r" b="b"/>
                <a:pathLst>
                  <a:path w="94" h="178">
                    <a:moveTo>
                      <a:pt x="8" y="0"/>
                    </a:moveTo>
                    <a:cubicBezTo>
                      <a:pt x="8" y="0"/>
                      <a:pt x="0" y="150"/>
                      <a:pt x="94" y="178"/>
                    </a:cubicBezTo>
                    <a:cubicBezTo>
                      <a:pt x="8" y="178"/>
                      <a:pt x="8" y="178"/>
                      <a:pt x="8" y="178"/>
                    </a:cubicBezTo>
                  </a:path>
                </a:pathLst>
              </a:custGeom>
              <a:solidFill>
                <a:srgbClr val="FFFFFF"/>
              </a:solidFill>
              <a:ln w="12700" cap="rnd">
                <a:solidFill>
                  <a:schemeClr val="accent1"/>
                </a:solidFill>
                <a:prstDash val="solid"/>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86" name="Freeform 25">
                <a:extLst>
                  <a:ext uri="{FF2B5EF4-FFF2-40B4-BE49-F238E27FC236}">
                    <a16:creationId xmlns:a16="http://schemas.microsoft.com/office/drawing/2014/main" id="{495EE124-04CF-4482-B566-28463537C2E6}"/>
                  </a:ext>
                </a:extLst>
              </p:cNvPr>
              <p:cNvSpPr>
                <a:spLocks/>
              </p:cNvSpPr>
              <p:nvPr/>
            </p:nvSpPr>
            <p:spPr bwMode="auto">
              <a:xfrm>
                <a:off x="8616951" y="6286501"/>
                <a:ext cx="198438" cy="352425"/>
              </a:xfrm>
              <a:custGeom>
                <a:avLst/>
                <a:gdLst>
                  <a:gd name="T0" fmla="*/ 76 w 92"/>
                  <a:gd name="T1" fmla="*/ 0 h 163"/>
                  <a:gd name="T2" fmla="*/ 0 w 92"/>
                  <a:gd name="T3" fmla="*/ 163 h 163"/>
                  <a:gd name="T4" fmla="*/ 78 w 92"/>
                  <a:gd name="T5" fmla="*/ 163 h 163"/>
                </a:gdLst>
                <a:ahLst/>
                <a:cxnLst>
                  <a:cxn ang="0">
                    <a:pos x="T0" y="T1"/>
                  </a:cxn>
                  <a:cxn ang="0">
                    <a:pos x="T2" y="T3"/>
                  </a:cxn>
                  <a:cxn ang="0">
                    <a:pos x="T4" y="T5"/>
                  </a:cxn>
                </a:cxnLst>
                <a:rect l="0" t="0" r="r" b="b"/>
                <a:pathLst>
                  <a:path w="92" h="163">
                    <a:moveTo>
                      <a:pt x="76" y="0"/>
                    </a:moveTo>
                    <a:cubicBezTo>
                      <a:pt x="76" y="0"/>
                      <a:pt x="92" y="107"/>
                      <a:pt x="0" y="163"/>
                    </a:cubicBezTo>
                    <a:cubicBezTo>
                      <a:pt x="78" y="163"/>
                      <a:pt x="78" y="163"/>
                      <a:pt x="78" y="163"/>
                    </a:cubicBezTo>
                  </a:path>
                </a:pathLst>
              </a:custGeom>
              <a:solidFill>
                <a:srgbClr val="FFFFFF"/>
              </a:solidFill>
              <a:ln w="12700" cap="rnd">
                <a:solidFill>
                  <a:schemeClr val="accent1"/>
                </a:solidFill>
                <a:prstDash val="solid"/>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87" name="Oval 26">
                <a:extLst>
                  <a:ext uri="{FF2B5EF4-FFF2-40B4-BE49-F238E27FC236}">
                    <a16:creationId xmlns:a16="http://schemas.microsoft.com/office/drawing/2014/main" id="{50F63EF4-5226-4B27-867C-579D85B1A75F}"/>
                  </a:ext>
                </a:extLst>
              </p:cNvPr>
              <p:cNvSpPr>
                <a:spLocks noChangeArrowheads="1"/>
              </p:cNvSpPr>
              <p:nvPr/>
            </p:nvSpPr>
            <p:spPr bwMode="auto">
              <a:xfrm>
                <a:off x="8243888" y="5662613"/>
                <a:ext cx="285750" cy="284163"/>
              </a:xfrm>
              <a:prstGeom prst="ellipse">
                <a:avLst/>
              </a:prstGeom>
              <a:grpFill/>
              <a:ln w="12700">
                <a:solidFill>
                  <a:schemeClr val="accent1"/>
                </a:solidFill>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88" name="Oval 27">
                <a:extLst>
                  <a:ext uri="{FF2B5EF4-FFF2-40B4-BE49-F238E27FC236}">
                    <a16:creationId xmlns:a16="http://schemas.microsoft.com/office/drawing/2014/main" id="{1AC8C4E1-DD04-4F8E-A592-B1E5E558C59B}"/>
                  </a:ext>
                </a:extLst>
              </p:cNvPr>
              <p:cNvSpPr>
                <a:spLocks noChangeArrowheads="1"/>
              </p:cNvSpPr>
              <p:nvPr/>
            </p:nvSpPr>
            <p:spPr bwMode="auto">
              <a:xfrm>
                <a:off x="8694738" y="5662613"/>
                <a:ext cx="284163" cy="284163"/>
              </a:xfrm>
              <a:prstGeom prst="ellipse">
                <a:avLst/>
              </a:prstGeom>
              <a:grpFill/>
              <a:ln w="12700">
                <a:solidFill>
                  <a:schemeClr val="accent1"/>
                </a:solidFill>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89" name="Oval 28">
                <a:extLst>
                  <a:ext uri="{FF2B5EF4-FFF2-40B4-BE49-F238E27FC236}">
                    <a16:creationId xmlns:a16="http://schemas.microsoft.com/office/drawing/2014/main" id="{90EB76D1-2A32-441F-A406-9060D66B5AB6}"/>
                  </a:ext>
                </a:extLst>
              </p:cNvPr>
              <p:cNvSpPr>
                <a:spLocks noChangeArrowheads="1"/>
              </p:cNvSpPr>
              <p:nvPr/>
            </p:nvSpPr>
            <p:spPr bwMode="auto">
              <a:xfrm>
                <a:off x="9074151" y="6042026"/>
                <a:ext cx="285750" cy="285750"/>
              </a:xfrm>
              <a:prstGeom prst="ellipse">
                <a:avLst/>
              </a:prstGeom>
              <a:grpFill/>
              <a:ln w="12700">
                <a:solidFill>
                  <a:schemeClr val="accent1"/>
                </a:solidFill>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90" name="Oval 29">
                <a:extLst>
                  <a:ext uri="{FF2B5EF4-FFF2-40B4-BE49-F238E27FC236}">
                    <a16:creationId xmlns:a16="http://schemas.microsoft.com/office/drawing/2014/main" id="{0D677A51-C65F-4FE8-B9ED-15DD91D43314}"/>
                  </a:ext>
                </a:extLst>
              </p:cNvPr>
              <p:cNvSpPr>
                <a:spLocks noChangeArrowheads="1"/>
              </p:cNvSpPr>
              <p:nvPr/>
            </p:nvSpPr>
            <p:spPr bwMode="auto">
              <a:xfrm>
                <a:off x="8694737" y="6076949"/>
                <a:ext cx="284165" cy="285749"/>
              </a:xfrm>
              <a:prstGeom prst="ellipse">
                <a:avLst/>
              </a:prstGeom>
              <a:grpFill/>
              <a:ln w="12700">
                <a:solidFill>
                  <a:schemeClr val="accent1"/>
                </a:solidFill>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91" name="Oval 30">
                <a:extLst>
                  <a:ext uri="{FF2B5EF4-FFF2-40B4-BE49-F238E27FC236}">
                    <a16:creationId xmlns:a16="http://schemas.microsoft.com/office/drawing/2014/main" id="{2D99D203-EABC-4046-9E8F-302C94C428B1}"/>
                  </a:ext>
                </a:extLst>
              </p:cNvPr>
              <p:cNvSpPr>
                <a:spLocks noChangeArrowheads="1"/>
              </p:cNvSpPr>
              <p:nvPr/>
            </p:nvSpPr>
            <p:spPr bwMode="auto">
              <a:xfrm>
                <a:off x="8235951" y="6076951"/>
                <a:ext cx="285750" cy="285750"/>
              </a:xfrm>
              <a:prstGeom prst="ellipse">
                <a:avLst/>
              </a:prstGeom>
              <a:grpFill/>
              <a:ln w="12700">
                <a:solidFill>
                  <a:schemeClr val="accent1"/>
                </a:solidFill>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92" name="Oval 31">
                <a:extLst>
                  <a:ext uri="{FF2B5EF4-FFF2-40B4-BE49-F238E27FC236}">
                    <a16:creationId xmlns:a16="http://schemas.microsoft.com/office/drawing/2014/main" id="{B8A38980-9375-445C-A2D2-8B0F2B049B4A}"/>
                  </a:ext>
                </a:extLst>
              </p:cNvPr>
              <p:cNvSpPr>
                <a:spLocks noChangeArrowheads="1"/>
              </p:cNvSpPr>
              <p:nvPr/>
            </p:nvSpPr>
            <p:spPr bwMode="auto">
              <a:xfrm>
                <a:off x="7881938" y="6042026"/>
                <a:ext cx="284163" cy="285750"/>
              </a:xfrm>
              <a:prstGeom prst="ellipse">
                <a:avLst/>
              </a:prstGeom>
              <a:grpFill/>
              <a:ln w="12700">
                <a:solidFill>
                  <a:schemeClr val="accent1"/>
                </a:solidFill>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93" name="Oval 32">
                <a:extLst>
                  <a:ext uri="{FF2B5EF4-FFF2-40B4-BE49-F238E27FC236}">
                    <a16:creationId xmlns:a16="http://schemas.microsoft.com/office/drawing/2014/main" id="{CED79BF0-50A0-4BFD-95C4-04C86846AD4C}"/>
                  </a:ext>
                </a:extLst>
              </p:cNvPr>
              <p:cNvSpPr>
                <a:spLocks noChangeArrowheads="1"/>
              </p:cNvSpPr>
              <p:nvPr/>
            </p:nvSpPr>
            <p:spPr bwMode="auto">
              <a:xfrm>
                <a:off x="7500938" y="6475413"/>
                <a:ext cx="285750" cy="284163"/>
              </a:xfrm>
              <a:prstGeom prst="ellipse">
                <a:avLst/>
              </a:prstGeom>
              <a:grpFill/>
              <a:ln w="12700">
                <a:solidFill>
                  <a:schemeClr val="accent1"/>
                </a:solidFill>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94" name="Oval 33">
                <a:extLst>
                  <a:ext uri="{FF2B5EF4-FFF2-40B4-BE49-F238E27FC236}">
                    <a16:creationId xmlns:a16="http://schemas.microsoft.com/office/drawing/2014/main" id="{4CDA7297-9EDA-47DB-A047-C171C910D499}"/>
                  </a:ext>
                </a:extLst>
              </p:cNvPr>
              <p:cNvSpPr>
                <a:spLocks noChangeArrowheads="1"/>
              </p:cNvSpPr>
              <p:nvPr/>
            </p:nvSpPr>
            <p:spPr bwMode="auto">
              <a:xfrm>
                <a:off x="7881938" y="6518276"/>
                <a:ext cx="284163" cy="285750"/>
              </a:xfrm>
              <a:prstGeom prst="ellipse">
                <a:avLst/>
              </a:prstGeom>
              <a:grpFill/>
              <a:ln w="12700">
                <a:solidFill>
                  <a:schemeClr val="accent1"/>
                </a:solidFill>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95" name="Oval 34">
                <a:extLst>
                  <a:ext uri="{FF2B5EF4-FFF2-40B4-BE49-F238E27FC236}">
                    <a16:creationId xmlns:a16="http://schemas.microsoft.com/office/drawing/2014/main" id="{1F1EDF92-4E7B-42B7-9B1E-586BFFB8E8E5}"/>
                  </a:ext>
                </a:extLst>
              </p:cNvPr>
              <p:cNvSpPr>
                <a:spLocks noChangeArrowheads="1"/>
              </p:cNvSpPr>
              <p:nvPr/>
            </p:nvSpPr>
            <p:spPr bwMode="auto">
              <a:xfrm>
                <a:off x="8235951" y="6604001"/>
                <a:ext cx="285750" cy="285750"/>
              </a:xfrm>
              <a:prstGeom prst="ellipse">
                <a:avLst/>
              </a:prstGeom>
              <a:grpFill/>
              <a:ln w="12700">
                <a:solidFill>
                  <a:schemeClr val="accent1"/>
                </a:solidFill>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96" name="Oval 35">
                <a:extLst>
                  <a:ext uri="{FF2B5EF4-FFF2-40B4-BE49-F238E27FC236}">
                    <a16:creationId xmlns:a16="http://schemas.microsoft.com/office/drawing/2014/main" id="{865D86F8-747A-48D8-AA02-8C94C20C5902}"/>
                  </a:ext>
                </a:extLst>
              </p:cNvPr>
              <p:cNvSpPr>
                <a:spLocks noChangeArrowheads="1"/>
              </p:cNvSpPr>
              <p:nvPr/>
            </p:nvSpPr>
            <p:spPr bwMode="auto">
              <a:xfrm>
                <a:off x="8694738" y="6604001"/>
                <a:ext cx="284163" cy="285750"/>
              </a:xfrm>
              <a:prstGeom prst="ellipse">
                <a:avLst/>
              </a:prstGeom>
              <a:grpFill/>
              <a:ln w="12700">
                <a:solidFill>
                  <a:schemeClr val="accent1"/>
                </a:solidFill>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97" name="Oval 36">
                <a:extLst>
                  <a:ext uri="{FF2B5EF4-FFF2-40B4-BE49-F238E27FC236}">
                    <a16:creationId xmlns:a16="http://schemas.microsoft.com/office/drawing/2014/main" id="{631393F9-6470-404B-A4DF-8A6BD302287C}"/>
                  </a:ext>
                </a:extLst>
              </p:cNvPr>
              <p:cNvSpPr>
                <a:spLocks noChangeArrowheads="1"/>
              </p:cNvSpPr>
              <p:nvPr/>
            </p:nvSpPr>
            <p:spPr bwMode="auto">
              <a:xfrm>
                <a:off x="9074151" y="6518276"/>
                <a:ext cx="285750" cy="285750"/>
              </a:xfrm>
              <a:prstGeom prst="ellipse">
                <a:avLst/>
              </a:prstGeom>
              <a:grpFill/>
              <a:ln w="12700">
                <a:solidFill>
                  <a:schemeClr val="accent1"/>
                </a:solidFill>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sp>
            <p:nvSpPr>
              <p:cNvPr id="298" name="Oval 37">
                <a:extLst>
                  <a:ext uri="{FF2B5EF4-FFF2-40B4-BE49-F238E27FC236}">
                    <a16:creationId xmlns:a16="http://schemas.microsoft.com/office/drawing/2014/main" id="{EB5F32AE-CC1B-4BA6-B758-5406E84E7952}"/>
                  </a:ext>
                </a:extLst>
              </p:cNvPr>
              <p:cNvSpPr>
                <a:spLocks noChangeArrowheads="1"/>
              </p:cNvSpPr>
              <p:nvPr/>
            </p:nvSpPr>
            <p:spPr bwMode="auto">
              <a:xfrm>
                <a:off x="9463088" y="6475413"/>
                <a:ext cx="285750" cy="284163"/>
              </a:xfrm>
              <a:prstGeom prst="ellipse">
                <a:avLst/>
              </a:prstGeom>
              <a:grpFill/>
              <a:ln w="12700">
                <a:solidFill>
                  <a:schemeClr val="accent1"/>
                </a:solidFill>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latin typeface="Segoe UI"/>
                </a:endParaRPr>
              </a:p>
            </p:txBody>
          </p:sp>
        </p:grpSp>
      </p:grpSp>
      <p:cxnSp>
        <p:nvCxnSpPr>
          <p:cNvPr id="17" name="Straight Connector 16">
            <a:extLst>
              <a:ext uri="{FF2B5EF4-FFF2-40B4-BE49-F238E27FC236}">
                <a16:creationId xmlns:a16="http://schemas.microsoft.com/office/drawing/2014/main" id="{DF0D6EDF-86A0-4975-B654-8D4B2CE72543}"/>
              </a:ext>
            </a:extLst>
          </p:cNvPr>
          <p:cNvCxnSpPr>
            <a:cxnSpLocks/>
          </p:cNvCxnSpPr>
          <p:nvPr/>
        </p:nvCxnSpPr>
        <p:spPr>
          <a:xfrm>
            <a:off x="4849439" y="1566752"/>
            <a:ext cx="0" cy="2210873"/>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B85ADB48-CD8F-4651-8911-CC8169FD18F6}"/>
              </a:ext>
            </a:extLst>
          </p:cNvPr>
          <p:cNvCxnSpPr>
            <a:cxnSpLocks/>
          </p:cNvCxnSpPr>
          <p:nvPr/>
        </p:nvCxnSpPr>
        <p:spPr>
          <a:xfrm>
            <a:off x="7687377" y="1566752"/>
            <a:ext cx="0" cy="2210873"/>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20" name="TextBox 219">
            <a:extLst>
              <a:ext uri="{FF2B5EF4-FFF2-40B4-BE49-F238E27FC236}">
                <a16:creationId xmlns:a16="http://schemas.microsoft.com/office/drawing/2014/main" id="{1C57EFA9-D203-4E25-923B-E980D315655D}"/>
              </a:ext>
            </a:extLst>
          </p:cNvPr>
          <p:cNvSpPr txBox="1"/>
          <p:nvPr/>
        </p:nvSpPr>
        <p:spPr>
          <a:xfrm>
            <a:off x="341239" y="394661"/>
            <a:ext cx="11366154" cy="808626"/>
          </a:xfrm>
          <a:prstGeom prst="rect">
            <a:avLst/>
          </a:prstGeom>
          <a:noFill/>
        </p:spPr>
        <p:txBody>
          <a:bodyPr wrap="square" rtlCol="0">
            <a:spAutoFit/>
          </a:bodyPr>
          <a:lstStyle/>
          <a:p>
            <a:pPr algn="ctr" defTabSz="914367">
              <a:lnSpc>
                <a:spcPct val="85000"/>
              </a:lnSpc>
              <a:defRPr/>
            </a:pPr>
            <a:r>
              <a:rPr lang="en-US" sz="2745" b="1" kern="0" cap="all" spc="118" dirty="0">
                <a:gradFill>
                  <a:gsLst>
                    <a:gs pos="0">
                      <a:srgbClr val="4B4B4B"/>
                    </a:gs>
                    <a:gs pos="100000">
                      <a:srgbClr val="4B4B4B"/>
                    </a:gs>
                  </a:gsLst>
                  <a:lin ang="5400000" scaled="1"/>
                </a:gradFill>
                <a:latin typeface="Segoe UI"/>
                <a:ea typeface="Segoe UI Black" panose="020B0A02040204020203" pitchFamily="34" charset="0"/>
                <a:cs typeface="Segoe UI Black" panose="020B0A02040204020203" pitchFamily="34" charset="0"/>
              </a:rPr>
              <a:t>MICROSOFT THREAT PROTECTION</a:t>
            </a:r>
          </a:p>
          <a:p>
            <a:pPr algn="ctr" defTabSz="914367">
              <a:lnSpc>
                <a:spcPct val="85000"/>
              </a:lnSpc>
              <a:defRPr/>
            </a:pPr>
            <a:r>
              <a:rPr lang="en-US" sz="2745" kern="0" cap="all" spc="118" dirty="0">
                <a:gradFill>
                  <a:gsLst>
                    <a:gs pos="0">
                      <a:srgbClr val="4B4B4B"/>
                    </a:gs>
                    <a:gs pos="100000">
                      <a:srgbClr val="4B4B4B"/>
                    </a:gs>
                  </a:gsLst>
                  <a:lin ang="5400000" scaled="1"/>
                </a:gradFill>
                <a:latin typeface="Segoe UI"/>
                <a:ea typeface="Segoe UI Black" panose="020B0A02040204020203" pitchFamily="34" charset="0"/>
                <a:cs typeface="Segoe UI Black" panose="020B0A02040204020203" pitchFamily="34" charset="0"/>
              </a:rPr>
              <a:t>INTELLIGENT &amp; INTEGRATED</a:t>
            </a:r>
          </a:p>
        </p:txBody>
      </p:sp>
      <p:sp>
        <p:nvSpPr>
          <p:cNvPr id="325" name="Rectangle 324">
            <a:extLst>
              <a:ext uri="{FF2B5EF4-FFF2-40B4-BE49-F238E27FC236}">
                <a16:creationId xmlns:a16="http://schemas.microsoft.com/office/drawing/2014/main" id="{5F82CC58-0951-4F78-A50A-5AA0D050C42D}"/>
              </a:ext>
            </a:extLst>
          </p:cNvPr>
          <p:cNvSpPr/>
          <p:nvPr/>
        </p:nvSpPr>
        <p:spPr bwMode="auto">
          <a:xfrm>
            <a:off x="2073728" y="5962964"/>
            <a:ext cx="2689274" cy="490620"/>
          </a:xfrm>
          <a:prstGeom prst="rect">
            <a:avLst/>
          </a:prstGeom>
          <a:solidFill>
            <a:srgbClr val="F8F8F8"/>
          </a:solidFill>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367">
              <a:spcAft>
                <a:spcPts val="392"/>
              </a:spcAft>
              <a:defRPr/>
            </a:pPr>
            <a:r>
              <a:rPr lang="en-US" sz="1176" dirty="0">
                <a:gradFill>
                  <a:gsLst>
                    <a:gs pos="2917">
                      <a:srgbClr val="505050"/>
                    </a:gs>
                    <a:gs pos="30000">
                      <a:srgbClr val="505050"/>
                    </a:gs>
                  </a:gsLst>
                  <a:lin ang="5400000" scaled="0"/>
                </a:gradFill>
                <a:latin typeface="Segoe UI"/>
              </a:rPr>
              <a:t>EMS CLOUD APP SECURITY</a:t>
            </a:r>
          </a:p>
        </p:txBody>
      </p:sp>
      <p:sp>
        <p:nvSpPr>
          <p:cNvPr id="317" name="Rectangle 316">
            <a:extLst>
              <a:ext uri="{FF2B5EF4-FFF2-40B4-BE49-F238E27FC236}">
                <a16:creationId xmlns:a16="http://schemas.microsoft.com/office/drawing/2014/main" id="{D4ECAD33-2F18-4114-A0AC-17C6790CDDAA}"/>
              </a:ext>
            </a:extLst>
          </p:cNvPr>
          <p:cNvSpPr/>
          <p:nvPr/>
        </p:nvSpPr>
        <p:spPr bwMode="auto">
          <a:xfrm>
            <a:off x="4917006" y="4820208"/>
            <a:ext cx="2689274" cy="490620"/>
          </a:xfrm>
          <a:prstGeom prst="rect">
            <a:avLst/>
          </a:prstGeom>
          <a:solidFill>
            <a:srgbClr val="F8F8F8"/>
          </a:solidFill>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367">
              <a:spcAft>
                <a:spcPts val="392"/>
              </a:spcAft>
              <a:defRPr/>
            </a:pPr>
            <a:r>
              <a:rPr lang="en-US" sz="1176" dirty="0">
                <a:gradFill>
                  <a:gsLst>
                    <a:gs pos="2917">
                      <a:srgbClr val="505050"/>
                    </a:gs>
                    <a:gs pos="30000">
                      <a:srgbClr val="505050"/>
                    </a:gs>
                  </a:gsLst>
                  <a:lin ang="5400000" scaled="0"/>
                </a:gradFill>
                <a:latin typeface="Segoe UI"/>
              </a:rPr>
              <a:t>OFFICE 365 THREAT INTELLIGENCE</a:t>
            </a:r>
          </a:p>
        </p:txBody>
      </p:sp>
      <p:sp>
        <p:nvSpPr>
          <p:cNvPr id="320" name="Rectangle 319">
            <a:extLst>
              <a:ext uri="{FF2B5EF4-FFF2-40B4-BE49-F238E27FC236}">
                <a16:creationId xmlns:a16="http://schemas.microsoft.com/office/drawing/2014/main" id="{E89A9B77-41AD-47C7-9F53-EE5F94192891}"/>
              </a:ext>
            </a:extLst>
          </p:cNvPr>
          <p:cNvSpPr/>
          <p:nvPr/>
        </p:nvSpPr>
        <p:spPr bwMode="auto">
          <a:xfrm>
            <a:off x="2075455" y="4820208"/>
            <a:ext cx="2689274" cy="490620"/>
          </a:xfrm>
          <a:prstGeom prst="rect">
            <a:avLst/>
          </a:prstGeom>
          <a:solidFill>
            <a:srgbClr val="F8F8F8"/>
          </a:solidFill>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367">
              <a:spcAft>
                <a:spcPts val="392"/>
              </a:spcAft>
              <a:defRPr/>
            </a:pPr>
            <a:r>
              <a:rPr lang="en-US" sz="1176" dirty="0">
                <a:gradFill>
                  <a:gsLst>
                    <a:gs pos="2917">
                      <a:srgbClr val="505050"/>
                    </a:gs>
                    <a:gs pos="30000">
                      <a:srgbClr val="505050"/>
                    </a:gs>
                  </a:gsLst>
                  <a:lin ang="5400000" scaled="0"/>
                </a:gradFill>
                <a:latin typeface="Segoe UI"/>
              </a:rPr>
              <a:t>AZURE ACTIVE </a:t>
            </a:r>
            <a:r>
              <a:rPr lang="en-US" sz="1176">
                <a:gradFill>
                  <a:gsLst>
                    <a:gs pos="2917">
                      <a:srgbClr val="505050"/>
                    </a:gs>
                    <a:gs pos="30000">
                      <a:srgbClr val="505050"/>
                    </a:gs>
                  </a:gsLst>
                  <a:lin ang="5400000" scaled="0"/>
                </a:gradFill>
                <a:latin typeface="Segoe UI"/>
              </a:rPr>
              <a:t>DIRECTORY IDENTITY </a:t>
            </a:r>
            <a:r>
              <a:rPr lang="en-US" sz="1176" dirty="0">
                <a:gradFill>
                  <a:gsLst>
                    <a:gs pos="2917">
                      <a:srgbClr val="505050"/>
                    </a:gs>
                    <a:gs pos="30000">
                      <a:srgbClr val="505050"/>
                    </a:gs>
                  </a:gsLst>
                  <a:lin ang="5400000" scaled="0"/>
                </a:gradFill>
                <a:latin typeface="Segoe UI"/>
              </a:rPr>
              <a:t>PROTECTION</a:t>
            </a:r>
          </a:p>
        </p:txBody>
      </p:sp>
      <p:sp>
        <p:nvSpPr>
          <p:cNvPr id="312" name="Rectangle 311">
            <a:extLst>
              <a:ext uri="{FF2B5EF4-FFF2-40B4-BE49-F238E27FC236}">
                <a16:creationId xmlns:a16="http://schemas.microsoft.com/office/drawing/2014/main" id="{C214085C-CF39-4D8F-91FA-04C4BF0D33FD}"/>
              </a:ext>
            </a:extLst>
          </p:cNvPr>
          <p:cNvSpPr/>
          <p:nvPr/>
        </p:nvSpPr>
        <p:spPr bwMode="auto">
          <a:xfrm>
            <a:off x="4917006" y="4261210"/>
            <a:ext cx="2689274" cy="490620"/>
          </a:xfrm>
          <a:prstGeom prst="rect">
            <a:avLst/>
          </a:prstGeom>
          <a:solidFill>
            <a:srgbClr val="F8F8F8"/>
          </a:solidFill>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367">
              <a:spcAft>
                <a:spcPts val="392"/>
              </a:spcAft>
              <a:defRPr/>
            </a:pPr>
            <a:r>
              <a:rPr lang="en-US" sz="1176" dirty="0">
                <a:gradFill>
                  <a:gsLst>
                    <a:gs pos="2917">
                      <a:srgbClr val="505050"/>
                    </a:gs>
                    <a:gs pos="30000">
                      <a:srgbClr val="505050"/>
                    </a:gs>
                  </a:gsLst>
                  <a:lin ang="5400000" scaled="0"/>
                </a:gradFill>
                <a:latin typeface="Segoe UI"/>
              </a:rPr>
              <a:t>OFFICE 365 </a:t>
            </a:r>
          </a:p>
          <a:p>
            <a:pPr algn="ctr" defTabSz="914367">
              <a:spcAft>
                <a:spcPts val="392"/>
              </a:spcAft>
              <a:defRPr/>
            </a:pPr>
            <a:r>
              <a:rPr lang="en-US" sz="1176" dirty="0">
                <a:gradFill>
                  <a:gsLst>
                    <a:gs pos="2917">
                      <a:srgbClr val="505050"/>
                    </a:gs>
                    <a:gs pos="30000">
                      <a:srgbClr val="505050"/>
                    </a:gs>
                  </a:gsLst>
                  <a:lin ang="5400000" scaled="0"/>
                </a:gradFill>
                <a:latin typeface="Segoe UI"/>
              </a:rPr>
              <a:t>ADVANCED THREAT PROTECTION</a:t>
            </a:r>
          </a:p>
        </p:txBody>
      </p:sp>
      <p:sp>
        <p:nvSpPr>
          <p:cNvPr id="315" name="Rectangle 314">
            <a:extLst>
              <a:ext uri="{FF2B5EF4-FFF2-40B4-BE49-F238E27FC236}">
                <a16:creationId xmlns:a16="http://schemas.microsoft.com/office/drawing/2014/main" id="{93B2301D-D6A0-47C4-9FAC-9D01490496FE}"/>
              </a:ext>
            </a:extLst>
          </p:cNvPr>
          <p:cNvSpPr/>
          <p:nvPr/>
        </p:nvSpPr>
        <p:spPr bwMode="auto">
          <a:xfrm>
            <a:off x="2075455" y="4261210"/>
            <a:ext cx="2689274" cy="490620"/>
          </a:xfrm>
          <a:prstGeom prst="rect">
            <a:avLst/>
          </a:prstGeom>
          <a:solidFill>
            <a:srgbClr val="F8F8F8"/>
          </a:solidFill>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367">
              <a:spcAft>
                <a:spcPts val="392"/>
              </a:spcAft>
              <a:defRPr/>
            </a:pPr>
            <a:r>
              <a:rPr lang="en-US" sz="1176" dirty="0">
                <a:gradFill>
                  <a:gsLst>
                    <a:gs pos="2917">
                      <a:srgbClr val="505050"/>
                    </a:gs>
                    <a:gs pos="30000">
                      <a:srgbClr val="505050"/>
                    </a:gs>
                  </a:gsLst>
                  <a:lin ang="5400000" scaled="0"/>
                </a:gradFill>
                <a:latin typeface="Segoe UI"/>
              </a:rPr>
              <a:t>AZURE </a:t>
            </a:r>
            <a:br>
              <a:rPr lang="en-US" sz="1176" dirty="0">
                <a:gradFill>
                  <a:gsLst>
                    <a:gs pos="2917">
                      <a:srgbClr val="505050"/>
                    </a:gs>
                    <a:gs pos="30000">
                      <a:srgbClr val="505050"/>
                    </a:gs>
                  </a:gsLst>
                  <a:lin ang="5400000" scaled="0"/>
                </a:gradFill>
                <a:latin typeface="Segoe UI"/>
              </a:rPr>
            </a:br>
            <a:r>
              <a:rPr lang="en-US" sz="1176" dirty="0">
                <a:gradFill>
                  <a:gsLst>
                    <a:gs pos="2917">
                      <a:srgbClr val="505050"/>
                    </a:gs>
                    <a:gs pos="30000">
                      <a:srgbClr val="505050"/>
                    </a:gs>
                  </a:gsLst>
                  <a:lin ang="5400000" scaled="0"/>
                </a:gradFill>
                <a:latin typeface="Segoe UI"/>
              </a:rPr>
              <a:t>ADVANCED THREAT PROTECTION</a:t>
            </a:r>
          </a:p>
        </p:txBody>
      </p:sp>
      <p:sp>
        <p:nvSpPr>
          <p:cNvPr id="302" name="Rectangle 301">
            <a:extLst>
              <a:ext uri="{FF2B5EF4-FFF2-40B4-BE49-F238E27FC236}">
                <a16:creationId xmlns:a16="http://schemas.microsoft.com/office/drawing/2014/main" id="{AE3549A8-536C-4448-BAF8-AD6286EB0715}"/>
              </a:ext>
            </a:extLst>
          </p:cNvPr>
          <p:cNvSpPr/>
          <p:nvPr/>
        </p:nvSpPr>
        <p:spPr bwMode="auto">
          <a:xfrm>
            <a:off x="4917006" y="3694066"/>
            <a:ext cx="2689274" cy="490620"/>
          </a:xfrm>
          <a:prstGeom prst="rect">
            <a:avLst/>
          </a:prstGeom>
          <a:solidFill>
            <a:srgbClr val="F8F8F8"/>
          </a:solidFill>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367">
              <a:spcAft>
                <a:spcPts val="392"/>
              </a:spcAft>
              <a:defRPr/>
            </a:pPr>
            <a:r>
              <a:rPr lang="en-US" sz="1176" dirty="0">
                <a:gradFill>
                  <a:gsLst>
                    <a:gs pos="2917">
                      <a:srgbClr val="505050"/>
                    </a:gs>
                    <a:gs pos="30000">
                      <a:srgbClr val="505050"/>
                    </a:gs>
                  </a:gsLst>
                  <a:lin ang="5400000" scaled="0"/>
                </a:gradFill>
                <a:latin typeface="Segoe UI"/>
              </a:rPr>
              <a:t>EXCHANGE ONLINE PROTECTION</a:t>
            </a:r>
          </a:p>
        </p:txBody>
      </p:sp>
      <p:sp>
        <p:nvSpPr>
          <p:cNvPr id="303" name="Rectangle 302">
            <a:extLst>
              <a:ext uri="{FF2B5EF4-FFF2-40B4-BE49-F238E27FC236}">
                <a16:creationId xmlns:a16="http://schemas.microsoft.com/office/drawing/2014/main" id="{A0CBA38B-F6A1-4798-A4D4-CB4B4866C275}"/>
              </a:ext>
            </a:extLst>
          </p:cNvPr>
          <p:cNvSpPr/>
          <p:nvPr/>
        </p:nvSpPr>
        <p:spPr bwMode="auto">
          <a:xfrm>
            <a:off x="7758557" y="3694066"/>
            <a:ext cx="2689274" cy="490620"/>
          </a:xfrm>
          <a:prstGeom prst="rect">
            <a:avLst/>
          </a:prstGeom>
          <a:solidFill>
            <a:srgbClr val="F8F8F8"/>
          </a:solidFill>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367">
              <a:spcAft>
                <a:spcPts val="392"/>
              </a:spcAft>
              <a:defRPr/>
            </a:pPr>
            <a:r>
              <a:rPr lang="en-US" sz="1176" dirty="0">
                <a:gradFill>
                  <a:gsLst>
                    <a:gs pos="2917">
                      <a:srgbClr val="505050"/>
                    </a:gs>
                    <a:gs pos="30000">
                      <a:srgbClr val="505050"/>
                    </a:gs>
                  </a:gsLst>
                  <a:lin ang="5400000" scaled="0"/>
                </a:gradFill>
                <a:latin typeface="Segoe UI"/>
              </a:rPr>
              <a:t>WINDOWS DEFENDER </a:t>
            </a:r>
          </a:p>
          <a:p>
            <a:pPr algn="ctr" defTabSz="914367">
              <a:spcAft>
                <a:spcPts val="392"/>
              </a:spcAft>
              <a:defRPr/>
            </a:pPr>
            <a:r>
              <a:rPr lang="en-US" sz="1176" dirty="0">
                <a:gradFill>
                  <a:gsLst>
                    <a:gs pos="2917">
                      <a:srgbClr val="505050"/>
                    </a:gs>
                    <a:gs pos="30000">
                      <a:srgbClr val="505050"/>
                    </a:gs>
                  </a:gsLst>
                  <a:lin ang="5400000" scaled="0"/>
                </a:gradFill>
                <a:latin typeface="Segoe UI"/>
              </a:rPr>
              <a:t>ADVANCED THREAT PROTECTION</a:t>
            </a:r>
          </a:p>
        </p:txBody>
      </p:sp>
      <p:sp>
        <p:nvSpPr>
          <p:cNvPr id="305" name="Rectangle 304">
            <a:extLst>
              <a:ext uri="{FF2B5EF4-FFF2-40B4-BE49-F238E27FC236}">
                <a16:creationId xmlns:a16="http://schemas.microsoft.com/office/drawing/2014/main" id="{C328823E-6DD0-4E61-B5B4-435AB5080306}"/>
              </a:ext>
            </a:extLst>
          </p:cNvPr>
          <p:cNvSpPr/>
          <p:nvPr/>
        </p:nvSpPr>
        <p:spPr bwMode="auto">
          <a:xfrm>
            <a:off x="2075455" y="3694066"/>
            <a:ext cx="2689274" cy="490620"/>
          </a:xfrm>
          <a:prstGeom prst="rect">
            <a:avLst/>
          </a:prstGeom>
          <a:solidFill>
            <a:srgbClr val="F8F8F8"/>
          </a:solidFill>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367">
              <a:spcAft>
                <a:spcPts val="392"/>
              </a:spcAft>
              <a:defRPr/>
            </a:pPr>
            <a:r>
              <a:rPr lang="en-US" sz="1176" dirty="0">
                <a:gradFill>
                  <a:gsLst>
                    <a:gs pos="2917">
                      <a:srgbClr val="505050"/>
                    </a:gs>
                    <a:gs pos="30000">
                      <a:srgbClr val="505050"/>
                    </a:gs>
                  </a:gsLst>
                  <a:lin ang="5400000" scaled="0"/>
                </a:gradFill>
                <a:latin typeface="Segoe UI"/>
              </a:rPr>
              <a:t>MICROSOFT ADVANCED </a:t>
            </a:r>
          </a:p>
          <a:p>
            <a:pPr algn="ctr" defTabSz="914367">
              <a:spcAft>
                <a:spcPts val="392"/>
              </a:spcAft>
              <a:defRPr/>
            </a:pPr>
            <a:r>
              <a:rPr lang="en-US" sz="1176" dirty="0">
                <a:gradFill>
                  <a:gsLst>
                    <a:gs pos="2917">
                      <a:srgbClr val="505050"/>
                    </a:gs>
                    <a:gs pos="30000">
                      <a:srgbClr val="505050"/>
                    </a:gs>
                  </a:gsLst>
                  <a:lin ang="5400000" scaled="0"/>
                </a:gradFill>
                <a:latin typeface="Segoe UI"/>
              </a:rPr>
              <a:t>THREAT ANALYTICS</a:t>
            </a:r>
          </a:p>
        </p:txBody>
      </p:sp>
      <p:sp>
        <p:nvSpPr>
          <p:cNvPr id="237" name="Rectangle 236">
            <a:extLst>
              <a:ext uri="{FF2B5EF4-FFF2-40B4-BE49-F238E27FC236}">
                <a16:creationId xmlns:a16="http://schemas.microsoft.com/office/drawing/2014/main" id="{CE3E69C9-D78E-481C-83C6-6292488BBD4B}"/>
              </a:ext>
            </a:extLst>
          </p:cNvPr>
          <p:cNvSpPr/>
          <p:nvPr/>
        </p:nvSpPr>
        <p:spPr bwMode="auto">
          <a:xfrm>
            <a:off x="2080413" y="5399406"/>
            <a:ext cx="2689274" cy="490620"/>
          </a:xfrm>
          <a:prstGeom prst="rect">
            <a:avLst/>
          </a:prstGeom>
          <a:solidFill>
            <a:srgbClr val="F8F8F8"/>
          </a:solidFill>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367">
              <a:spcAft>
                <a:spcPts val="392"/>
              </a:spcAft>
              <a:defRPr/>
            </a:pPr>
            <a:r>
              <a:rPr lang="en-US" sz="1176" dirty="0">
                <a:gradFill>
                  <a:gsLst>
                    <a:gs pos="2917">
                      <a:srgbClr val="505050"/>
                    </a:gs>
                    <a:gs pos="30000">
                      <a:srgbClr val="505050"/>
                    </a:gs>
                  </a:gsLst>
                  <a:lin ang="5400000" scaled="0"/>
                </a:gradFill>
                <a:latin typeface="Segoe UI"/>
              </a:rPr>
              <a:t>AZURE INFORMATION PROTECTION</a:t>
            </a:r>
          </a:p>
        </p:txBody>
      </p:sp>
      <p:sp>
        <p:nvSpPr>
          <p:cNvPr id="238" name="Rectangle 237">
            <a:extLst>
              <a:ext uri="{FF2B5EF4-FFF2-40B4-BE49-F238E27FC236}">
                <a16:creationId xmlns:a16="http://schemas.microsoft.com/office/drawing/2014/main" id="{7939113F-FB4D-43E1-ABE8-B974D4253509}"/>
              </a:ext>
            </a:extLst>
          </p:cNvPr>
          <p:cNvSpPr/>
          <p:nvPr/>
        </p:nvSpPr>
        <p:spPr bwMode="auto">
          <a:xfrm>
            <a:off x="4917006" y="5391424"/>
            <a:ext cx="2689274" cy="490620"/>
          </a:xfrm>
          <a:prstGeom prst="rect">
            <a:avLst/>
          </a:prstGeom>
          <a:solidFill>
            <a:srgbClr val="F8F8F8"/>
          </a:solidFill>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367">
              <a:spcAft>
                <a:spcPts val="392"/>
              </a:spcAft>
              <a:defRPr/>
            </a:pPr>
            <a:r>
              <a:rPr lang="en-US" sz="1176" dirty="0">
                <a:gradFill>
                  <a:gsLst>
                    <a:gs pos="2917">
                      <a:srgbClr val="505050"/>
                    </a:gs>
                    <a:gs pos="30000">
                      <a:srgbClr val="505050"/>
                    </a:gs>
                  </a:gsLst>
                  <a:lin ang="5400000" scaled="0"/>
                </a:gradFill>
                <a:latin typeface="Segoe UI"/>
              </a:rPr>
              <a:t>OFFICE365 CLOUD APP SECURITY</a:t>
            </a:r>
          </a:p>
        </p:txBody>
      </p:sp>
    </p:spTree>
    <p:extLst>
      <p:ext uri="{BB962C8B-B14F-4D97-AF65-F5344CB8AC3E}">
        <p14:creationId xmlns:p14="http://schemas.microsoft.com/office/powerpoint/2010/main" val="1269636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305"/>
                                        </p:tgtEl>
                                        <p:attrNameLst>
                                          <p:attrName>style.visibility</p:attrName>
                                        </p:attrNameLst>
                                      </p:cBhvr>
                                      <p:to>
                                        <p:strVal val="visible"/>
                                      </p:to>
                                    </p:set>
                                    <p:anim calcmode="lin" valueType="num">
                                      <p:cBhvr additive="base">
                                        <p:cTn id="7" dur="750" fill="hold"/>
                                        <p:tgtEl>
                                          <p:spTgt spid="305"/>
                                        </p:tgtEl>
                                        <p:attrNameLst>
                                          <p:attrName>ppt_x</p:attrName>
                                        </p:attrNameLst>
                                      </p:cBhvr>
                                      <p:tavLst>
                                        <p:tav tm="0">
                                          <p:val>
                                            <p:strVal val="#ppt_x"/>
                                          </p:val>
                                        </p:tav>
                                        <p:tav tm="100000">
                                          <p:val>
                                            <p:strVal val="#ppt_x"/>
                                          </p:val>
                                        </p:tav>
                                      </p:tavLst>
                                    </p:anim>
                                    <p:anim calcmode="lin" valueType="num">
                                      <p:cBhvr additive="base">
                                        <p:cTn id="8" dur="750" fill="hold"/>
                                        <p:tgtEl>
                                          <p:spTgt spid="30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302"/>
                                        </p:tgtEl>
                                        <p:attrNameLst>
                                          <p:attrName>style.visibility</p:attrName>
                                        </p:attrNameLst>
                                      </p:cBhvr>
                                      <p:to>
                                        <p:strVal val="visible"/>
                                      </p:to>
                                    </p:set>
                                    <p:anim calcmode="lin" valueType="num">
                                      <p:cBhvr additive="base">
                                        <p:cTn id="11" dur="750" fill="hold"/>
                                        <p:tgtEl>
                                          <p:spTgt spid="302"/>
                                        </p:tgtEl>
                                        <p:attrNameLst>
                                          <p:attrName>ppt_x</p:attrName>
                                        </p:attrNameLst>
                                      </p:cBhvr>
                                      <p:tavLst>
                                        <p:tav tm="0">
                                          <p:val>
                                            <p:strVal val="#ppt_x"/>
                                          </p:val>
                                        </p:tav>
                                        <p:tav tm="100000">
                                          <p:val>
                                            <p:strVal val="#ppt_x"/>
                                          </p:val>
                                        </p:tav>
                                      </p:tavLst>
                                    </p:anim>
                                    <p:anim calcmode="lin" valueType="num">
                                      <p:cBhvr additive="base">
                                        <p:cTn id="12" dur="750" fill="hold"/>
                                        <p:tgtEl>
                                          <p:spTgt spid="302"/>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303"/>
                                        </p:tgtEl>
                                        <p:attrNameLst>
                                          <p:attrName>style.visibility</p:attrName>
                                        </p:attrNameLst>
                                      </p:cBhvr>
                                      <p:to>
                                        <p:strVal val="visible"/>
                                      </p:to>
                                    </p:set>
                                    <p:anim calcmode="lin" valueType="num">
                                      <p:cBhvr additive="base">
                                        <p:cTn id="15" dur="750" fill="hold"/>
                                        <p:tgtEl>
                                          <p:spTgt spid="303"/>
                                        </p:tgtEl>
                                        <p:attrNameLst>
                                          <p:attrName>ppt_x</p:attrName>
                                        </p:attrNameLst>
                                      </p:cBhvr>
                                      <p:tavLst>
                                        <p:tav tm="0">
                                          <p:val>
                                            <p:strVal val="#ppt_x"/>
                                          </p:val>
                                        </p:tav>
                                        <p:tav tm="100000">
                                          <p:val>
                                            <p:strVal val="#ppt_x"/>
                                          </p:val>
                                        </p:tav>
                                      </p:tavLst>
                                    </p:anim>
                                    <p:anim calcmode="lin" valueType="num">
                                      <p:cBhvr additive="base">
                                        <p:cTn id="16" dur="750" fill="hold"/>
                                        <p:tgtEl>
                                          <p:spTgt spid="303"/>
                                        </p:tgtEl>
                                        <p:attrNameLst>
                                          <p:attrName>ppt_y</p:attrName>
                                        </p:attrNameLst>
                                      </p:cBhvr>
                                      <p:tavLst>
                                        <p:tav tm="0">
                                          <p:val>
                                            <p:strVal val="0-#ppt_h/2"/>
                                          </p:val>
                                        </p:tav>
                                        <p:tav tm="100000">
                                          <p:val>
                                            <p:strVal val="#ppt_y"/>
                                          </p:val>
                                        </p:tav>
                                      </p:tavLst>
                                    </p:anim>
                                  </p:childTnLst>
                                </p:cTn>
                              </p:par>
                            </p:childTnLst>
                          </p:cTn>
                        </p:par>
                        <p:par>
                          <p:cTn id="17" fill="hold">
                            <p:stCondLst>
                              <p:cond delay="750"/>
                            </p:stCondLst>
                            <p:childTnLst>
                              <p:par>
                                <p:cTn id="18" presetID="2" presetClass="entr" presetSubtype="1" decel="100000" fill="hold" grpId="0" nodeType="afterEffect">
                                  <p:stCondLst>
                                    <p:cond delay="0"/>
                                  </p:stCondLst>
                                  <p:childTnLst>
                                    <p:set>
                                      <p:cBhvr>
                                        <p:cTn id="19" dur="1" fill="hold">
                                          <p:stCondLst>
                                            <p:cond delay="0"/>
                                          </p:stCondLst>
                                        </p:cTn>
                                        <p:tgtEl>
                                          <p:spTgt spid="315"/>
                                        </p:tgtEl>
                                        <p:attrNameLst>
                                          <p:attrName>style.visibility</p:attrName>
                                        </p:attrNameLst>
                                      </p:cBhvr>
                                      <p:to>
                                        <p:strVal val="visible"/>
                                      </p:to>
                                    </p:set>
                                    <p:anim calcmode="lin" valueType="num">
                                      <p:cBhvr additive="base">
                                        <p:cTn id="20" dur="750" fill="hold"/>
                                        <p:tgtEl>
                                          <p:spTgt spid="315"/>
                                        </p:tgtEl>
                                        <p:attrNameLst>
                                          <p:attrName>ppt_x</p:attrName>
                                        </p:attrNameLst>
                                      </p:cBhvr>
                                      <p:tavLst>
                                        <p:tav tm="0">
                                          <p:val>
                                            <p:strVal val="#ppt_x"/>
                                          </p:val>
                                        </p:tav>
                                        <p:tav tm="100000">
                                          <p:val>
                                            <p:strVal val="#ppt_x"/>
                                          </p:val>
                                        </p:tav>
                                      </p:tavLst>
                                    </p:anim>
                                    <p:anim calcmode="lin" valueType="num">
                                      <p:cBhvr additive="base">
                                        <p:cTn id="21" dur="750" fill="hold"/>
                                        <p:tgtEl>
                                          <p:spTgt spid="315"/>
                                        </p:tgtEl>
                                        <p:attrNameLst>
                                          <p:attrName>ppt_y</p:attrName>
                                        </p:attrNameLst>
                                      </p:cBhvr>
                                      <p:tavLst>
                                        <p:tav tm="0">
                                          <p:val>
                                            <p:strVal val="0-#ppt_h/2"/>
                                          </p:val>
                                        </p:tav>
                                        <p:tav tm="100000">
                                          <p:val>
                                            <p:strVal val="#ppt_y"/>
                                          </p:val>
                                        </p:tav>
                                      </p:tavLst>
                                    </p:anim>
                                  </p:childTnLst>
                                </p:cTn>
                              </p:par>
                              <p:par>
                                <p:cTn id="22" presetID="2" presetClass="entr" presetSubtype="1" decel="100000" fill="hold" grpId="0" nodeType="withEffect">
                                  <p:stCondLst>
                                    <p:cond delay="0"/>
                                  </p:stCondLst>
                                  <p:childTnLst>
                                    <p:set>
                                      <p:cBhvr>
                                        <p:cTn id="23" dur="1" fill="hold">
                                          <p:stCondLst>
                                            <p:cond delay="0"/>
                                          </p:stCondLst>
                                        </p:cTn>
                                        <p:tgtEl>
                                          <p:spTgt spid="312"/>
                                        </p:tgtEl>
                                        <p:attrNameLst>
                                          <p:attrName>style.visibility</p:attrName>
                                        </p:attrNameLst>
                                      </p:cBhvr>
                                      <p:to>
                                        <p:strVal val="visible"/>
                                      </p:to>
                                    </p:set>
                                    <p:anim calcmode="lin" valueType="num">
                                      <p:cBhvr additive="base">
                                        <p:cTn id="24" dur="750" fill="hold"/>
                                        <p:tgtEl>
                                          <p:spTgt spid="312"/>
                                        </p:tgtEl>
                                        <p:attrNameLst>
                                          <p:attrName>ppt_x</p:attrName>
                                        </p:attrNameLst>
                                      </p:cBhvr>
                                      <p:tavLst>
                                        <p:tav tm="0">
                                          <p:val>
                                            <p:strVal val="#ppt_x"/>
                                          </p:val>
                                        </p:tav>
                                        <p:tav tm="100000">
                                          <p:val>
                                            <p:strVal val="#ppt_x"/>
                                          </p:val>
                                        </p:tav>
                                      </p:tavLst>
                                    </p:anim>
                                    <p:anim calcmode="lin" valueType="num">
                                      <p:cBhvr additive="base">
                                        <p:cTn id="25" dur="750" fill="hold"/>
                                        <p:tgtEl>
                                          <p:spTgt spid="312"/>
                                        </p:tgtEl>
                                        <p:attrNameLst>
                                          <p:attrName>ppt_y</p:attrName>
                                        </p:attrNameLst>
                                      </p:cBhvr>
                                      <p:tavLst>
                                        <p:tav tm="0">
                                          <p:val>
                                            <p:strVal val="0-#ppt_h/2"/>
                                          </p:val>
                                        </p:tav>
                                        <p:tav tm="100000">
                                          <p:val>
                                            <p:strVal val="#ppt_y"/>
                                          </p:val>
                                        </p:tav>
                                      </p:tavLst>
                                    </p:anim>
                                  </p:childTnLst>
                                </p:cTn>
                              </p:par>
                            </p:childTnLst>
                          </p:cTn>
                        </p:par>
                        <p:par>
                          <p:cTn id="26" fill="hold">
                            <p:stCondLst>
                              <p:cond delay="1500"/>
                            </p:stCondLst>
                            <p:childTnLst>
                              <p:par>
                                <p:cTn id="27" presetID="2" presetClass="entr" presetSubtype="1" decel="100000" fill="hold" grpId="0" nodeType="afterEffect">
                                  <p:stCondLst>
                                    <p:cond delay="0"/>
                                  </p:stCondLst>
                                  <p:childTnLst>
                                    <p:set>
                                      <p:cBhvr>
                                        <p:cTn id="28" dur="1" fill="hold">
                                          <p:stCondLst>
                                            <p:cond delay="0"/>
                                          </p:stCondLst>
                                        </p:cTn>
                                        <p:tgtEl>
                                          <p:spTgt spid="320"/>
                                        </p:tgtEl>
                                        <p:attrNameLst>
                                          <p:attrName>style.visibility</p:attrName>
                                        </p:attrNameLst>
                                      </p:cBhvr>
                                      <p:to>
                                        <p:strVal val="visible"/>
                                      </p:to>
                                    </p:set>
                                    <p:anim calcmode="lin" valueType="num">
                                      <p:cBhvr additive="base">
                                        <p:cTn id="29" dur="750" fill="hold"/>
                                        <p:tgtEl>
                                          <p:spTgt spid="320"/>
                                        </p:tgtEl>
                                        <p:attrNameLst>
                                          <p:attrName>ppt_x</p:attrName>
                                        </p:attrNameLst>
                                      </p:cBhvr>
                                      <p:tavLst>
                                        <p:tav tm="0">
                                          <p:val>
                                            <p:strVal val="#ppt_x"/>
                                          </p:val>
                                        </p:tav>
                                        <p:tav tm="100000">
                                          <p:val>
                                            <p:strVal val="#ppt_x"/>
                                          </p:val>
                                        </p:tav>
                                      </p:tavLst>
                                    </p:anim>
                                    <p:anim calcmode="lin" valueType="num">
                                      <p:cBhvr additive="base">
                                        <p:cTn id="30" dur="750" fill="hold"/>
                                        <p:tgtEl>
                                          <p:spTgt spid="320"/>
                                        </p:tgtEl>
                                        <p:attrNameLst>
                                          <p:attrName>ppt_y</p:attrName>
                                        </p:attrNameLst>
                                      </p:cBhvr>
                                      <p:tavLst>
                                        <p:tav tm="0">
                                          <p:val>
                                            <p:strVal val="0-#ppt_h/2"/>
                                          </p:val>
                                        </p:tav>
                                        <p:tav tm="100000">
                                          <p:val>
                                            <p:strVal val="#ppt_y"/>
                                          </p:val>
                                        </p:tav>
                                      </p:tavLst>
                                    </p:anim>
                                  </p:childTnLst>
                                </p:cTn>
                              </p:par>
                              <p:par>
                                <p:cTn id="31" presetID="2" presetClass="entr" presetSubtype="1" decel="100000" fill="hold" grpId="0" nodeType="withEffect">
                                  <p:stCondLst>
                                    <p:cond delay="0"/>
                                  </p:stCondLst>
                                  <p:childTnLst>
                                    <p:set>
                                      <p:cBhvr>
                                        <p:cTn id="32" dur="1" fill="hold">
                                          <p:stCondLst>
                                            <p:cond delay="0"/>
                                          </p:stCondLst>
                                        </p:cTn>
                                        <p:tgtEl>
                                          <p:spTgt spid="317"/>
                                        </p:tgtEl>
                                        <p:attrNameLst>
                                          <p:attrName>style.visibility</p:attrName>
                                        </p:attrNameLst>
                                      </p:cBhvr>
                                      <p:to>
                                        <p:strVal val="visible"/>
                                      </p:to>
                                    </p:set>
                                    <p:anim calcmode="lin" valueType="num">
                                      <p:cBhvr additive="base">
                                        <p:cTn id="33" dur="750" fill="hold"/>
                                        <p:tgtEl>
                                          <p:spTgt spid="317"/>
                                        </p:tgtEl>
                                        <p:attrNameLst>
                                          <p:attrName>ppt_x</p:attrName>
                                        </p:attrNameLst>
                                      </p:cBhvr>
                                      <p:tavLst>
                                        <p:tav tm="0">
                                          <p:val>
                                            <p:strVal val="#ppt_x"/>
                                          </p:val>
                                        </p:tav>
                                        <p:tav tm="100000">
                                          <p:val>
                                            <p:strVal val="#ppt_x"/>
                                          </p:val>
                                        </p:tav>
                                      </p:tavLst>
                                    </p:anim>
                                    <p:anim calcmode="lin" valueType="num">
                                      <p:cBhvr additive="base">
                                        <p:cTn id="34" dur="750" fill="hold"/>
                                        <p:tgtEl>
                                          <p:spTgt spid="317"/>
                                        </p:tgtEl>
                                        <p:attrNameLst>
                                          <p:attrName>ppt_y</p:attrName>
                                        </p:attrNameLst>
                                      </p:cBhvr>
                                      <p:tavLst>
                                        <p:tav tm="0">
                                          <p:val>
                                            <p:strVal val="0-#ppt_h/2"/>
                                          </p:val>
                                        </p:tav>
                                        <p:tav tm="100000">
                                          <p:val>
                                            <p:strVal val="#ppt_y"/>
                                          </p:val>
                                        </p:tav>
                                      </p:tavLst>
                                    </p:anim>
                                  </p:childTnLst>
                                </p:cTn>
                              </p:par>
                            </p:childTnLst>
                          </p:cTn>
                        </p:par>
                        <p:par>
                          <p:cTn id="35" fill="hold">
                            <p:stCondLst>
                              <p:cond delay="2250"/>
                            </p:stCondLst>
                            <p:childTnLst>
                              <p:par>
                                <p:cTn id="36" presetID="2" presetClass="entr" presetSubtype="1" decel="100000" fill="hold" grpId="0" nodeType="afterEffect">
                                  <p:stCondLst>
                                    <p:cond delay="0"/>
                                  </p:stCondLst>
                                  <p:childTnLst>
                                    <p:set>
                                      <p:cBhvr>
                                        <p:cTn id="37" dur="1" fill="hold">
                                          <p:stCondLst>
                                            <p:cond delay="0"/>
                                          </p:stCondLst>
                                        </p:cTn>
                                        <p:tgtEl>
                                          <p:spTgt spid="325"/>
                                        </p:tgtEl>
                                        <p:attrNameLst>
                                          <p:attrName>style.visibility</p:attrName>
                                        </p:attrNameLst>
                                      </p:cBhvr>
                                      <p:to>
                                        <p:strVal val="visible"/>
                                      </p:to>
                                    </p:set>
                                    <p:anim calcmode="lin" valueType="num">
                                      <p:cBhvr additive="base">
                                        <p:cTn id="38" dur="750" fill="hold"/>
                                        <p:tgtEl>
                                          <p:spTgt spid="325"/>
                                        </p:tgtEl>
                                        <p:attrNameLst>
                                          <p:attrName>ppt_x</p:attrName>
                                        </p:attrNameLst>
                                      </p:cBhvr>
                                      <p:tavLst>
                                        <p:tav tm="0">
                                          <p:val>
                                            <p:strVal val="#ppt_x"/>
                                          </p:val>
                                        </p:tav>
                                        <p:tav tm="100000">
                                          <p:val>
                                            <p:strVal val="#ppt_x"/>
                                          </p:val>
                                        </p:tav>
                                      </p:tavLst>
                                    </p:anim>
                                    <p:anim calcmode="lin" valueType="num">
                                      <p:cBhvr additive="base">
                                        <p:cTn id="39" dur="750" fill="hold"/>
                                        <p:tgtEl>
                                          <p:spTgt spid="325"/>
                                        </p:tgtEl>
                                        <p:attrNameLst>
                                          <p:attrName>ppt_y</p:attrName>
                                        </p:attrNameLst>
                                      </p:cBhvr>
                                      <p:tavLst>
                                        <p:tav tm="0">
                                          <p:val>
                                            <p:strVal val="0-#ppt_h/2"/>
                                          </p:val>
                                        </p:tav>
                                        <p:tav tm="100000">
                                          <p:val>
                                            <p:strVal val="#ppt_y"/>
                                          </p:val>
                                        </p:tav>
                                      </p:tavLst>
                                    </p:anim>
                                  </p:childTnLst>
                                </p:cTn>
                              </p:par>
                            </p:childTnLst>
                          </p:cTn>
                        </p:par>
                        <p:par>
                          <p:cTn id="40" fill="hold">
                            <p:stCondLst>
                              <p:cond delay="3000"/>
                            </p:stCondLst>
                            <p:childTnLst>
                              <p:par>
                                <p:cTn id="41" presetID="2" presetClass="entr" presetSubtype="1" decel="100000" fill="hold" grpId="0" nodeType="afterEffect">
                                  <p:stCondLst>
                                    <p:cond delay="0"/>
                                  </p:stCondLst>
                                  <p:childTnLst>
                                    <p:set>
                                      <p:cBhvr>
                                        <p:cTn id="42" dur="1" fill="hold">
                                          <p:stCondLst>
                                            <p:cond delay="0"/>
                                          </p:stCondLst>
                                        </p:cTn>
                                        <p:tgtEl>
                                          <p:spTgt spid="237"/>
                                        </p:tgtEl>
                                        <p:attrNameLst>
                                          <p:attrName>style.visibility</p:attrName>
                                        </p:attrNameLst>
                                      </p:cBhvr>
                                      <p:to>
                                        <p:strVal val="visible"/>
                                      </p:to>
                                    </p:set>
                                    <p:anim calcmode="lin" valueType="num">
                                      <p:cBhvr additive="base">
                                        <p:cTn id="43" dur="750" fill="hold"/>
                                        <p:tgtEl>
                                          <p:spTgt spid="237"/>
                                        </p:tgtEl>
                                        <p:attrNameLst>
                                          <p:attrName>ppt_x</p:attrName>
                                        </p:attrNameLst>
                                      </p:cBhvr>
                                      <p:tavLst>
                                        <p:tav tm="0">
                                          <p:val>
                                            <p:strVal val="#ppt_x"/>
                                          </p:val>
                                        </p:tav>
                                        <p:tav tm="100000">
                                          <p:val>
                                            <p:strVal val="#ppt_x"/>
                                          </p:val>
                                        </p:tav>
                                      </p:tavLst>
                                    </p:anim>
                                    <p:anim calcmode="lin" valueType="num">
                                      <p:cBhvr additive="base">
                                        <p:cTn id="44" dur="750" fill="hold"/>
                                        <p:tgtEl>
                                          <p:spTgt spid="237"/>
                                        </p:tgtEl>
                                        <p:attrNameLst>
                                          <p:attrName>ppt_y</p:attrName>
                                        </p:attrNameLst>
                                      </p:cBhvr>
                                      <p:tavLst>
                                        <p:tav tm="0">
                                          <p:val>
                                            <p:strVal val="0-#ppt_h/2"/>
                                          </p:val>
                                        </p:tav>
                                        <p:tav tm="100000">
                                          <p:val>
                                            <p:strVal val="#ppt_y"/>
                                          </p:val>
                                        </p:tav>
                                      </p:tavLst>
                                    </p:anim>
                                  </p:childTnLst>
                                </p:cTn>
                              </p:par>
                            </p:childTnLst>
                          </p:cTn>
                        </p:par>
                        <p:par>
                          <p:cTn id="45" fill="hold">
                            <p:stCondLst>
                              <p:cond delay="3750"/>
                            </p:stCondLst>
                            <p:childTnLst>
                              <p:par>
                                <p:cTn id="46" presetID="2" presetClass="entr" presetSubtype="1" decel="100000" fill="hold" grpId="0" nodeType="afterEffect">
                                  <p:stCondLst>
                                    <p:cond delay="0"/>
                                  </p:stCondLst>
                                  <p:childTnLst>
                                    <p:set>
                                      <p:cBhvr>
                                        <p:cTn id="47" dur="1" fill="hold">
                                          <p:stCondLst>
                                            <p:cond delay="0"/>
                                          </p:stCondLst>
                                        </p:cTn>
                                        <p:tgtEl>
                                          <p:spTgt spid="238"/>
                                        </p:tgtEl>
                                        <p:attrNameLst>
                                          <p:attrName>style.visibility</p:attrName>
                                        </p:attrNameLst>
                                      </p:cBhvr>
                                      <p:to>
                                        <p:strVal val="visible"/>
                                      </p:to>
                                    </p:set>
                                    <p:anim calcmode="lin" valueType="num">
                                      <p:cBhvr additive="base">
                                        <p:cTn id="48" dur="750" fill="hold"/>
                                        <p:tgtEl>
                                          <p:spTgt spid="238"/>
                                        </p:tgtEl>
                                        <p:attrNameLst>
                                          <p:attrName>ppt_x</p:attrName>
                                        </p:attrNameLst>
                                      </p:cBhvr>
                                      <p:tavLst>
                                        <p:tav tm="0">
                                          <p:val>
                                            <p:strVal val="#ppt_x"/>
                                          </p:val>
                                        </p:tav>
                                        <p:tav tm="100000">
                                          <p:val>
                                            <p:strVal val="#ppt_x"/>
                                          </p:val>
                                        </p:tav>
                                      </p:tavLst>
                                    </p:anim>
                                    <p:anim calcmode="lin" valueType="num">
                                      <p:cBhvr additive="base">
                                        <p:cTn id="49" dur="750" fill="hold"/>
                                        <p:tgtEl>
                                          <p:spTgt spid="23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 grpId="0" animBg="1"/>
      <p:bldP spid="317" grpId="0" animBg="1"/>
      <p:bldP spid="320" grpId="0" animBg="1"/>
      <p:bldP spid="312" grpId="0" animBg="1"/>
      <p:bldP spid="315" grpId="0" animBg="1"/>
      <p:bldP spid="302" grpId="0" animBg="1"/>
      <p:bldP spid="303" grpId="0" animBg="1"/>
      <p:bldP spid="305" grpId="0" animBg="1"/>
      <p:bldP spid="237" grpId="0" animBg="1"/>
      <p:bldP spid="23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AA108B1-AA65-466C-9EAF-B0D519D7FF83}"/>
              </a:ext>
            </a:extLst>
          </p:cNvPr>
          <p:cNvGraphicFramePr>
            <a:graphicFrameLocks noGrp="1"/>
          </p:cNvGraphicFramePr>
          <p:nvPr/>
        </p:nvGraphicFramePr>
        <p:xfrm>
          <a:off x="301039" y="786273"/>
          <a:ext cx="11721757" cy="5140765"/>
        </p:xfrm>
        <a:graphic>
          <a:graphicData uri="http://schemas.openxmlformats.org/drawingml/2006/table">
            <a:tbl>
              <a:tblPr firstRow="1" bandRow="1">
                <a:tableStyleId>{1FECB4D8-DB02-4DC6-A0A2-4F2EBAE1DC90}</a:tableStyleId>
              </a:tblPr>
              <a:tblGrid>
                <a:gridCol w="1789320">
                  <a:extLst>
                    <a:ext uri="{9D8B030D-6E8A-4147-A177-3AD203B41FA5}">
                      <a16:colId xmlns:a16="http://schemas.microsoft.com/office/drawing/2014/main" val="555145120"/>
                    </a:ext>
                  </a:extLst>
                </a:gridCol>
                <a:gridCol w="7043668">
                  <a:extLst>
                    <a:ext uri="{9D8B030D-6E8A-4147-A177-3AD203B41FA5}">
                      <a16:colId xmlns:a16="http://schemas.microsoft.com/office/drawing/2014/main" val="3162549338"/>
                    </a:ext>
                  </a:extLst>
                </a:gridCol>
                <a:gridCol w="900543">
                  <a:extLst>
                    <a:ext uri="{9D8B030D-6E8A-4147-A177-3AD203B41FA5}">
                      <a16:colId xmlns:a16="http://schemas.microsoft.com/office/drawing/2014/main" val="909386531"/>
                    </a:ext>
                  </a:extLst>
                </a:gridCol>
                <a:gridCol w="994113">
                  <a:extLst>
                    <a:ext uri="{9D8B030D-6E8A-4147-A177-3AD203B41FA5}">
                      <a16:colId xmlns:a16="http://schemas.microsoft.com/office/drawing/2014/main" val="3823024050"/>
                    </a:ext>
                  </a:extLst>
                </a:gridCol>
                <a:gridCol w="994113">
                  <a:extLst>
                    <a:ext uri="{9D8B030D-6E8A-4147-A177-3AD203B41FA5}">
                      <a16:colId xmlns:a16="http://schemas.microsoft.com/office/drawing/2014/main" val="3586905732"/>
                    </a:ext>
                  </a:extLst>
                </a:gridCol>
              </a:tblGrid>
              <a:tr h="345838">
                <a:tc gridSpan="2">
                  <a:txBody>
                    <a:bodyPr/>
                    <a:lstStyle/>
                    <a:p>
                      <a:pPr algn="l"/>
                      <a:endParaRPr lang="en-US" sz="1100" b="1" dirty="0">
                        <a:latin typeface="+mn-lt"/>
                      </a:endParaRPr>
                    </a:p>
                  </a:txBody>
                  <a:tcPr marL="89630" marR="89630"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rgbClr val="0078D7"/>
                    </a:solidFill>
                  </a:tcPr>
                </a:tc>
                <a:tc hMerge="1">
                  <a:txBody>
                    <a:bodyPr/>
                    <a:lstStyle/>
                    <a:p>
                      <a:endParaRPr lang="en-US" sz="1400" b="1">
                        <a:latin typeface="+mj-lt"/>
                      </a:endParaRPr>
                    </a:p>
                  </a:txBody>
                  <a:tcPr marL="89642" marR="89642" marT="44821" marB="44821"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ctr" defTabSz="914188" rtl="0" eaLnBrk="1" latinLnBrk="0" hangingPunct="1"/>
                      <a:r>
                        <a:rPr lang="en-US" sz="1100" kern="1200" dirty="0">
                          <a:latin typeface="+mn-lt"/>
                        </a:rPr>
                        <a:t>M365 F1</a:t>
                      </a:r>
                    </a:p>
                  </a:txBody>
                  <a:tcPr marL="89630" marR="89630"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rgbClr val="0078D7"/>
                    </a:solidFill>
                  </a:tcPr>
                </a:tc>
                <a:tc>
                  <a:txBody>
                    <a:bodyPr/>
                    <a:lstStyle/>
                    <a:p>
                      <a:pPr marL="0" algn="ctr" defTabSz="914188" rtl="0" eaLnBrk="1" latinLnBrk="0" hangingPunct="1"/>
                      <a:r>
                        <a:rPr lang="en-US" sz="1100" kern="1200" dirty="0">
                          <a:latin typeface="+mn-lt"/>
                        </a:rPr>
                        <a:t>M365 E3</a:t>
                      </a:r>
                    </a:p>
                  </a:txBody>
                  <a:tcPr marL="89630" marR="89630"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rgbClr val="0078D7"/>
                    </a:solidFill>
                  </a:tcPr>
                </a:tc>
                <a:tc>
                  <a:txBody>
                    <a:bodyPr/>
                    <a:lstStyle/>
                    <a:p>
                      <a:pPr marL="0" algn="ctr" defTabSz="914188" rtl="0" eaLnBrk="1" latinLnBrk="0" hangingPunct="1"/>
                      <a:r>
                        <a:rPr lang="en-US" sz="1100" kern="1200" dirty="0">
                          <a:latin typeface="+mn-lt"/>
                        </a:rPr>
                        <a:t>M365 E5</a:t>
                      </a:r>
                    </a:p>
                  </a:txBody>
                  <a:tcPr marL="89630" marR="89630"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rgbClr val="0078D7"/>
                    </a:solidFill>
                  </a:tcPr>
                </a:tc>
                <a:extLst>
                  <a:ext uri="{0D108BD9-81ED-4DB2-BD59-A6C34878D82A}">
                    <a16:rowId xmlns:a16="http://schemas.microsoft.com/office/drawing/2014/main" val="1924891840"/>
                  </a:ext>
                </a:extLst>
              </a:tr>
              <a:tr h="208719">
                <a:tc rowSpan="2">
                  <a:txBody>
                    <a:bodyPr/>
                    <a:lstStyle/>
                    <a:p>
                      <a:pPr>
                        <a:lnSpc>
                          <a:spcPct val="100000"/>
                        </a:lnSpc>
                        <a:spcBef>
                          <a:spcPts val="0"/>
                        </a:spcBef>
                        <a:spcAft>
                          <a:spcPts val="600"/>
                        </a:spcAft>
                      </a:pPr>
                      <a:r>
                        <a:rPr lang="en-US" sz="1100" b="1" dirty="0">
                          <a:solidFill>
                            <a:schemeClr val="bg1"/>
                          </a:solidFill>
                          <a:latin typeface="+mn-lt"/>
                        </a:rPr>
                        <a:t>Office Client Applications</a:t>
                      </a:r>
                    </a:p>
                  </a:txBody>
                  <a:tcPr marL="89630" marR="89630" marT="18288" marB="18288">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dirty="0">
                          <a:latin typeface="+mn-lt"/>
                        </a:rPr>
                        <a:t>Word, Excel, PowerPoint</a:t>
                      </a: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endParaRPr lang="en-US" sz="1100" b="1">
                        <a:solidFill>
                          <a:schemeClr val="tx1"/>
                        </a:solidFill>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3133232"/>
                  </a:ext>
                </a:extLst>
              </a:tr>
              <a:tr h="208719">
                <a:tc vMerge="1">
                  <a:txBody>
                    <a:bodyPr/>
                    <a:lstStyle/>
                    <a:p>
                      <a:endParaRPr lang="en-US"/>
                    </a:p>
                  </a:txBody>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dirty="0">
                          <a:latin typeface="+mn-lt"/>
                        </a:rPr>
                        <a:t>OneNote, Access</a:t>
                      </a: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endParaRPr lang="en-US" sz="1100" b="1">
                        <a:solidFill>
                          <a:schemeClr val="tx1"/>
                        </a:solidFill>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107789"/>
                  </a:ext>
                </a:extLst>
              </a:tr>
              <a:tr h="235477">
                <a:tc>
                  <a:txBody>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lang="en-US" sz="1100" b="1">
                          <a:solidFill>
                            <a:schemeClr val="bg1"/>
                          </a:solidFill>
                          <a:latin typeface="+mn-lt"/>
                        </a:rPr>
                        <a:t>Office Mobile Apps</a:t>
                      </a:r>
                    </a:p>
                  </a:txBody>
                  <a:tcPr marL="89630" marR="89630" marT="18288" marB="18288">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dirty="0">
                          <a:latin typeface="+mn-lt"/>
                        </a:rPr>
                        <a:t>Word Mobile, Excel Mobile, PowerPoint Mobile, OneNote Mobile, Outlook Mobile</a:t>
                      </a: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lang="en-US" sz="1100" kern="1200">
                          <a:solidFill>
                            <a:srgbClr val="505050"/>
                          </a:solidFill>
                          <a:latin typeface="+mn-lt"/>
                          <a:ea typeface="+mn-ea"/>
                          <a:cs typeface="+mn-cs"/>
                          <a:sym typeface="Wingdings"/>
                        </a:rPr>
                        <a:t></a:t>
                      </a:r>
                      <a:r>
                        <a:rPr lang="en-US" sz="1100" kern="1200" baseline="30000">
                          <a:solidFill>
                            <a:srgbClr val="505050"/>
                          </a:solidFill>
                          <a:latin typeface="+mn-lt"/>
                          <a:ea typeface="+mn-ea"/>
                          <a:cs typeface="+mn-cs"/>
                          <a:sym typeface="Wingdings"/>
                        </a:rPr>
                        <a:t>2</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0876974"/>
                  </a:ext>
                </a:extLst>
              </a:tr>
              <a:tr h="235477">
                <a:tc>
                  <a:txBody>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lang="en-US" sz="1100" b="1">
                          <a:solidFill>
                            <a:schemeClr val="bg1"/>
                          </a:solidFill>
                          <a:latin typeface="+mn-lt"/>
                        </a:rPr>
                        <a:t>Email &amp; Calendar</a:t>
                      </a:r>
                    </a:p>
                  </a:txBody>
                  <a:tcPr marL="89630" marR="89630" marT="18288" marB="18288">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a:latin typeface="+mn-lt"/>
                        </a:rPr>
                        <a:t>Outlook, Exchange</a:t>
                      </a: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r>
                        <a:rPr lang="en-US" sz="1100" kern="1200">
                          <a:solidFill>
                            <a:srgbClr val="505050"/>
                          </a:solidFill>
                          <a:latin typeface="+mn-lt"/>
                          <a:ea typeface="+mn-ea"/>
                          <a:cs typeface="+mn-cs"/>
                          <a:sym typeface="Wingdings"/>
                        </a:rPr>
                        <a:t></a:t>
                      </a:r>
                      <a:r>
                        <a:rPr lang="en-US" sz="1100" kern="1200" baseline="30000">
                          <a:solidFill>
                            <a:srgbClr val="505050"/>
                          </a:solidFill>
                          <a:latin typeface="+mn-lt"/>
                          <a:ea typeface="+mn-ea"/>
                          <a:cs typeface="+mn-cs"/>
                          <a:sym typeface="Wingdings"/>
                        </a:rPr>
                        <a:t>3</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3403678"/>
                  </a:ext>
                </a:extLst>
              </a:tr>
              <a:tr h="213999">
                <a:tc>
                  <a:txBody>
                    <a:bodyPr/>
                    <a:lstStyle/>
                    <a:p>
                      <a:pPr>
                        <a:lnSpc>
                          <a:spcPct val="100000"/>
                        </a:lnSpc>
                        <a:spcBef>
                          <a:spcPts val="0"/>
                        </a:spcBef>
                        <a:spcAft>
                          <a:spcPts val="600"/>
                        </a:spcAft>
                      </a:pPr>
                      <a:r>
                        <a:rPr lang="en-US" sz="1100" b="1">
                          <a:solidFill>
                            <a:schemeClr val="bg1"/>
                          </a:solidFill>
                          <a:latin typeface="+mn-lt"/>
                        </a:rPr>
                        <a:t>Chat-based Workspace</a:t>
                      </a:r>
                    </a:p>
                  </a:txBody>
                  <a:tcPr marL="89630" marR="89630" marT="18288" marB="18288">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a:latin typeface="+mn-lt"/>
                        </a:rPr>
                        <a:t>Microsoft Teams</a:t>
                      </a:r>
                      <a:endParaRPr lang="en-US" sz="1100" baseline="0">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lang="en-US" sz="1100" kern="1200">
                          <a:solidFill>
                            <a:srgbClr val="505050"/>
                          </a:solidFill>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0002098"/>
                  </a:ext>
                </a:extLst>
              </a:tr>
              <a:tr h="208719">
                <a:tc rowSpan="2">
                  <a:txBody>
                    <a:bodyPr/>
                    <a:lstStyle/>
                    <a:p>
                      <a:pPr>
                        <a:lnSpc>
                          <a:spcPct val="100000"/>
                        </a:lnSpc>
                        <a:spcBef>
                          <a:spcPts val="0"/>
                        </a:spcBef>
                        <a:spcAft>
                          <a:spcPts val="600"/>
                        </a:spcAft>
                      </a:pPr>
                      <a:r>
                        <a:rPr lang="en-US" sz="1100" b="1">
                          <a:solidFill>
                            <a:schemeClr val="bg1"/>
                          </a:solidFill>
                          <a:latin typeface="+mn-lt"/>
                        </a:rPr>
                        <a:t>Voice, Video &amp; Meetings</a:t>
                      </a:r>
                    </a:p>
                  </a:txBody>
                  <a:tcPr marL="89630" marR="89630" marT="18288" marB="18288">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baseline="0">
                          <a:latin typeface="+mn-lt"/>
                        </a:rPr>
                        <a:t>Skype for Business </a:t>
                      </a: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r>
                        <a:rPr lang="en-US" sz="1100" kern="1200">
                          <a:solidFill>
                            <a:srgbClr val="505050"/>
                          </a:solidFill>
                          <a:latin typeface="+mn-lt"/>
                          <a:ea typeface="+mn-ea"/>
                          <a:cs typeface="+mn-cs"/>
                          <a:sym typeface="Wingdings"/>
                        </a:rPr>
                        <a:t></a:t>
                      </a:r>
                      <a:r>
                        <a:rPr lang="en-US" sz="1100" kern="1200" baseline="30000">
                          <a:solidFill>
                            <a:srgbClr val="505050"/>
                          </a:solidFill>
                          <a:latin typeface="+mn-lt"/>
                          <a:ea typeface="+mn-ea"/>
                          <a:cs typeface="+mn-cs"/>
                          <a:sym typeface="Wingdings"/>
                        </a:rPr>
                        <a:t>4</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2954086"/>
                  </a:ext>
                </a:extLst>
              </a:tr>
              <a:tr h="208719">
                <a:tc vMerge="1">
                  <a:txBody>
                    <a:bodyPr/>
                    <a:lstStyle/>
                    <a:p>
                      <a:endParaRPr lang="en-US"/>
                    </a:p>
                  </a:txBody>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kern="1200" baseline="0">
                          <a:latin typeface="+mn-lt"/>
                        </a:rPr>
                        <a:t>Audio Conferencing, Phone System</a:t>
                      </a:r>
                      <a:endParaRPr lang="en-US" sz="1100" kern="1200" baseline="0">
                        <a:solidFill>
                          <a:schemeClr val="dk1"/>
                        </a:solidFill>
                        <a:latin typeface="+mn-lt"/>
                        <a:ea typeface="+mn-ea"/>
                        <a:cs typeface="+mn-cs"/>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742"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200036"/>
                  </a:ext>
                </a:extLst>
              </a:tr>
              <a:tr h="235477">
                <a:tc>
                  <a:txBody>
                    <a:bodyPr/>
                    <a:lstStyle/>
                    <a:p>
                      <a:pPr>
                        <a:lnSpc>
                          <a:spcPct val="100000"/>
                        </a:lnSpc>
                        <a:spcBef>
                          <a:spcPts val="0"/>
                        </a:spcBef>
                        <a:spcAft>
                          <a:spcPts val="600"/>
                        </a:spcAft>
                      </a:pPr>
                      <a:r>
                        <a:rPr lang="en-US" sz="1100" b="1">
                          <a:solidFill>
                            <a:schemeClr val="bg1"/>
                          </a:solidFill>
                          <a:latin typeface="+mn-lt"/>
                        </a:rPr>
                        <a:t>Social &amp; Internet</a:t>
                      </a:r>
                    </a:p>
                  </a:txBody>
                  <a:tcPr marL="89630" marR="89630" marT="18288" marB="18288">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baseline="0">
                          <a:latin typeface="+mn-lt"/>
                        </a:rPr>
                        <a:t>SharePoint &amp; Yammer</a:t>
                      </a: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r>
                        <a:rPr lang="en-US" sz="1100" kern="1200">
                          <a:solidFill>
                            <a:srgbClr val="505050"/>
                          </a:solidFill>
                          <a:latin typeface="+mn-lt"/>
                          <a:ea typeface="+mn-ea"/>
                          <a:cs typeface="+mn-cs"/>
                          <a:sym typeface="Wingdings"/>
                        </a:rPr>
                        <a:t></a:t>
                      </a:r>
                      <a:r>
                        <a:rPr lang="en-US" sz="1100" kern="1200" baseline="30000">
                          <a:solidFill>
                            <a:srgbClr val="505050"/>
                          </a:solidFill>
                          <a:latin typeface="+mn-lt"/>
                          <a:ea typeface="+mn-ea"/>
                          <a:cs typeface="+mn-cs"/>
                          <a:sym typeface="Wingdings"/>
                        </a:rPr>
                        <a:t>5</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12773881"/>
                  </a:ext>
                </a:extLst>
              </a:tr>
              <a:tr h="208719">
                <a:tc rowSpan="2">
                  <a:txBody>
                    <a:bodyPr/>
                    <a:lstStyle/>
                    <a:p>
                      <a:pPr>
                        <a:lnSpc>
                          <a:spcPct val="100000"/>
                        </a:lnSpc>
                        <a:spcBef>
                          <a:spcPts val="0"/>
                        </a:spcBef>
                        <a:spcAft>
                          <a:spcPts val="600"/>
                        </a:spcAft>
                      </a:pPr>
                      <a:r>
                        <a:rPr lang="en-US" sz="1100" b="1" baseline="0">
                          <a:solidFill>
                            <a:schemeClr val="bg1"/>
                          </a:solidFill>
                          <a:latin typeface="+mn-lt"/>
                        </a:rPr>
                        <a:t>Threat Protection</a:t>
                      </a:r>
                      <a:endParaRPr lang="en-US" sz="1100" b="1">
                        <a:solidFill>
                          <a:schemeClr val="bg1"/>
                        </a:solidFill>
                        <a:latin typeface="+mn-lt"/>
                      </a:endParaRPr>
                    </a:p>
                  </a:txBody>
                  <a:tcPr marL="89630" marR="89630" marT="18288" marB="18288">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baseline="0">
                          <a:latin typeface="+mn-lt"/>
                        </a:rPr>
                        <a:t>Microsoft Advanced Threat Analytics, Windows Defender Antivirus, Device Guard</a:t>
                      </a:r>
                      <a:r>
                        <a:rPr lang="en-US" sz="1100" baseline="30000">
                          <a:latin typeface="+mn-lt"/>
                        </a:rPr>
                        <a:t>6</a:t>
                      </a: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lang="en-US" sz="1100" kern="1200">
                          <a:solidFill>
                            <a:srgbClr val="505050"/>
                          </a:solidFill>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1346679"/>
                  </a:ext>
                </a:extLst>
              </a:tr>
              <a:tr h="369271">
                <a:tc vMerge="1">
                  <a:txBody>
                    <a:bodyPr/>
                    <a:lstStyle/>
                    <a:p>
                      <a:endParaRPr lang="en-US"/>
                    </a:p>
                  </a:txBody>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baseline="0" dirty="0">
                          <a:latin typeface="+mn-lt"/>
                        </a:rPr>
                        <a:t>Windows Defender Advanced Threat Protection, Office 365 Advanced Threat Protection, Azure Advanced Threat Protection, Office 365 Threat Intelligence</a:t>
                      </a: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505050"/>
                          </a:solidFill>
                          <a:effectLst/>
                          <a:uLnTx/>
                          <a:uFillTx/>
                          <a:latin typeface="+mn-lt"/>
                          <a:ea typeface="+mn-ea"/>
                          <a:cs typeface="+mn-cs"/>
                          <a:sym typeface="Wingdings"/>
                        </a:rPr>
                        <a:t></a:t>
                      </a:r>
                      <a:endParaRPr lang="en-US" sz="1100" b="1" dirty="0">
                        <a:latin typeface="+mn-lt"/>
                      </a:endParaRPr>
                    </a:p>
                  </a:txBody>
                  <a:tcPr marL="89630" marR="89630" marT="18288" marB="18288"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3568831"/>
                  </a:ext>
                </a:extLst>
              </a:tr>
              <a:tr h="208719">
                <a:tc rowSpan="2">
                  <a:txBody>
                    <a:bodyPr/>
                    <a:lstStyle/>
                    <a:p>
                      <a:pPr>
                        <a:lnSpc>
                          <a:spcPct val="100000"/>
                        </a:lnSpc>
                        <a:spcBef>
                          <a:spcPts val="0"/>
                        </a:spcBef>
                        <a:spcAft>
                          <a:spcPts val="600"/>
                        </a:spcAft>
                      </a:pPr>
                      <a:r>
                        <a:rPr lang="en-US" sz="1100" b="1">
                          <a:solidFill>
                            <a:schemeClr val="bg1"/>
                          </a:solidFill>
                          <a:latin typeface="+mn-lt"/>
                        </a:rPr>
                        <a:t>Identity &amp; Access Management</a:t>
                      </a:r>
                    </a:p>
                  </a:txBody>
                  <a:tcPr marL="89630" marR="89630" marT="18288" marB="18288">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baseline="0" dirty="0">
                          <a:latin typeface="+mn-lt"/>
                        </a:rPr>
                        <a:t>Azure Active Directory Premium Plan 1, Windows Hello, Credential Guard and Direct access</a:t>
                      </a:r>
                      <a:r>
                        <a:rPr lang="en-US" sz="1100" baseline="30000" dirty="0">
                          <a:latin typeface="+mn-lt"/>
                        </a:rPr>
                        <a:t>6</a:t>
                      </a:r>
                      <a:endParaRPr lang="en-US" sz="1100" b="0" baseline="30000" dirty="0">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lang="en-US" sz="1100" kern="1200">
                          <a:solidFill>
                            <a:srgbClr val="505050"/>
                          </a:solidFill>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3859783"/>
                  </a:ext>
                </a:extLst>
              </a:tr>
              <a:tr h="208719">
                <a:tc vMerge="1">
                  <a:txBody>
                    <a:bodyPr/>
                    <a:lstStyle/>
                    <a:p>
                      <a:endParaRPr lang="en-US"/>
                    </a:p>
                  </a:txBody>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baseline="0" dirty="0">
                          <a:latin typeface="+mn-lt"/>
                        </a:rPr>
                        <a:t>Azure Active Directory Premium Plan 2</a:t>
                      </a:r>
                      <a:endParaRPr lang="en-US" sz="1100" b="0" baseline="0" dirty="0">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0252140"/>
                  </a:ext>
                </a:extLst>
              </a:tr>
              <a:tr h="208719">
                <a:tc rowSpan="2">
                  <a:txBody>
                    <a:bodyPr/>
                    <a:lstStyle/>
                    <a:p>
                      <a:pPr>
                        <a:lnSpc>
                          <a:spcPct val="100000"/>
                        </a:lnSpc>
                        <a:spcBef>
                          <a:spcPts val="0"/>
                        </a:spcBef>
                        <a:spcAft>
                          <a:spcPts val="600"/>
                        </a:spcAft>
                      </a:pPr>
                      <a:r>
                        <a:rPr lang="en-US" sz="1100" b="1">
                          <a:solidFill>
                            <a:schemeClr val="bg1"/>
                          </a:solidFill>
                          <a:latin typeface="+mn-lt"/>
                        </a:rPr>
                        <a:t>Device &amp; App Management</a:t>
                      </a:r>
                    </a:p>
                  </a:txBody>
                  <a:tcPr marL="89630" marR="89630" marT="18288" marB="18288">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kumimoji="0" lang="en-US" sz="1100" u="none" strike="noStrike" kern="0" cap="none" spc="0" normalizeH="0" baseline="0" noProof="0" dirty="0">
                          <a:ln>
                            <a:noFill/>
                          </a:ln>
                          <a:effectLst/>
                          <a:uLnTx/>
                          <a:uFillTx/>
                          <a:latin typeface="+mn-lt"/>
                        </a:rPr>
                        <a:t>Microsoft Intune</a:t>
                      </a:r>
                      <a:endParaRPr kumimoji="0" lang="en-US" sz="1100" b="0" i="0" u="none" strike="noStrike" kern="0" cap="none" spc="0" normalizeH="0" baseline="0" noProof="0" dirty="0">
                        <a:ln>
                          <a:noFill/>
                        </a:ln>
                        <a:solidFill>
                          <a:schemeClr val="tx1"/>
                        </a:solidFill>
                        <a:effectLst/>
                        <a:uLnTx/>
                        <a:uFillTx/>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lang="en-US" sz="1100" kern="1200">
                          <a:solidFill>
                            <a:srgbClr val="505050"/>
                          </a:solidFill>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4898410"/>
                  </a:ext>
                </a:extLst>
              </a:tr>
              <a:tr h="208719">
                <a:tc vMerge="1">
                  <a:txBody>
                    <a:bodyPr/>
                    <a:lstStyle/>
                    <a:p>
                      <a:pPr>
                        <a:lnSpc>
                          <a:spcPct val="100000"/>
                        </a:lnSpc>
                        <a:spcBef>
                          <a:spcPts val="0"/>
                        </a:spcBef>
                        <a:spcAft>
                          <a:spcPts val="600"/>
                        </a:spcAft>
                      </a:pPr>
                      <a:endParaRPr lang="en-US" sz="1100" b="1">
                        <a:solidFill>
                          <a:schemeClr val="bg1"/>
                        </a:solidFill>
                      </a:endParaRPr>
                    </a:p>
                  </a:txBody>
                  <a:tcPr marL="89642" marR="89642" marT="44821" marB="44821">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kumimoji="0" lang="en-US" sz="1100" u="none" strike="noStrike" kern="0" cap="none" spc="0" normalizeH="0" baseline="0" noProof="0">
                          <a:ln>
                            <a:noFill/>
                          </a:ln>
                          <a:effectLst/>
                          <a:uLnTx/>
                          <a:uFillTx/>
                          <a:latin typeface="+mn-lt"/>
                        </a:rPr>
                        <a:t>Windows </a:t>
                      </a:r>
                      <a:r>
                        <a:rPr kumimoji="0" lang="en-US" sz="1100" u="none" strike="noStrike" kern="0" cap="none" spc="0" normalizeH="0" baseline="0" noProof="0" err="1">
                          <a:ln>
                            <a:noFill/>
                          </a:ln>
                          <a:effectLst/>
                          <a:uLnTx/>
                          <a:uFillTx/>
                          <a:latin typeface="+mn-lt"/>
                        </a:rPr>
                        <a:t>AutoPilot</a:t>
                      </a:r>
                      <a:r>
                        <a:rPr kumimoji="0" lang="en-US" sz="1100" u="none" strike="noStrike" kern="0" cap="none" spc="0" normalizeH="0" baseline="0" noProof="0">
                          <a:ln>
                            <a:noFill/>
                          </a:ln>
                          <a:effectLst/>
                          <a:uLnTx/>
                          <a:uFillTx/>
                          <a:latin typeface="+mn-lt"/>
                        </a:rPr>
                        <a:t>, Fine Tuned User Experience, and Windows Analytics Device Health</a:t>
                      </a:r>
                      <a:endParaRPr kumimoji="0" lang="en-US" sz="1100" b="0" i="0" u="none" strike="noStrike" kern="0" cap="none" spc="0" normalizeH="0" baseline="0" noProof="0">
                        <a:ln>
                          <a:noFill/>
                        </a:ln>
                        <a:solidFill>
                          <a:schemeClr val="tx1"/>
                        </a:solidFill>
                        <a:effectLst/>
                        <a:uLnTx/>
                        <a:uFillTx/>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4429548"/>
                  </a:ext>
                </a:extLst>
              </a:tr>
              <a:tr h="208719">
                <a:tc rowSpan="4">
                  <a:txBody>
                    <a:bodyPr/>
                    <a:lstStyle/>
                    <a:p>
                      <a:pPr>
                        <a:lnSpc>
                          <a:spcPct val="100000"/>
                        </a:lnSpc>
                        <a:spcBef>
                          <a:spcPts val="0"/>
                        </a:spcBef>
                        <a:spcAft>
                          <a:spcPts val="600"/>
                        </a:spcAft>
                      </a:pPr>
                      <a:r>
                        <a:rPr lang="en-US" sz="1100" b="1">
                          <a:solidFill>
                            <a:schemeClr val="bg1"/>
                          </a:solidFill>
                          <a:latin typeface="+mn-lt"/>
                        </a:rPr>
                        <a:t>Information Protection</a:t>
                      </a:r>
                    </a:p>
                  </a:txBody>
                  <a:tcPr marL="89630" marR="89630" marT="18288" marB="18288">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kumimoji="0" lang="en-US" sz="1100" u="none" strike="noStrike" kern="0" cap="none" spc="0" normalizeH="0" baseline="0" noProof="0">
                          <a:ln>
                            <a:noFill/>
                          </a:ln>
                          <a:effectLst/>
                          <a:uLnTx/>
                          <a:uFillTx/>
                          <a:latin typeface="+mn-lt"/>
                        </a:rPr>
                        <a:t>Windows Information Protection &amp; BitLocker</a:t>
                      </a:r>
                      <a:endParaRPr kumimoji="0" lang="en-US" sz="1100" b="0" i="0" u="none" strike="noStrike" kern="0" cap="none" spc="0" normalizeH="0" baseline="0" noProof="0">
                        <a:ln>
                          <a:noFill/>
                        </a:ln>
                        <a:solidFill>
                          <a:schemeClr val="tx1"/>
                        </a:solidFill>
                        <a:effectLst/>
                        <a:uLnTx/>
                        <a:uFillTx/>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8952204"/>
                  </a:ext>
                </a:extLst>
              </a:tr>
              <a:tr h="208719">
                <a:tc vMerge="1">
                  <a:txBody>
                    <a:bodyPr/>
                    <a:lstStyle/>
                    <a:p>
                      <a:pPr>
                        <a:lnSpc>
                          <a:spcPct val="100000"/>
                        </a:lnSpc>
                        <a:spcBef>
                          <a:spcPts val="0"/>
                        </a:spcBef>
                        <a:spcAft>
                          <a:spcPts val="600"/>
                        </a:spcAft>
                      </a:pPr>
                      <a:endParaRPr lang="en-US" sz="1400" b="0">
                        <a:solidFill>
                          <a:srgbClr val="0078D7"/>
                        </a:solidFill>
                        <a:latin typeface="+mj-lt"/>
                      </a:endParaRPr>
                    </a:p>
                  </a:txBody>
                  <a:tcPr marL="91427" marR="91427" marT="45713" marB="45713">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chemeClr val="bg1"/>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kumimoji="0" lang="en-US" sz="1100" u="none" strike="noStrike" kern="0" cap="none" spc="0" normalizeH="0" baseline="0" noProof="0" dirty="0">
                          <a:ln>
                            <a:noFill/>
                          </a:ln>
                          <a:effectLst/>
                          <a:uLnTx/>
                          <a:uFillTx/>
                          <a:latin typeface="+mn-lt"/>
                        </a:rPr>
                        <a:t>Azure Information Protection Plan 1</a:t>
                      </a:r>
                      <a:endParaRPr kumimoji="0" lang="en-US" sz="1100" b="0" i="0" u="none" strike="noStrike" kern="0" cap="none" spc="0" normalizeH="0" baseline="0" noProof="0" dirty="0">
                        <a:ln>
                          <a:noFill/>
                        </a:ln>
                        <a:solidFill>
                          <a:schemeClr val="tx1"/>
                        </a:solidFill>
                        <a:effectLst/>
                        <a:uLnTx/>
                        <a:uFillTx/>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32742"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89120562"/>
                  </a:ext>
                </a:extLst>
              </a:tr>
              <a:tr h="208719">
                <a:tc vMerge="1">
                  <a:txBody>
                    <a:bodyPr/>
                    <a:lstStyle/>
                    <a:p>
                      <a:pPr>
                        <a:lnSpc>
                          <a:spcPct val="100000"/>
                        </a:lnSpc>
                        <a:spcBef>
                          <a:spcPts val="0"/>
                        </a:spcBef>
                        <a:spcAft>
                          <a:spcPts val="600"/>
                        </a:spcAft>
                      </a:pPr>
                      <a:endParaRPr lang="en-US" sz="1400" b="0">
                        <a:solidFill>
                          <a:srgbClr val="0078D7"/>
                        </a:solidFill>
                        <a:latin typeface="+mj-lt"/>
                      </a:endParaRPr>
                    </a:p>
                  </a:txBody>
                  <a:tcPr marL="91427" marR="91427" marT="45713" marB="45713">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chemeClr val="bg1"/>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kumimoji="0" lang="en-US" sz="1100" u="none" strike="noStrike" kern="0" cap="none" spc="0" normalizeH="0" baseline="0" noProof="0" dirty="0">
                          <a:ln>
                            <a:noFill/>
                          </a:ln>
                          <a:effectLst/>
                          <a:uLnTx/>
                          <a:uFillTx/>
                          <a:latin typeface="+mn-lt"/>
                        </a:rPr>
                        <a:t>Azure Information Protection Plan 2, Microsoft Cloud App Security, O365 Cloud App Security</a:t>
                      </a:r>
                      <a:endParaRPr kumimoji="0" lang="en-US" sz="1100" b="0" i="0" u="none" strike="noStrike" kern="0" cap="none" spc="0" normalizeH="0" baseline="0" noProof="0" dirty="0">
                        <a:ln>
                          <a:noFill/>
                        </a:ln>
                        <a:solidFill>
                          <a:schemeClr val="tx1"/>
                        </a:solidFill>
                        <a:effectLst/>
                        <a:uLnTx/>
                        <a:uFillTx/>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259298"/>
                  </a:ext>
                </a:extLst>
              </a:tr>
              <a:tr h="208719">
                <a:tc vMerge="1">
                  <a:txBody>
                    <a:bodyPr/>
                    <a:lstStyle/>
                    <a:p>
                      <a:pPr>
                        <a:lnSpc>
                          <a:spcPct val="100000"/>
                        </a:lnSpc>
                        <a:spcBef>
                          <a:spcPts val="0"/>
                        </a:spcBef>
                        <a:spcAft>
                          <a:spcPts val="600"/>
                        </a:spcAft>
                      </a:pPr>
                      <a:endParaRPr lang="en-US" sz="1400" b="0">
                        <a:solidFill>
                          <a:srgbClr val="0078D7"/>
                        </a:solidFill>
                        <a:latin typeface="+mj-lt"/>
                      </a:endParaRPr>
                    </a:p>
                  </a:txBody>
                  <a:tcPr marL="91427" marR="91427" marT="45713" marB="45713">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solidFill>
                      <a:schemeClr val="bg1"/>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kumimoji="0" lang="en-US" sz="1100" u="none" strike="noStrike" kern="0" cap="none" spc="0" normalizeH="0" baseline="0" noProof="0">
                          <a:ln>
                            <a:noFill/>
                          </a:ln>
                          <a:effectLst/>
                          <a:uLnTx/>
                          <a:uFillTx/>
                          <a:latin typeface="+mn-lt"/>
                        </a:rPr>
                        <a:t>Office 365 Data Loss Prevention</a:t>
                      </a:r>
                      <a:endParaRPr kumimoji="0" lang="en-US" sz="1100" b="0" i="0" u="none" strike="noStrike" kern="0" cap="none" spc="0" normalizeH="0" baseline="0" noProof="0">
                        <a:ln>
                          <a:noFill/>
                        </a:ln>
                        <a:solidFill>
                          <a:schemeClr val="tx1"/>
                        </a:solidFill>
                        <a:effectLst/>
                        <a:uLnTx/>
                        <a:uFillTx/>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r>
                        <a:rPr lang="en-US" sz="1100" kern="1200">
                          <a:solidFill>
                            <a:srgbClr val="505050"/>
                          </a:solidFill>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82629731"/>
                  </a:ext>
                </a:extLst>
              </a:tr>
              <a:tr h="345838">
                <a:tc>
                  <a:txBody>
                    <a:bodyPr/>
                    <a:lstStyle/>
                    <a:p>
                      <a:pPr>
                        <a:lnSpc>
                          <a:spcPct val="100000"/>
                        </a:lnSpc>
                        <a:spcBef>
                          <a:spcPts val="0"/>
                        </a:spcBef>
                        <a:spcAft>
                          <a:spcPts val="600"/>
                        </a:spcAft>
                      </a:pPr>
                      <a:r>
                        <a:rPr lang="en-US" sz="1100" b="1">
                          <a:solidFill>
                            <a:schemeClr val="bg1"/>
                          </a:solidFill>
                          <a:latin typeface="+mn-lt"/>
                        </a:rPr>
                        <a:t>Advanced Compliance</a:t>
                      </a:r>
                    </a:p>
                  </a:txBody>
                  <a:tcPr marL="89630" marR="89630" marT="18288" marB="18288">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kumimoji="0" lang="en-US" sz="1100" u="none" strike="noStrike" kern="0" cap="none" spc="0" normalizeH="0" baseline="0" noProof="0" dirty="0">
                          <a:ln>
                            <a:noFill/>
                          </a:ln>
                          <a:effectLst/>
                          <a:uLnTx/>
                          <a:uFillTx/>
                          <a:latin typeface="+mn-lt"/>
                        </a:rPr>
                        <a:t>Advanced eDiscovery, Customer Lockbox, Advanced Data Governance, Customer Key, Privileged access management in Office 365</a:t>
                      </a:r>
                      <a:endParaRPr kumimoji="0" lang="en-US" sz="1100" b="0" i="0" u="none" strike="noStrike" kern="0" cap="none" spc="0" normalizeH="0" baseline="0" noProof="0" dirty="0">
                        <a:ln>
                          <a:noFill/>
                        </a:ln>
                        <a:solidFill>
                          <a:schemeClr val="tx1"/>
                        </a:solidFill>
                        <a:effectLst/>
                        <a:uLnTx/>
                        <a:uFillTx/>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9891897"/>
                  </a:ext>
                </a:extLst>
              </a:tr>
              <a:tr h="208719">
                <a:tc rowSpan="2">
                  <a:txBody>
                    <a:bodyPr/>
                    <a:lstStyle/>
                    <a:p>
                      <a:pPr>
                        <a:lnSpc>
                          <a:spcPct val="100000"/>
                        </a:lnSpc>
                        <a:spcBef>
                          <a:spcPts val="0"/>
                        </a:spcBef>
                        <a:spcAft>
                          <a:spcPts val="600"/>
                        </a:spcAft>
                      </a:pPr>
                      <a:r>
                        <a:rPr lang="en-US" sz="1100" b="1" baseline="0">
                          <a:solidFill>
                            <a:schemeClr val="bg1"/>
                          </a:solidFill>
                          <a:latin typeface="+mn-lt"/>
                        </a:rPr>
                        <a:t>Advanced Analytics</a:t>
                      </a:r>
                      <a:endParaRPr lang="en-US" sz="1100" b="1">
                        <a:solidFill>
                          <a:schemeClr val="bg1"/>
                        </a:solidFill>
                        <a:latin typeface="+mn-lt"/>
                      </a:endParaRPr>
                    </a:p>
                  </a:txBody>
                  <a:tcPr marL="89630" marR="89630" marT="18288" marB="18288">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8D7"/>
                    </a:solidFill>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baseline="0">
                          <a:latin typeface="+mn-lt"/>
                        </a:rPr>
                        <a:t>Delve</a:t>
                      </a: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r>
                        <a:rPr lang="en-US" sz="1100" kern="1200">
                          <a:solidFill>
                            <a:srgbClr val="505050"/>
                          </a:solidFill>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Bef>
                          <a:spcPts val="0"/>
                        </a:spcBef>
                        <a:spcAft>
                          <a:spcPts val="600"/>
                        </a:spcAft>
                      </a:pPr>
                      <a:r>
                        <a:rPr kumimoji="0" lang="en-US" sz="1100" b="0" i="0" u="none" strike="noStrike" kern="1200" cap="none" spc="0" normalizeH="0" baseline="0" noProof="0">
                          <a:ln>
                            <a:noFill/>
                          </a:ln>
                          <a:solidFill>
                            <a:srgbClr val="505050"/>
                          </a:solidFill>
                          <a:effectLst/>
                          <a:uLnTx/>
                          <a:uFillTx/>
                          <a:latin typeface="+mn-lt"/>
                          <a:ea typeface="+mn-ea"/>
                          <a:cs typeface="+mn-cs"/>
                          <a:sym typeface="Wingdings"/>
                        </a:rPr>
                        <a:t></a:t>
                      </a: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43175800"/>
                  </a:ext>
                </a:extLst>
              </a:tr>
              <a:tr h="208719">
                <a:tc vMerge="1">
                  <a:txBody>
                    <a:bodyPr/>
                    <a:lstStyle/>
                    <a:p>
                      <a:endParaRPr lang="en-US"/>
                    </a:p>
                  </a:txBody>
                  <a:tcPr/>
                </a:tc>
                <a:tc>
                  <a:txBody>
                    <a:bodyPr/>
                    <a:lstStyle/>
                    <a:p>
                      <a:pPr marL="0" marR="0" lvl="0" indent="0" algn="l" defTabSz="932559" rtl="0" eaLnBrk="1" fontAlgn="auto" latinLnBrk="0" hangingPunct="1">
                        <a:lnSpc>
                          <a:spcPct val="100000"/>
                        </a:lnSpc>
                        <a:spcBef>
                          <a:spcPts val="0"/>
                        </a:spcBef>
                        <a:spcAft>
                          <a:spcPts val="600"/>
                        </a:spcAft>
                        <a:buClrTx/>
                        <a:buSzTx/>
                        <a:buFontTx/>
                        <a:buNone/>
                        <a:tabLst/>
                        <a:defRPr/>
                      </a:pPr>
                      <a:r>
                        <a:rPr lang="en-US" sz="1100" baseline="0">
                          <a:latin typeface="+mn-lt"/>
                        </a:rPr>
                        <a:t>Power BI Pro, MyAnalytics</a:t>
                      </a:r>
                      <a:endParaRPr kumimoji="0" lang="en-US" sz="1100" b="0" i="0" u="none" strike="noStrike" kern="0" cap="none" spc="0" normalizeH="0" baseline="0" noProof="0">
                        <a:ln>
                          <a:noFill/>
                        </a:ln>
                        <a:solidFill>
                          <a:schemeClr val="tx1"/>
                        </a:solidFill>
                        <a:effectLst/>
                        <a:uLnTx/>
                        <a:uFillTx/>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spcAft>
                          <a:spcPts val="600"/>
                        </a:spcAft>
                      </a:pPr>
                      <a:endParaRPr lang="en-US" sz="1100" b="1">
                        <a:latin typeface="+mn-lt"/>
                      </a:endParaRPr>
                    </a:p>
                  </a:txBody>
                  <a:tcPr marL="89630" marR="8963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188"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505050"/>
                          </a:solidFill>
                          <a:effectLst/>
                          <a:uLnTx/>
                          <a:uFillTx/>
                          <a:latin typeface="+mn-lt"/>
                          <a:ea typeface="+mn-ea"/>
                          <a:cs typeface="+mn-cs"/>
                          <a:sym typeface="Wingdings"/>
                        </a:rPr>
                        <a:t></a:t>
                      </a:r>
                      <a:endParaRPr lang="en-US" sz="1100" b="1" dirty="0">
                        <a:latin typeface="+mn-lt"/>
                      </a:endParaRPr>
                    </a:p>
                  </a:txBody>
                  <a:tcPr marL="89630" marR="89630" marT="18288" marB="18288">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8396372"/>
                  </a:ext>
                </a:extLst>
              </a:tr>
            </a:tbl>
          </a:graphicData>
        </a:graphic>
      </p:graphicFrame>
      <p:sp>
        <p:nvSpPr>
          <p:cNvPr id="3" name="Title 1">
            <a:extLst>
              <a:ext uri="{FF2B5EF4-FFF2-40B4-BE49-F238E27FC236}">
                <a16:creationId xmlns:a16="http://schemas.microsoft.com/office/drawing/2014/main" id="{BEF29EB0-FF12-4856-B57C-F36670695EC4}"/>
              </a:ext>
            </a:extLst>
          </p:cNvPr>
          <p:cNvSpPr txBox="1">
            <a:spLocks/>
          </p:cNvSpPr>
          <p:nvPr/>
        </p:nvSpPr>
        <p:spPr>
          <a:xfrm>
            <a:off x="235121" y="94116"/>
            <a:ext cx="11655840" cy="899537"/>
          </a:xfrm>
          <a:prstGeom prst="rect">
            <a:avLst/>
          </a:prstGeom>
        </p:spPr>
        <p:txBody>
          <a:bodyPr/>
          <a:lstStyle>
            <a:lvl1pPr algn="l" defTabSz="914367" rtl="0" eaLnBrk="1" latinLnBrk="0" hangingPunct="1">
              <a:lnSpc>
                <a:spcPct val="90000"/>
              </a:lnSpc>
              <a:spcBef>
                <a:spcPct val="0"/>
              </a:spcBef>
              <a:buNone/>
              <a:defRPr lang="en-US" sz="4705"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fr-FR" sz="4000" dirty="0">
                <a:solidFill>
                  <a:srgbClr val="0078D7"/>
                </a:solidFill>
              </a:rPr>
              <a:t>Microsoft 365 Enterprise Plan </a:t>
            </a:r>
            <a:r>
              <a:rPr lang="fr-FR" sz="4000" dirty="0" err="1">
                <a:solidFill>
                  <a:srgbClr val="0078D7"/>
                </a:solidFill>
              </a:rPr>
              <a:t>Overview</a:t>
            </a:r>
            <a:endParaRPr lang="fr-FR" sz="4000" dirty="0">
              <a:solidFill>
                <a:srgbClr val="0078D7"/>
              </a:solidFill>
            </a:endParaRPr>
          </a:p>
        </p:txBody>
      </p:sp>
      <p:sp>
        <p:nvSpPr>
          <p:cNvPr id="4" name="Rectangle 3">
            <a:extLst>
              <a:ext uri="{FF2B5EF4-FFF2-40B4-BE49-F238E27FC236}">
                <a16:creationId xmlns:a16="http://schemas.microsoft.com/office/drawing/2014/main" id="{9183847B-1952-465D-BA75-2DE792E520BA}"/>
              </a:ext>
            </a:extLst>
          </p:cNvPr>
          <p:cNvSpPr/>
          <p:nvPr/>
        </p:nvSpPr>
        <p:spPr>
          <a:xfrm>
            <a:off x="301039" y="6071727"/>
            <a:ext cx="9847811" cy="738664"/>
          </a:xfrm>
          <a:prstGeom prst="rect">
            <a:avLst/>
          </a:prstGeom>
        </p:spPr>
        <p:txBody>
          <a:bodyPr wrap="square">
            <a:spAutoFit/>
          </a:bodyPr>
          <a:lstStyle/>
          <a:p>
            <a:pPr>
              <a:defRPr/>
            </a:pPr>
            <a:r>
              <a:rPr lang="en-US" sz="600" baseline="30000" dirty="0"/>
              <a:t>1</a:t>
            </a:r>
            <a:r>
              <a:rPr lang="en-US" sz="600" dirty="0">
                <a:cs typeface="Segoe UI" pitchFamily="34" charset="0"/>
              </a:rPr>
              <a:t>Productivity Server Rights </a:t>
            </a:r>
            <a:r>
              <a:rPr lang="en-US" sz="600" b="1" dirty="0">
                <a:cs typeface="Segoe UI" pitchFamily="34" charset="0"/>
              </a:rPr>
              <a:t>– </a:t>
            </a:r>
            <a:r>
              <a:rPr lang="en-US" sz="600" dirty="0">
                <a:cs typeface="Segoe UI" pitchFamily="34" charset="0"/>
              </a:rPr>
              <a:t>SharePoint, Exchange and Skype for Business productivity server rights for M365 E3 &amp; E5 customers (Hybrid Rights unavailable in CSP Channel).  </a:t>
            </a:r>
          </a:p>
          <a:p>
            <a:pPr lvl="0">
              <a:defRPr/>
            </a:pPr>
            <a:r>
              <a:rPr lang="en-US" sz="600" baseline="30000" dirty="0">
                <a:latin typeface="Segoe UI Light" pitchFamily="34" charset="0"/>
              </a:rPr>
              <a:t>2</a:t>
            </a:r>
            <a:r>
              <a:rPr lang="en-US" sz="600" dirty="0">
                <a:latin typeface="Segoe UI Light" pitchFamily="34" charset="0"/>
              </a:rPr>
              <a:t>Limited to devices with integrated screens 10.1” diagonally or less.</a:t>
            </a:r>
            <a:endParaRPr lang="en-US" sz="600" baseline="30000" dirty="0">
              <a:solidFill>
                <a:srgbClr val="2F2F2F"/>
              </a:solidFill>
            </a:endParaRPr>
          </a:p>
          <a:p>
            <a:pPr lvl="0">
              <a:defRPr/>
            </a:pPr>
            <a:r>
              <a:rPr lang="en-US" sz="600" baseline="30000" dirty="0">
                <a:solidFill>
                  <a:srgbClr val="2F2F2F"/>
                </a:solidFill>
                <a:cs typeface="Segoe UI" pitchFamily="34" charset="0"/>
              </a:rPr>
              <a:t>3</a:t>
            </a:r>
            <a:r>
              <a:rPr lang="en-US" sz="600" dirty="0">
                <a:solidFill>
                  <a:srgbClr val="2F2F2F"/>
                </a:solidFill>
                <a:cs typeface="Segoe UI" pitchFamily="34" charset="0"/>
              </a:rPr>
              <a:t>2GB Inbox, No Voicemail. </a:t>
            </a:r>
            <a:endParaRPr lang="en-US" sz="600" dirty="0">
              <a:solidFill>
                <a:srgbClr val="2F2F2F"/>
              </a:solidFill>
              <a:ea typeface="Segoe UI" pitchFamily="34" charset="0"/>
              <a:cs typeface="Segoe UI" pitchFamily="34" charset="0"/>
            </a:endParaRPr>
          </a:p>
          <a:p>
            <a:pPr lvl="0">
              <a:defRPr/>
            </a:pPr>
            <a:r>
              <a:rPr lang="en-US" sz="600" baseline="30000" dirty="0">
                <a:solidFill>
                  <a:srgbClr val="2F2F2F"/>
                </a:solidFill>
                <a:ea typeface="Segoe UI" pitchFamily="34" charset="0"/>
                <a:cs typeface="Segoe UI" pitchFamily="34" charset="0"/>
              </a:rPr>
              <a:t>4</a:t>
            </a:r>
            <a:r>
              <a:rPr lang="en-US" sz="600" dirty="0">
                <a:solidFill>
                  <a:srgbClr val="2F2F2F"/>
                </a:solidFill>
                <a:ea typeface="Segoe UI" pitchFamily="34" charset="0"/>
                <a:cs typeface="Segoe UI" pitchFamily="34" charset="0"/>
              </a:rPr>
              <a:t>Meetings are join only, 1:1 audio/video calls are supported, No Desktop or App Sharing</a:t>
            </a:r>
          </a:p>
          <a:p>
            <a:pPr lvl="0">
              <a:defRPr/>
            </a:pPr>
            <a:r>
              <a:rPr lang="en-US" sz="600" baseline="30000" dirty="0">
                <a:solidFill>
                  <a:srgbClr val="2F2F2F"/>
                </a:solidFill>
                <a:ea typeface="Segoe UI" pitchFamily="34" charset="0"/>
                <a:cs typeface="Segoe UI" pitchFamily="34" charset="0"/>
              </a:rPr>
              <a:t>5</a:t>
            </a:r>
            <a:r>
              <a:rPr lang="en-US" sz="600" dirty="0">
                <a:solidFill>
                  <a:srgbClr val="2F2F2F"/>
                </a:solidFill>
                <a:ea typeface="Segoe UI" pitchFamily="34" charset="0"/>
                <a:cs typeface="Segoe UI" pitchFamily="34" charset="0"/>
              </a:rPr>
              <a:t>Cannot be Site Administrators, No Site Mailbox, No Personal Site, Cannot Create Form</a:t>
            </a:r>
          </a:p>
          <a:p>
            <a:pPr lvl="0">
              <a:defRPr/>
            </a:pPr>
            <a:r>
              <a:rPr lang="en-US" sz="600" baseline="30000" dirty="0">
                <a:ea typeface="Segoe UI" pitchFamily="34" charset="0"/>
                <a:cs typeface="Segoe UI" pitchFamily="34" charset="0"/>
              </a:rPr>
              <a:t>6</a:t>
            </a:r>
            <a:r>
              <a:rPr lang="en-US" sz="600" dirty="0">
                <a:ea typeface="Segoe UI" pitchFamily="34" charset="0"/>
                <a:cs typeface="Segoe UI" pitchFamily="34" charset="0"/>
              </a:rPr>
              <a:t>Not </a:t>
            </a:r>
            <a:r>
              <a:rPr lang="en-US" sz="600" dirty="0"/>
              <a:t>available on Windows 10 Enterprise E3 in S mode</a:t>
            </a:r>
            <a:endParaRPr lang="en-US" sz="600" dirty="0">
              <a:ea typeface="Segoe UI" pitchFamily="34" charset="0"/>
              <a:cs typeface="Segoe UI" pitchFamily="34" charset="0"/>
            </a:endParaRPr>
          </a:p>
          <a:p>
            <a:endParaRPr lang="en-US" sz="600" dirty="0"/>
          </a:p>
        </p:txBody>
      </p:sp>
    </p:spTree>
    <p:extLst>
      <p:ext uri="{BB962C8B-B14F-4D97-AF65-F5344CB8AC3E}">
        <p14:creationId xmlns:p14="http://schemas.microsoft.com/office/powerpoint/2010/main" val="12334228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A397E3E-B90C-4D82-BAAA-36F7AC6A4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Shape 9">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456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6429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8CF5E676-CA04-4CED-9F1E-5026ED66E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782347" cy="2943932"/>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6" name="Freeform: Shape 15">
            <a:extLst>
              <a:ext uri="{FF2B5EF4-FFF2-40B4-BE49-F238E27FC236}">
                <a16:creationId xmlns:a16="http://schemas.microsoft.com/office/drawing/2014/main" id="{6BA9E676-A8FC-4C2F-8D78-C13ED8ABD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782347" cy="2943932"/>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8" name="Freeform: Shape 17">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5207" y="4529611"/>
            <a:ext cx="2426793" cy="2328389"/>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Freeform: Shape 19">
            <a:extLst>
              <a:ext uri="{FF2B5EF4-FFF2-40B4-BE49-F238E27FC236}">
                <a16:creationId xmlns:a16="http://schemas.microsoft.com/office/drawing/2014/main" id="{EECD79B5-5FC5-495F-BFD6-346C16E78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5207" y="4529611"/>
            <a:ext cx="2426793" cy="2328389"/>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2" name="Rectangle 21">
            <a:extLst>
              <a:ext uri="{FF2B5EF4-FFF2-40B4-BE49-F238E27FC236}">
                <a16:creationId xmlns:a16="http://schemas.microsoft.com/office/drawing/2014/main" id="{2C1D3151-5F97-4860-B56C-C98BD62CC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21898" y="819446"/>
            <a:ext cx="8751370" cy="5402463"/>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2D9D048-3063-435A-8C23-26C1907E9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21898" y="819446"/>
            <a:ext cx="8751370" cy="5402463"/>
          </a:xfrm>
          <a:prstGeom prst="rect">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DE96824-E506-4448-8704-5EC7BF7BC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20315" y="727769"/>
            <a:ext cx="8751370" cy="5402463"/>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E0E903-E683-4DC3-9695-0F498088C1D9}"/>
              </a:ext>
            </a:extLst>
          </p:cNvPr>
          <p:cNvSpPr>
            <a:spLocks noGrp="1"/>
          </p:cNvSpPr>
          <p:nvPr>
            <p:ph type="ctrTitle"/>
          </p:nvPr>
        </p:nvSpPr>
        <p:spPr>
          <a:xfrm>
            <a:off x="2381534" y="1344304"/>
            <a:ext cx="7451678" cy="2843702"/>
          </a:xfrm>
        </p:spPr>
        <p:txBody>
          <a:bodyPr>
            <a:normAutofit/>
          </a:bodyPr>
          <a:lstStyle/>
          <a:p>
            <a:r>
              <a:rPr lang="en-US" sz="5400" dirty="0">
                <a:solidFill>
                  <a:schemeClr val="bg1"/>
                </a:solidFill>
              </a:rPr>
              <a:t>Questions?</a:t>
            </a:r>
          </a:p>
        </p:txBody>
      </p:sp>
      <p:sp>
        <p:nvSpPr>
          <p:cNvPr id="3" name="Subtitle 2">
            <a:extLst>
              <a:ext uri="{FF2B5EF4-FFF2-40B4-BE49-F238E27FC236}">
                <a16:creationId xmlns:a16="http://schemas.microsoft.com/office/drawing/2014/main" id="{58A4260E-1099-422C-BAF6-7110DAF8EBE0}"/>
              </a:ext>
            </a:extLst>
          </p:cNvPr>
          <p:cNvSpPr>
            <a:spLocks noGrp="1"/>
          </p:cNvSpPr>
          <p:nvPr>
            <p:ph type="subTitle" idx="1"/>
          </p:nvPr>
        </p:nvSpPr>
        <p:spPr>
          <a:xfrm>
            <a:off x="2886765" y="4414123"/>
            <a:ext cx="6418471" cy="1432109"/>
          </a:xfrm>
        </p:spPr>
        <p:txBody>
          <a:bodyPr>
            <a:normAutofit/>
          </a:bodyPr>
          <a:lstStyle/>
          <a:p>
            <a:endParaRPr lang="en-US" sz="2000" dirty="0">
              <a:solidFill>
                <a:schemeClr val="bg1"/>
              </a:solidFill>
            </a:endParaRPr>
          </a:p>
        </p:txBody>
      </p:sp>
      <p:sp>
        <p:nvSpPr>
          <p:cNvPr id="28" name="Oval 27">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9446" y="4786746"/>
            <a:ext cx="620727" cy="620727"/>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Oval 29">
            <a:extLst>
              <a:ext uri="{FF2B5EF4-FFF2-40B4-BE49-F238E27FC236}">
                <a16:creationId xmlns:a16="http://schemas.microsoft.com/office/drawing/2014/main" id="{B6C541AE-9B02-44C0-B8C6-B2DEA7ED3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9446" y="4786746"/>
            <a:ext cx="620727" cy="620727"/>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9050059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2050"/>
        </a:solid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E889F2D-1F6C-4EDF-87CC-70F22883BA33}"/>
              </a:ext>
            </a:extLst>
          </p:cNvPr>
          <p:cNvSpPr/>
          <p:nvPr/>
        </p:nvSpPr>
        <p:spPr>
          <a:xfrm>
            <a:off x="3733800" y="2756682"/>
            <a:ext cx="4632827" cy="907043"/>
          </a:xfrm>
          <a:prstGeom prst="rect">
            <a:avLst/>
          </a:prstGeom>
        </p:spPr>
        <p:txBody>
          <a:bodyPr wrap="square">
            <a:spAutoFit/>
          </a:bodyPr>
          <a:lstStyle/>
          <a:p>
            <a:pPr defTabSz="914367"/>
            <a:r>
              <a:rPr lang="en-US" sz="5294" dirty="0">
                <a:solidFill>
                  <a:srgbClr val="505050"/>
                </a:solidFill>
                <a:latin typeface="Segoe UI"/>
              </a:rPr>
              <a:t>  </a:t>
            </a:r>
            <a:r>
              <a:rPr lang="en-US" sz="5294" dirty="0">
                <a:solidFill>
                  <a:srgbClr val="FFFFFF"/>
                </a:solidFill>
                <a:latin typeface="Segoe UI"/>
              </a:rPr>
              <a:t>Thank You </a:t>
            </a:r>
            <a:r>
              <a:rPr lang="en-US" sz="5294" dirty="0">
                <a:solidFill>
                  <a:srgbClr val="FFFFFF"/>
                </a:solidFill>
                <a:latin typeface="Segoe UI"/>
                <a:sym typeface="Wingdings" panose="05000000000000000000" pitchFamily="2" charset="2"/>
              </a:rPr>
              <a:t></a:t>
            </a:r>
            <a:endParaRPr lang="en-US" sz="5294" dirty="0">
              <a:solidFill>
                <a:srgbClr val="FFFFFF"/>
              </a:solidFill>
              <a:latin typeface="Segoe UI"/>
            </a:endParaRPr>
          </a:p>
        </p:txBody>
      </p:sp>
      <p:pic>
        <p:nvPicPr>
          <p:cNvPr id="7" name="Picture 6">
            <a:extLst>
              <a:ext uri="{FF2B5EF4-FFF2-40B4-BE49-F238E27FC236}">
                <a16:creationId xmlns:a16="http://schemas.microsoft.com/office/drawing/2014/main" id="{60DF853E-B92B-4885-AE8D-90E5DCB63EB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0" y="5486400"/>
            <a:ext cx="2811780" cy="1036320"/>
          </a:xfrm>
          <a:prstGeom prst="rect">
            <a:avLst/>
          </a:prstGeom>
          <a:noFill/>
          <a:ln>
            <a:noFill/>
          </a:ln>
        </p:spPr>
      </p:pic>
      <p:pic>
        <p:nvPicPr>
          <p:cNvPr id="5" name="x__x0000_i1032">
            <a:extLst>
              <a:ext uri="{FF2B5EF4-FFF2-40B4-BE49-F238E27FC236}">
                <a16:creationId xmlns:a16="http://schemas.microsoft.com/office/drawing/2014/main" id="{BAF55151-66BD-4CDE-A81E-1885E23B44E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04800"/>
            <a:ext cx="2362200" cy="685800"/>
          </a:xfrm>
          <a:prstGeom prst="rect">
            <a:avLst/>
          </a:prstGeom>
          <a:noFill/>
          <a:ln>
            <a:noFill/>
          </a:ln>
        </p:spPr>
      </p:pic>
    </p:spTree>
    <p:extLst>
      <p:ext uri="{BB962C8B-B14F-4D97-AF65-F5344CB8AC3E}">
        <p14:creationId xmlns:p14="http://schemas.microsoft.com/office/powerpoint/2010/main" val="3069462489"/>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73A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6-50001_WPC 2016 Breakout Template">
  <a:themeElements>
    <a:clrScheme name="WPC 2016 colors">
      <a:dk1>
        <a:srgbClr val="505050"/>
      </a:dk1>
      <a:lt1>
        <a:srgbClr val="FFFFFF"/>
      </a:lt1>
      <a:dk2>
        <a:srgbClr val="5C2D91"/>
      </a:dk2>
      <a:lt2>
        <a:srgbClr val="EAEAEA"/>
      </a:lt2>
      <a:accent1>
        <a:srgbClr val="5C2D91"/>
      </a:accent1>
      <a:accent2>
        <a:srgbClr val="0078D7"/>
      </a:accent2>
      <a:accent3>
        <a:srgbClr val="002050"/>
      </a:accent3>
      <a:accent4>
        <a:srgbClr val="32145A"/>
      </a:accent4>
      <a:accent5>
        <a:srgbClr val="B4009E"/>
      </a:accent5>
      <a:accent6>
        <a:srgbClr val="50505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WPC_2016_Session_16x9_Template.potx" id="{085148F9-3FB5-45CD-9508-2D9F57AE2938}" vid="{2AB61A27-A5F8-4D15-B4C3-BC1FC60C2EA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7a471ca-2c4b-4a75-8ee2-a41ce8b6c322}" enabled="1" method="Privileged" siteId="{e79918f6-a69b-4b33-8166-e897131f7346}" removed="0"/>
</clbl:labelList>
</file>

<file path=docProps/app.xml><?xml version="1.0" encoding="utf-8"?>
<Properties xmlns="http://schemas.openxmlformats.org/officeDocument/2006/extended-properties" xmlns:vt="http://schemas.openxmlformats.org/officeDocument/2006/docPropsVTypes">
  <Template/>
  <TotalTime>155</TotalTime>
  <Words>2451</Words>
  <Application>Microsoft Office PowerPoint</Application>
  <PresentationFormat>Widescreen</PresentationFormat>
  <Paragraphs>592</Paragraphs>
  <Slides>48</Slides>
  <Notes>4</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48</vt:i4>
      </vt:variant>
    </vt:vector>
  </HeadingPairs>
  <TitlesOfParts>
    <vt:vector size="63" baseType="lpstr">
      <vt:lpstr>Arial</vt:lpstr>
      <vt:lpstr>Arial Black</vt:lpstr>
      <vt:lpstr>Calibri</vt:lpstr>
      <vt:lpstr>Calibri Light</vt:lpstr>
      <vt:lpstr>Carlito</vt:lpstr>
      <vt:lpstr>Consolas</vt:lpstr>
      <vt:lpstr>Segoe UI</vt:lpstr>
      <vt:lpstr>Segoe UI Light</vt:lpstr>
      <vt:lpstr>Segoe UI Semilight</vt:lpstr>
      <vt:lpstr>Times New Roman</vt:lpstr>
      <vt:lpstr>Trebuchet MS</vt:lpstr>
      <vt:lpstr>Wingdings</vt:lpstr>
      <vt:lpstr>Office Theme</vt:lpstr>
      <vt:lpstr>1_Office Theme</vt:lpstr>
      <vt:lpstr>6-50001_WPC 2016 Breakout Template</vt:lpstr>
      <vt:lpstr>PowerPoint Presentation</vt:lpstr>
      <vt:lpstr>PowerPoint Presentation</vt:lpstr>
      <vt:lpstr>Microsoft 365</vt:lpstr>
      <vt:lpstr>Office365 E5</vt:lpstr>
      <vt:lpstr>New value for enterprise customers</vt:lpstr>
      <vt:lpstr>Security</vt:lpstr>
      <vt:lpstr>Office 365 Threat Intelligence is a collection of these insights used in analyzing your Office 365  environment to help you find and eliminate threats, proactively.</vt:lpstr>
      <vt:lpstr>Analytics</vt:lpstr>
      <vt:lpstr>Voice</vt:lpstr>
      <vt:lpstr>PowerPoint Presentation</vt:lpstr>
      <vt:lpstr>Office 365  MyAnalytics</vt:lpstr>
      <vt:lpstr>Office 365  Threat  Intelligence</vt:lpstr>
      <vt:lpstr>Office 365  Advance  eDiscovery</vt:lpstr>
      <vt:lpstr>Enterprise + Mobility E5</vt:lpstr>
      <vt:lpstr>PowerPoint Presentation</vt:lpstr>
      <vt:lpstr>THEN</vt:lpstr>
      <vt:lpstr>PowerPoint Presentation</vt:lpstr>
      <vt:lpstr>Protect sensitive data on-premises and in the cloud</vt:lpstr>
      <vt:lpstr>Gain visibility and control over data in cloud apps</vt:lpstr>
      <vt:lpstr>PowerPoint Presentation</vt:lpstr>
      <vt:lpstr>Data control / separation Control company data after  it has been accessed, and  separate it from personal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Windows E5</vt:lpstr>
      <vt:lpstr>PowerPoint Presentation</vt:lpstr>
      <vt:lpstr>Windows Defender Advanced Threat Protection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Adoption and  Deployment</vt:lpstr>
      <vt:lpstr>PowerPoint Presentation</vt:lpstr>
      <vt:lpstr>The Case for Microsoft 365 E5</vt:lpstr>
      <vt:lpstr>PowerPoint Presentation</vt:lpstr>
      <vt:lpstr>PowerPoint Presentation</vt:lpstr>
      <vt:lpstr>PowerPoint Presentation</vt:lpstr>
      <vt:lpstr>PowerPoint Presentation</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365 E5</dc:title>
  <dc:creator>Mohammed Zayed</dc:creator>
  <cp:lastModifiedBy>Salin Kumar</cp:lastModifiedBy>
  <cp:revision>1</cp:revision>
  <dcterms:created xsi:type="dcterms:W3CDTF">2022-01-24T12:04:47Z</dcterms:created>
  <dcterms:modified xsi:type="dcterms:W3CDTF">2025-01-20T09:18:12Z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2018-01-24T00:00:00Z</vt:filetime>
  </property>
  <property fmtid="{D5CDD505-2E9C-101B-9397-08002B2CF9AE}" pid="3" name="Creator">
    <vt:lpwstr>Microsoft® PowerPoint® 2016</vt:lpwstr>
  </property>
  <property fmtid="{D5CDD505-2E9C-101B-9397-08002B2CF9AE}" pid="4" name="LastSaved">
    <vt:filetime>2022-01-24T00:00:00Z</vt:filetime>
  </property>
  <property fmtid="{D5CDD505-2E9C-101B-9397-08002B2CF9AE}" pid="5" name="ClassificationContentMarkingFooterLocations">
    <vt:lpwstr>Office Theme:8\1_Office Theme:8\6-50001_WPC 2016 Breakout Template:8</vt:lpwstr>
  </property>
  <property fmtid="{D5CDD505-2E9C-101B-9397-08002B2CF9AE}" pid="6" name="ClassificationContentMarkingFooterText">
    <vt:lpwstr>Information Classification: Public </vt:lpwstr>
  </property>
</Properties>
</file>